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1" r:id="rId1"/>
  </p:sldMasterIdLst>
  <p:notesMasterIdLst>
    <p:notesMasterId r:id="rId37"/>
  </p:notesMasterIdLst>
  <p:sldIdLst>
    <p:sldId id="256" r:id="rId2"/>
    <p:sldId id="259" r:id="rId3"/>
    <p:sldId id="260" r:id="rId4"/>
    <p:sldId id="261" r:id="rId5"/>
    <p:sldId id="308" r:id="rId6"/>
    <p:sldId id="264" r:id="rId7"/>
    <p:sldId id="266" r:id="rId8"/>
    <p:sldId id="309" r:id="rId9"/>
    <p:sldId id="310" r:id="rId10"/>
    <p:sldId id="270" r:id="rId11"/>
    <p:sldId id="311" r:id="rId12"/>
    <p:sldId id="312" r:id="rId13"/>
    <p:sldId id="313" r:id="rId14"/>
    <p:sldId id="272" r:id="rId15"/>
    <p:sldId id="315" r:id="rId16"/>
    <p:sldId id="316" r:id="rId17"/>
    <p:sldId id="317" r:id="rId18"/>
    <p:sldId id="319" r:id="rId19"/>
    <p:sldId id="320" r:id="rId20"/>
    <p:sldId id="322" r:id="rId21"/>
    <p:sldId id="323" r:id="rId22"/>
    <p:sldId id="324" r:id="rId23"/>
    <p:sldId id="325" r:id="rId24"/>
    <p:sldId id="326" r:id="rId25"/>
    <p:sldId id="328" r:id="rId26"/>
    <p:sldId id="329" r:id="rId27"/>
    <p:sldId id="327" r:id="rId28"/>
    <p:sldId id="330" r:id="rId29"/>
    <p:sldId id="331" r:id="rId30"/>
    <p:sldId id="332" r:id="rId31"/>
    <p:sldId id="333" r:id="rId32"/>
    <p:sldId id="334" r:id="rId33"/>
    <p:sldId id="335" r:id="rId34"/>
    <p:sldId id="336" r:id="rId35"/>
    <p:sldId id="321" r:id="rId36"/>
  </p:sldIdLst>
  <p:sldSz cx="9144000" cy="5143500" type="screen16x9"/>
  <p:notesSz cx="6858000" cy="9144000"/>
  <p:embeddedFontLst>
    <p:embeddedFont>
      <p:font typeface="Bebas Neue" panose="020B0606020202050201" pitchFamily="34" charset="0"/>
      <p:regular r:id="rId38"/>
    </p:embeddedFont>
    <p:embeddedFont>
      <p:font typeface="Gill Sans MT" panose="020B0502020104020203" pitchFamily="34" charset="0"/>
      <p:regular r:id="rId39"/>
      <p:bold r:id="rId40"/>
      <p:italic r:id="rId41"/>
      <p:boldItalic r:id="rId42"/>
    </p:embeddedFont>
    <p:embeddedFont>
      <p:font typeface="Limelight" panose="020B0604020202020204" charset="0"/>
      <p:regular r:id="rId43"/>
    </p:embeddedFont>
    <p:embeddedFont>
      <p:font typeface="Raleway" pitchFamily="2" charset="0"/>
      <p:regular r:id="rId44"/>
      <p:bold r:id="rId45"/>
      <p:italic r:id="rId46"/>
      <p:boldItalic r:id="rId47"/>
    </p:embeddedFont>
    <p:embeddedFont>
      <p:font typeface="Roboto Condensed Light" panose="02000000000000000000" pitchFamily="2" charset="0"/>
      <p:regular r:id="rId48"/>
      <p: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336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39BDE7-34B7-47A3-9D7F-0643A3643B36}" v="150" dt="2026-05-15T19:56:48.889"/>
  </p1510:revLst>
</p1510:revInfo>
</file>

<file path=ppt/tableStyles.xml><?xml version="1.0" encoding="utf-8"?>
<a:tblStyleLst xmlns:a="http://schemas.openxmlformats.org/drawingml/2006/main" def="{0C4F92CC-DFB0-4C2C-8C2C-5A92445EBAB6}">
  <a:tblStyle styleId="{0C4F92CC-DFB0-4C2C-8C2C-5A92445EBAB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5" d="100"/>
          <a:sy n="125" d="100"/>
        </p:scale>
        <p:origin x="22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font" Target="fonts/font10.fntdata"/><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4.fntdata"/><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7.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48" Type="http://schemas.openxmlformats.org/officeDocument/2006/relationships/font" Target="fonts/font11.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ah Gamal" userId="371388555265d960" providerId="LiveId" clId="{6DD52A36-005C-4EB5-9398-F1ED66DFD5EC}"/>
    <pc:docChg chg="undo custSel addSld delSld modSld sldOrd delMainMaster">
      <pc:chgData name="Sarah Gamal" userId="371388555265d960" providerId="LiveId" clId="{6DD52A36-005C-4EB5-9398-F1ED66DFD5EC}" dt="2026-05-15T19:58:28.241" v="1679" actId="1440"/>
      <pc:docMkLst>
        <pc:docMk/>
      </pc:docMkLst>
      <pc:sldChg chg="add del">
        <pc:chgData name="Sarah Gamal" userId="371388555265d960" providerId="LiveId" clId="{6DD52A36-005C-4EB5-9398-F1ED66DFD5EC}" dt="2026-05-15T19:02:34.266" v="650" actId="47"/>
        <pc:sldMkLst>
          <pc:docMk/>
          <pc:sldMk cId="0" sldId="258"/>
        </pc:sldMkLst>
      </pc:sldChg>
      <pc:sldChg chg="del">
        <pc:chgData name="Sarah Gamal" userId="371388555265d960" providerId="LiveId" clId="{6DD52A36-005C-4EB5-9398-F1ED66DFD5EC}" dt="2026-05-15T19:57:24.597" v="1674" actId="47"/>
        <pc:sldMkLst>
          <pc:docMk/>
          <pc:sldMk cId="0" sldId="262"/>
        </pc:sldMkLst>
      </pc:sldChg>
      <pc:sldChg chg="modSp del mod">
        <pc:chgData name="Sarah Gamal" userId="371388555265d960" providerId="LiveId" clId="{6DD52A36-005C-4EB5-9398-F1ED66DFD5EC}" dt="2026-05-15T19:57:30.345" v="1675" actId="47"/>
        <pc:sldMkLst>
          <pc:docMk/>
          <pc:sldMk cId="0" sldId="265"/>
        </pc:sldMkLst>
        <pc:spChg chg="mod">
          <ac:chgData name="Sarah Gamal" userId="371388555265d960" providerId="LiveId" clId="{6DD52A36-005C-4EB5-9398-F1ED66DFD5EC}" dt="2026-05-15T08:59:36.403" v="94" actId="20577"/>
          <ac:spMkLst>
            <pc:docMk/>
            <pc:sldMk cId="0" sldId="265"/>
            <ac:spMk id="784" creationId="{00000000-0000-0000-0000-000000000000}"/>
          </ac:spMkLst>
        </pc:spChg>
      </pc:sldChg>
      <pc:sldChg chg="addSp modSp mod">
        <pc:chgData name="Sarah Gamal" userId="371388555265d960" providerId="LiveId" clId="{6DD52A36-005C-4EB5-9398-F1ED66DFD5EC}" dt="2026-05-15T08:58:23.679" v="60" actId="14100"/>
        <pc:sldMkLst>
          <pc:docMk/>
          <pc:sldMk cId="0" sldId="266"/>
        </pc:sldMkLst>
        <pc:spChg chg="add mod">
          <ac:chgData name="Sarah Gamal" userId="371388555265d960" providerId="LiveId" clId="{6DD52A36-005C-4EB5-9398-F1ED66DFD5EC}" dt="2026-05-15T08:57:18.656" v="46" actId="207"/>
          <ac:spMkLst>
            <pc:docMk/>
            <pc:sldMk cId="0" sldId="266"/>
            <ac:spMk id="5" creationId="{6CBD64AC-3DCD-DBE5-80D3-562FFFF00496}"/>
          </ac:spMkLst>
        </pc:spChg>
        <pc:spChg chg="add mod">
          <ac:chgData name="Sarah Gamal" userId="371388555265d960" providerId="LiveId" clId="{6DD52A36-005C-4EB5-9398-F1ED66DFD5EC}" dt="2026-05-15T08:58:23.679" v="60" actId="14100"/>
          <ac:spMkLst>
            <pc:docMk/>
            <pc:sldMk cId="0" sldId="266"/>
            <ac:spMk id="7" creationId="{4BA29239-E102-9B53-628B-03BB021AF203}"/>
          </ac:spMkLst>
        </pc:spChg>
        <pc:spChg chg="mod">
          <ac:chgData name="Sarah Gamal" userId="371388555265d960" providerId="LiveId" clId="{6DD52A36-005C-4EB5-9398-F1ED66DFD5EC}" dt="2026-05-15T08:46:58.143" v="34" actId="20577"/>
          <ac:spMkLst>
            <pc:docMk/>
            <pc:sldMk cId="0" sldId="266"/>
            <ac:spMk id="806" creationId="{00000000-0000-0000-0000-000000000000}"/>
          </ac:spMkLst>
        </pc:spChg>
        <pc:picChg chg="add mod">
          <ac:chgData name="Sarah Gamal" userId="371388555265d960" providerId="LiveId" clId="{6DD52A36-005C-4EB5-9398-F1ED66DFD5EC}" dt="2026-05-15T08:57:55.569" v="51" actId="1076"/>
          <ac:picMkLst>
            <pc:docMk/>
            <pc:sldMk cId="0" sldId="266"/>
            <ac:picMk id="3" creationId="{5F25E129-F3EA-2A6D-779F-A3202B4C4644}"/>
          </ac:picMkLst>
        </pc:picChg>
      </pc:sldChg>
      <pc:sldChg chg="del">
        <pc:chgData name="Sarah Gamal" userId="371388555265d960" providerId="LiveId" clId="{6DD52A36-005C-4EB5-9398-F1ED66DFD5EC}" dt="2026-05-15T08:58:52.134" v="61" actId="47"/>
        <pc:sldMkLst>
          <pc:docMk/>
          <pc:sldMk cId="0" sldId="267"/>
        </pc:sldMkLst>
      </pc:sldChg>
      <pc:sldChg chg="addSp delSp modSp del mod">
        <pc:chgData name="Sarah Gamal" userId="371388555265d960" providerId="LiveId" clId="{6DD52A36-005C-4EB5-9398-F1ED66DFD5EC}" dt="2026-05-15T19:57:32.826" v="1676" actId="47"/>
        <pc:sldMkLst>
          <pc:docMk/>
          <pc:sldMk cId="0" sldId="268"/>
        </pc:sldMkLst>
        <pc:spChg chg="add del mod">
          <ac:chgData name="Sarah Gamal" userId="371388555265d960" providerId="LiveId" clId="{6DD52A36-005C-4EB5-9398-F1ED66DFD5EC}" dt="2026-05-15T09:11:57.921" v="184" actId="478"/>
          <ac:spMkLst>
            <pc:docMk/>
            <pc:sldMk cId="0" sldId="268"/>
            <ac:spMk id="3" creationId="{1ADBFF96-C40A-9E09-2653-C5DCC15A2272}"/>
          </ac:spMkLst>
        </pc:spChg>
        <pc:spChg chg="add del mod">
          <ac:chgData name="Sarah Gamal" userId="371388555265d960" providerId="LiveId" clId="{6DD52A36-005C-4EB5-9398-F1ED66DFD5EC}" dt="2026-05-15T09:12:23.790" v="210" actId="478"/>
          <ac:spMkLst>
            <pc:docMk/>
            <pc:sldMk cId="0" sldId="268"/>
            <ac:spMk id="5" creationId="{33AE319D-F024-D978-605D-B7AAEA4F1647}"/>
          </ac:spMkLst>
        </pc:spChg>
        <pc:spChg chg="mod">
          <ac:chgData name="Sarah Gamal" userId="371388555265d960" providerId="LiveId" clId="{6DD52A36-005C-4EB5-9398-F1ED66DFD5EC}" dt="2026-05-15T09:12:28.998" v="211" actId="1076"/>
          <ac:spMkLst>
            <pc:docMk/>
            <pc:sldMk cId="0" sldId="268"/>
            <ac:spMk id="901" creationId="{00000000-0000-0000-0000-000000000000}"/>
          </ac:spMkLst>
        </pc:spChg>
        <pc:spChg chg="del">
          <ac:chgData name="Sarah Gamal" userId="371388555265d960" providerId="LiveId" clId="{6DD52A36-005C-4EB5-9398-F1ED66DFD5EC}" dt="2026-05-15T09:12:22.010" v="209" actId="478"/>
          <ac:spMkLst>
            <pc:docMk/>
            <pc:sldMk cId="0" sldId="268"/>
            <ac:spMk id="902" creationId="{00000000-0000-0000-0000-000000000000}"/>
          </ac:spMkLst>
        </pc:spChg>
        <pc:spChg chg="del">
          <ac:chgData name="Sarah Gamal" userId="371388555265d960" providerId="LiveId" clId="{6DD52A36-005C-4EB5-9398-F1ED66DFD5EC}" dt="2026-05-15T09:11:50.164" v="183" actId="478"/>
          <ac:spMkLst>
            <pc:docMk/>
            <pc:sldMk cId="0" sldId="268"/>
            <ac:spMk id="903" creationId="{00000000-0000-0000-0000-000000000000}"/>
          </ac:spMkLst>
        </pc:spChg>
      </pc:sldChg>
      <pc:sldChg chg="del">
        <pc:chgData name="Sarah Gamal" userId="371388555265d960" providerId="LiveId" clId="{6DD52A36-005C-4EB5-9398-F1ED66DFD5EC}" dt="2026-05-15T09:12:33.577" v="212" actId="47"/>
        <pc:sldMkLst>
          <pc:docMk/>
          <pc:sldMk cId="0" sldId="269"/>
        </pc:sldMkLst>
      </pc:sldChg>
      <pc:sldChg chg="addSp delSp modSp mod">
        <pc:chgData name="Sarah Gamal" userId="371388555265d960" providerId="LiveId" clId="{6DD52A36-005C-4EB5-9398-F1ED66DFD5EC}" dt="2026-05-15T09:21:44.816" v="320" actId="22"/>
        <pc:sldMkLst>
          <pc:docMk/>
          <pc:sldMk cId="0" sldId="270"/>
        </pc:sldMkLst>
        <pc:spChg chg="add del mod">
          <ac:chgData name="Sarah Gamal" userId="371388555265d960" providerId="LiveId" clId="{6DD52A36-005C-4EB5-9398-F1ED66DFD5EC}" dt="2026-05-15T09:17:08.410" v="269" actId="478"/>
          <ac:spMkLst>
            <pc:docMk/>
            <pc:sldMk cId="0" sldId="270"/>
            <ac:spMk id="7" creationId="{5347B998-3307-F3F2-15D7-F195905A3B55}"/>
          </ac:spMkLst>
        </pc:spChg>
        <pc:spChg chg="add">
          <ac:chgData name="Sarah Gamal" userId="371388555265d960" providerId="LiveId" clId="{6DD52A36-005C-4EB5-9398-F1ED66DFD5EC}" dt="2026-05-15T09:17:09.678" v="270"/>
          <ac:spMkLst>
            <pc:docMk/>
            <pc:sldMk cId="0" sldId="270"/>
            <ac:spMk id="8" creationId="{8420C8BC-C2D5-57A5-B9AA-E0C867815241}"/>
          </ac:spMkLst>
        </pc:spChg>
        <pc:spChg chg="add mod">
          <ac:chgData name="Sarah Gamal" userId="371388555265d960" providerId="LiveId" clId="{6DD52A36-005C-4EB5-9398-F1ED66DFD5EC}" dt="2026-05-15T09:17:53.891" v="294"/>
          <ac:spMkLst>
            <pc:docMk/>
            <pc:sldMk cId="0" sldId="270"/>
            <ac:spMk id="9" creationId="{C569BAF2-7899-08C4-0611-E97236A0CD80}"/>
          </ac:spMkLst>
        </pc:spChg>
        <pc:spChg chg="add mod">
          <ac:chgData name="Sarah Gamal" userId="371388555265d960" providerId="LiveId" clId="{6DD52A36-005C-4EB5-9398-F1ED66DFD5EC}" dt="2026-05-15T09:18:17.621" v="297"/>
          <ac:spMkLst>
            <pc:docMk/>
            <pc:sldMk cId="0" sldId="270"/>
            <ac:spMk id="10" creationId="{0430F120-C96C-DFB4-FB24-C3DA0A3854A8}"/>
          </ac:spMkLst>
        </pc:spChg>
        <pc:spChg chg="add mod">
          <ac:chgData name="Sarah Gamal" userId="371388555265d960" providerId="LiveId" clId="{6DD52A36-005C-4EB5-9398-F1ED66DFD5EC}" dt="2026-05-15T09:21:18.232" v="318" actId="1076"/>
          <ac:spMkLst>
            <pc:docMk/>
            <pc:sldMk cId="0" sldId="270"/>
            <ac:spMk id="12" creationId="{72BF5999-5F6F-B30C-99F6-4EDFB7A18FCB}"/>
          </ac:spMkLst>
        </pc:spChg>
        <pc:spChg chg="add del">
          <ac:chgData name="Sarah Gamal" userId="371388555265d960" providerId="LiveId" clId="{6DD52A36-005C-4EB5-9398-F1ED66DFD5EC}" dt="2026-05-15T09:21:44.816" v="320" actId="22"/>
          <ac:spMkLst>
            <pc:docMk/>
            <pc:sldMk cId="0" sldId="270"/>
            <ac:spMk id="14" creationId="{4280DEDF-F22E-C2D6-BF9C-E4C5F374F930}"/>
          </ac:spMkLst>
        </pc:spChg>
        <pc:spChg chg="mod">
          <ac:chgData name="Sarah Gamal" userId="371388555265d960" providerId="LiveId" clId="{6DD52A36-005C-4EB5-9398-F1ED66DFD5EC}" dt="2026-05-15T09:18:22.810" v="298" actId="1076"/>
          <ac:spMkLst>
            <pc:docMk/>
            <pc:sldMk cId="0" sldId="270"/>
            <ac:spMk id="955" creationId="{00000000-0000-0000-0000-000000000000}"/>
          </ac:spMkLst>
        </pc:spChg>
        <pc:spChg chg="del">
          <ac:chgData name="Sarah Gamal" userId="371388555265d960" providerId="LiveId" clId="{6DD52A36-005C-4EB5-9398-F1ED66DFD5EC}" dt="2026-05-15T09:13:05.564" v="235" actId="478"/>
          <ac:spMkLst>
            <pc:docMk/>
            <pc:sldMk cId="0" sldId="270"/>
            <ac:spMk id="984" creationId="{00000000-0000-0000-0000-000000000000}"/>
          </ac:spMkLst>
        </pc:spChg>
        <pc:spChg chg="del">
          <ac:chgData name="Sarah Gamal" userId="371388555265d960" providerId="LiveId" clId="{6DD52A36-005C-4EB5-9398-F1ED66DFD5EC}" dt="2026-05-15T09:13:05.564" v="235" actId="478"/>
          <ac:spMkLst>
            <pc:docMk/>
            <pc:sldMk cId="0" sldId="270"/>
            <ac:spMk id="985" creationId="{00000000-0000-0000-0000-000000000000}"/>
          </ac:spMkLst>
        </pc:spChg>
        <pc:spChg chg="del">
          <ac:chgData name="Sarah Gamal" userId="371388555265d960" providerId="LiveId" clId="{6DD52A36-005C-4EB5-9398-F1ED66DFD5EC}" dt="2026-05-15T09:13:05.564" v="235" actId="478"/>
          <ac:spMkLst>
            <pc:docMk/>
            <pc:sldMk cId="0" sldId="270"/>
            <ac:spMk id="986" creationId="{00000000-0000-0000-0000-000000000000}"/>
          </ac:spMkLst>
        </pc:spChg>
        <pc:spChg chg="del">
          <ac:chgData name="Sarah Gamal" userId="371388555265d960" providerId="LiveId" clId="{6DD52A36-005C-4EB5-9398-F1ED66DFD5EC}" dt="2026-05-15T09:13:05.564" v="235" actId="478"/>
          <ac:spMkLst>
            <pc:docMk/>
            <pc:sldMk cId="0" sldId="270"/>
            <ac:spMk id="987" creationId="{00000000-0000-0000-0000-000000000000}"/>
          </ac:spMkLst>
        </pc:spChg>
        <pc:spChg chg="del">
          <ac:chgData name="Sarah Gamal" userId="371388555265d960" providerId="LiveId" clId="{6DD52A36-005C-4EB5-9398-F1ED66DFD5EC}" dt="2026-05-15T09:13:05.564" v="235" actId="478"/>
          <ac:spMkLst>
            <pc:docMk/>
            <pc:sldMk cId="0" sldId="270"/>
            <ac:spMk id="988" creationId="{00000000-0000-0000-0000-000000000000}"/>
          </ac:spMkLst>
        </pc:spChg>
        <pc:spChg chg="del">
          <ac:chgData name="Sarah Gamal" userId="371388555265d960" providerId="LiveId" clId="{6DD52A36-005C-4EB5-9398-F1ED66DFD5EC}" dt="2026-05-15T09:13:05.564" v="235" actId="478"/>
          <ac:spMkLst>
            <pc:docMk/>
            <pc:sldMk cId="0" sldId="270"/>
            <ac:spMk id="989" creationId="{00000000-0000-0000-0000-000000000000}"/>
          </ac:spMkLst>
        </pc:spChg>
        <pc:spChg chg="del">
          <ac:chgData name="Sarah Gamal" userId="371388555265d960" providerId="LiveId" clId="{6DD52A36-005C-4EB5-9398-F1ED66DFD5EC}" dt="2026-05-15T09:13:05.564" v="235" actId="478"/>
          <ac:spMkLst>
            <pc:docMk/>
            <pc:sldMk cId="0" sldId="270"/>
            <ac:spMk id="990" creationId="{00000000-0000-0000-0000-000000000000}"/>
          </ac:spMkLst>
        </pc:spChg>
        <pc:spChg chg="del">
          <ac:chgData name="Sarah Gamal" userId="371388555265d960" providerId="LiveId" clId="{6DD52A36-005C-4EB5-9398-F1ED66DFD5EC}" dt="2026-05-15T09:13:05.564" v="235" actId="478"/>
          <ac:spMkLst>
            <pc:docMk/>
            <pc:sldMk cId="0" sldId="270"/>
            <ac:spMk id="991" creationId="{00000000-0000-0000-0000-000000000000}"/>
          </ac:spMkLst>
        </pc:spChg>
        <pc:spChg chg="del">
          <ac:chgData name="Sarah Gamal" userId="371388555265d960" providerId="LiveId" clId="{6DD52A36-005C-4EB5-9398-F1ED66DFD5EC}" dt="2026-05-15T09:13:05.564" v="235" actId="478"/>
          <ac:spMkLst>
            <pc:docMk/>
            <pc:sldMk cId="0" sldId="270"/>
            <ac:spMk id="994" creationId="{00000000-0000-0000-0000-000000000000}"/>
          </ac:spMkLst>
        </pc:spChg>
        <pc:spChg chg="del">
          <ac:chgData name="Sarah Gamal" userId="371388555265d960" providerId="LiveId" clId="{6DD52A36-005C-4EB5-9398-F1ED66DFD5EC}" dt="2026-05-15T09:13:05.564" v="235" actId="478"/>
          <ac:spMkLst>
            <pc:docMk/>
            <pc:sldMk cId="0" sldId="270"/>
            <ac:spMk id="996" creationId="{00000000-0000-0000-0000-000000000000}"/>
          </ac:spMkLst>
        </pc:spChg>
        <pc:grpChg chg="mod">
          <ac:chgData name="Sarah Gamal" userId="371388555265d960" providerId="LiveId" clId="{6DD52A36-005C-4EB5-9398-F1ED66DFD5EC}" dt="2026-05-15T09:13:09.803" v="236" actId="1076"/>
          <ac:grpSpMkLst>
            <pc:docMk/>
            <pc:sldMk cId="0" sldId="270"/>
            <ac:grpSpMk id="997" creationId="{00000000-0000-0000-0000-000000000000}"/>
          </ac:grpSpMkLst>
        </pc:grpChg>
        <pc:picChg chg="add mod">
          <ac:chgData name="Sarah Gamal" userId="371388555265d960" providerId="LiveId" clId="{6DD52A36-005C-4EB5-9398-F1ED66DFD5EC}" dt="2026-05-15T09:19:51.786" v="315" actId="14100"/>
          <ac:picMkLst>
            <pc:docMk/>
            <pc:sldMk cId="0" sldId="270"/>
            <ac:picMk id="3" creationId="{F4478E6C-AF16-78D9-876A-A31BFE642613}"/>
          </ac:picMkLst>
        </pc:picChg>
        <pc:picChg chg="add mod">
          <ac:chgData name="Sarah Gamal" userId="371388555265d960" providerId="LiveId" clId="{6DD52A36-005C-4EB5-9398-F1ED66DFD5EC}" dt="2026-05-15T09:18:51.411" v="305" actId="14100"/>
          <ac:picMkLst>
            <pc:docMk/>
            <pc:sldMk cId="0" sldId="270"/>
            <ac:picMk id="5" creationId="{06629A20-47C5-D556-2F00-2D843516946C}"/>
          </ac:picMkLst>
        </pc:picChg>
      </pc:sldChg>
      <pc:sldChg chg="del">
        <pc:chgData name="Sarah Gamal" userId="371388555265d960" providerId="LiveId" clId="{6DD52A36-005C-4EB5-9398-F1ED66DFD5EC}" dt="2026-05-15T18:28:27.841" v="434" actId="47"/>
        <pc:sldMkLst>
          <pc:docMk/>
          <pc:sldMk cId="0" sldId="271"/>
        </pc:sldMkLst>
      </pc:sldChg>
      <pc:sldChg chg="addSp delSp modSp mod">
        <pc:chgData name="Sarah Gamal" userId="371388555265d960" providerId="LiveId" clId="{6DD52A36-005C-4EB5-9398-F1ED66DFD5EC}" dt="2026-05-15T18:45:05.584" v="477" actId="1076"/>
        <pc:sldMkLst>
          <pc:docMk/>
          <pc:sldMk cId="0" sldId="272"/>
        </pc:sldMkLst>
        <pc:spChg chg="add mod">
          <ac:chgData name="Sarah Gamal" userId="371388555265d960" providerId="LiveId" clId="{6DD52A36-005C-4EB5-9398-F1ED66DFD5EC}" dt="2026-05-15T18:45:05.584" v="477" actId="1076"/>
          <ac:spMkLst>
            <pc:docMk/>
            <pc:sldMk cId="0" sldId="272"/>
            <ac:spMk id="4" creationId="{1A56F097-94BD-C0B1-3338-8A93C28A442D}"/>
          </ac:spMkLst>
        </pc:spChg>
        <pc:spChg chg="mod">
          <ac:chgData name="Sarah Gamal" userId="371388555265d960" providerId="LiveId" clId="{6DD52A36-005C-4EB5-9398-F1ED66DFD5EC}" dt="2026-05-15T18:29:05.517" v="464" actId="20577"/>
          <ac:spMkLst>
            <pc:docMk/>
            <pc:sldMk cId="0" sldId="272"/>
            <ac:spMk id="1036" creationId="{00000000-0000-0000-0000-000000000000}"/>
          </ac:spMkLst>
        </pc:spChg>
        <pc:spChg chg="del">
          <ac:chgData name="Sarah Gamal" userId="371388555265d960" providerId="LiveId" clId="{6DD52A36-005C-4EB5-9398-F1ED66DFD5EC}" dt="2026-05-15T18:28:54.765" v="451" actId="478"/>
          <ac:spMkLst>
            <pc:docMk/>
            <pc:sldMk cId="0" sldId="272"/>
            <ac:spMk id="1038" creationId="{00000000-0000-0000-0000-000000000000}"/>
          </ac:spMkLst>
        </pc:spChg>
        <pc:spChg chg="del">
          <ac:chgData name="Sarah Gamal" userId="371388555265d960" providerId="LiveId" clId="{6DD52A36-005C-4EB5-9398-F1ED66DFD5EC}" dt="2026-05-15T18:28:54.765" v="451" actId="478"/>
          <ac:spMkLst>
            <pc:docMk/>
            <pc:sldMk cId="0" sldId="272"/>
            <ac:spMk id="1039" creationId="{00000000-0000-0000-0000-000000000000}"/>
          </ac:spMkLst>
        </pc:spChg>
        <pc:spChg chg="del">
          <ac:chgData name="Sarah Gamal" userId="371388555265d960" providerId="LiveId" clId="{6DD52A36-005C-4EB5-9398-F1ED66DFD5EC}" dt="2026-05-15T18:28:54.765" v="451" actId="478"/>
          <ac:spMkLst>
            <pc:docMk/>
            <pc:sldMk cId="0" sldId="272"/>
            <ac:spMk id="1040" creationId="{00000000-0000-0000-0000-000000000000}"/>
          </ac:spMkLst>
        </pc:spChg>
        <pc:spChg chg="del">
          <ac:chgData name="Sarah Gamal" userId="371388555265d960" providerId="LiveId" clId="{6DD52A36-005C-4EB5-9398-F1ED66DFD5EC}" dt="2026-05-15T18:28:54.765" v="451" actId="478"/>
          <ac:spMkLst>
            <pc:docMk/>
            <pc:sldMk cId="0" sldId="272"/>
            <ac:spMk id="1041" creationId="{00000000-0000-0000-0000-000000000000}"/>
          </ac:spMkLst>
        </pc:spChg>
        <pc:spChg chg="del">
          <ac:chgData name="Sarah Gamal" userId="371388555265d960" providerId="LiveId" clId="{6DD52A36-005C-4EB5-9398-F1ED66DFD5EC}" dt="2026-05-15T18:28:54.765" v="451" actId="478"/>
          <ac:spMkLst>
            <pc:docMk/>
            <pc:sldMk cId="0" sldId="272"/>
            <ac:spMk id="1042" creationId="{00000000-0000-0000-0000-000000000000}"/>
          </ac:spMkLst>
        </pc:spChg>
        <pc:spChg chg="del">
          <ac:chgData name="Sarah Gamal" userId="371388555265d960" providerId="LiveId" clId="{6DD52A36-005C-4EB5-9398-F1ED66DFD5EC}" dt="2026-05-15T18:28:54.765" v="451" actId="478"/>
          <ac:spMkLst>
            <pc:docMk/>
            <pc:sldMk cId="0" sldId="272"/>
            <ac:spMk id="1045" creationId="{00000000-0000-0000-0000-000000000000}"/>
          </ac:spMkLst>
        </pc:spChg>
        <pc:spChg chg="del">
          <ac:chgData name="Sarah Gamal" userId="371388555265d960" providerId="LiveId" clId="{6DD52A36-005C-4EB5-9398-F1ED66DFD5EC}" dt="2026-05-15T18:28:54.765" v="451" actId="478"/>
          <ac:spMkLst>
            <pc:docMk/>
            <pc:sldMk cId="0" sldId="272"/>
            <ac:spMk id="1046" creationId="{00000000-0000-0000-0000-000000000000}"/>
          </ac:spMkLst>
        </pc:spChg>
        <pc:spChg chg="del">
          <ac:chgData name="Sarah Gamal" userId="371388555265d960" providerId="LiveId" clId="{6DD52A36-005C-4EB5-9398-F1ED66DFD5EC}" dt="2026-05-15T18:28:54.765" v="451" actId="478"/>
          <ac:spMkLst>
            <pc:docMk/>
            <pc:sldMk cId="0" sldId="272"/>
            <ac:spMk id="1047" creationId="{00000000-0000-0000-0000-000000000000}"/>
          </ac:spMkLst>
        </pc:spChg>
        <pc:spChg chg="del">
          <ac:chgData name="Sarah Gamal" userId="371388555265d960" providerId="LiveId" clId="{6DD52A36-005C-4EB5-9398-F1ED66DFD5EC}" dt="2026-05-15T18:28:54.765" v="451" actId="478"/>
          <ac:spMkLst>
            <pc:docMk/>
            <pc:sldMk cId="0" sldId="272"/>
            <ac:spMk id="1048" creationId="{00000000-0000-0000-0000-000000000000}"/>
          </ac:spMkLst>
        </pc:spChg>
        <pc:spChg chg="del">
          <ac:chgData name="Sarah Gamal" userId="371388555265d960" providerId="LiveId" clId="{6DD52A36-005C-4EB5-9398-F1ED66DFD5EC}" dt="2026-05-15T18:28:54.765" v="451" actId="478"/>
          <ac:spMkLst>
            <pc:docMk/>
            <pc:sldMk cId="0" sldId="272"/>
            <ac:spMk id="1054" creationId="{00000000-0000-0000-0000-000000000000}"/>
          </ac:spMkLst>
        </pc:spChg>
        <pc:picChg chg="add mod">
          <ac:chgData name="Sarah Gamal" userId="371388555265d960" providerId="LiveId" clId="{6DD52A36-005C-4EB5-9398-F1ED66DFD5EC}" dt="2026-05-15T18:44:14.772" v="468" actId="1440"/>
          <ac:picMkLst>
            <pc:docMk/>
            <pc:sldMk cId="0" sldId="272"/>
            <ac:picMk id="3" creationId="{050C1C4D-F41C-E8C3-8DD8-F1EEE54C734A}"/>
          </ac:picMkLst>
        </pc:picChg>
      </pc:sldChg>
      <pc:sldChg chg="del">
        <pc:chgData name="Sarah Gamal" userId="371388555265d960" providerId="LiveId" clId="{6DD52A36-005C-4EB5-9398-F1ED66DFD5EC}" dt="2026-05-15T19:04:25.345" v="691" actId="47"/>
        <pc:sldMkLst>
          <pc:docMk/>
          <pc:sldMk cId="0" sldId="273"/>
        </pc:sldMkLst>
      </pc:sldChg>
      <pc:sldChg chg="del">
        <pc:chgData name="Sarah Gamal" userId="371388555265d960" providerId="LiveId" clId="{6DD52A36-005C-4EB5-9398-F1ED66DFD5EC}" dt="2026-05-15T19:04:26.885" v="692" actId="47"/>
        <pc:sldMkLst>
          <pc:docMk/>
          <pc:sldMk cId="0" sldId="274"/>
        </pc:sldMkLst>
      </pc:sldChg>
      <pc:sldChg chg="del">
        <pc:chgData name="Sarah Gamal" userId="371388555265d960" providerId="LiveId" clId="{6DD52A36-005C-4EB5-9398-F1ED66DFD5EC}" dt="2026-05-15T19:04:27.494" v="693" actId="47"/>
        <pc:sldMkLst>
          <pc:docMk/>
          <pc:sldMk cId="0" sldId="275"/>
        </pc:sldMkLst>
      </pc:sldChg>
      <pc:sldChg chg="del">
        <pc:chgData name="Sarah Gamal" userId="371388555265d960" providerId="LiveId" clId="{6DD52A36-005C-4EB5-9398-F1ED66DFD5EC}" dt="2026-05-15T19:04:27.959" v="694" actId="47"/>
        <pc:sldMkLst>
          <pc:docMk/>
          <pc:sldMk cId="0" sldId="276"/>
        </pc:sldMkLst>
      </pc:sldChg>
      <pc:sldChg chg="del">
        <pc:chgData name="Sarah Gamal" userId="371388555265d960" providerId="LiveId" clId="{6DD52A36-005C-4EB5-9398-F1ED66DFD5EC}" dt="2026-05-15T19:04:28.751" v="695" actId="47"/>
        <pc:sldMkLst>
          <pc:docMk/>
          <pc:sldMk cId="0" sldId="277"/>
        </pc:sldMkLst>
      </pc:sldChg>
      <pc:sldChg chg="del">
        <pc:chgData name="Sarah Gamal" userId="371388555265d960" providerId="LiveId" clId="{6DD52A36-005C-4EB5-9398-F1ED66DFD5EC}" dt="2026-05-15T19:04:29.646" v="696" actId="47"/>
        <pc:sldMkLst>
          <pc:docMk/>
          <pc:sldMk cId="0" sldId="278"/>
        </pc:sldMkLst>
      </pc:sldChg>
      <pc:sldChg chg="del">
        <pc:chgData name="Sarah Gamal" userId="371388555265d960" providerId="LiveId" clId="{6DD52A36-005C-4EB5-9398-F1ED66DFD5EC}" dt="2026-05-15T19:04:30.922" v="697" actId="47"/>
        <pc:sldMkLst>
          <pc:docMk/>
          <pc:sldMk cId="0" sldId="279"/>
        </pc:sldMkLst>
      </pc:sldChg>
      <pc:sldChg chg="del">
        <pc:chgData name="Sarah Gamal" userId="371388555265d960" providerId="LiveId" clId="{6DD52A36-005C-4EB5-9398-F1ED66DFD5EC}" dt="2026-05-15T19:04:31.554" v="698" actId="47"/>
        <pc:sldMkLst>
          <pc:docMk/>
          <pc:sldMk cId="0" sldId="280"/>
        </pc:sldMkLst>
      </pc:sldChg>
      <pc:sldChg chg="del">
        <pc:chgData name="Sarah Gamal" userId="371388555265d960" providerId="LiveId" clId="{6DD52A36-005C-4EB5-9398-F1ED66DFD5EC}" dt="2026-05-15T19:04:32.357" v="699" actId="47"/>
        <pc:sldMkLst>
          <pc:docMk/>
          <pc:sldMk cId="0" sldId="281"/>
        </pc:sldMkLst>
      </pc:sldChg>
      <pc:sldChg chg="del">
        <pc:chgData name="Sarah Gamal" userId="371388555265d960" providerId="LiveId" clId="{6DD52A36-005C-4EB5-9398-F1ED66DFD5EC}" dt="2026-05-15T19:04:18.412" v="690" actId="47"/>
        <pc:sldMkLst>
          <pc:docMk/>
          <pc:sldMk cId="0" sldId="282"/>
        </pc:sldMkLst>
      </pc:sldChg>
      <pc:sldChg chg="add del">
        <pc:chgData name="Sarah Gamal" userId="371388555265d960" providerId="LiveId" clId="{6DD52A36-005C-4EB5-9398-F1ED66DFD5EC}" dt="2026-05-15T19:04:17.087" v="689" actId="47"/>
        <pc:sldMkLst>
          <pc:docMk/>
          <pc:sldMk cId="0" sldId="283"/>
        </pc:sldMkLst>
      </pc:sldChg>
      <pc:sldChg chg="del">
        <pc:chgData name="Sarah Gamal" userId="371388555265d960" providerId="LiveId" clId="{6DD52A36-005C-4EB5-9398-F1ED66DFD5EC}" dt="2026-05-15T19:04:10.158" v="684" actId="47"/>
        <pc:sldMkLst>
          <pc:docMk/>
          <pc:sldMk cId="0" sldId="284"/>
        </pc:sldMkLst>
      </pc:sldChg>
      <pc:sldChg chg="addSp delSp modSp add del mod">
        <pc:chgData name="Sarah Gamal" userId="371388555265d960" providerId="LiveId" clId="{6DD52A36-005C-4EB5-9398-F1ED66DFD5EC}" dt="2026-05-15T19:04:39.089" v="702" actId="47"/>
        <pc:sldMkLst>
          <pc:docMk/>
          <pc:sldMk cId="0" sldId="285"/>
        </pc:sldMkLst>
        <pc:spChg chg="add del mod">
          <ac:chgData name="Sarah Gamal" userId="371388555265d960" providerId="LiveId" clId="{6DD52A36-005C-4EB5-9398-F1ED66DFD5EC}" dt="2026-05-15T19:02:54.481" v="653" actId="478"/>
          <ac:spMkLst>
            <pc:docMk/>
            <pc:sldMk cId="0" sldId="285"/>
            <ac:spMk id="3" creationId="{1EF47AA9-C202-000B-6878-385EB100DBF5}"/>
          </ac:spMkLst>
        </pc:spChg>
        <pc:spChg chg="mod">
          <ac:chgData name="Sarah Gamal" userId="371388555265d960" providerId="LiveId" clId="{6DD52A36-005C-4EB5-9398-F1ED66DFD5EC}" dt="2026-05-15T19:03:05.517" v="655" actId="1076"/>
          <ac:spMkLst>
            <pc:docMk/>
            <pc:sldMk cId="0" sldId="285"/>
            <ac:spMk id="1553" creationId="{00000000-0000-0000-0000-000000000000}"/>
          </ac:spMkLst>
        </pc:spChg>
        <pc:spChg chg="del">
          <ac:chgData name="Sarah Gamal" userId="371388555265d960" providerId="LiveId" clId="{6DD52A36-005C-4EB5-9398-F1ED66DFD5EC}" dt="2026-05-15T19:02:53.198" v="652" actId="478"/>
          <ac:spMkLst>
            <pc:docMk/>
            <pc:sldMk cId="0" sldId="285"/>
            <ac:spMk id="1554" creationId="{00000000-0000-0000-0000-000000000000}"/>
          </ac:spMkLst>
        </pc:spChg>
        <pc:spChg chg="del">
          <ac:chgData name="Sarah Gamal" userId="371388555265d960" providerId="LiveId" clId="{6DD52A36-005C-4EB5-9398-F1ED66DFD5EC}" dt="2026-05-15T19:02:48.911" v="651" actId="478"/>
          <ac:spMkLst>
            <pc:docMk/>
            <pc:sldMk cId="0" sldId="285"/>
            <ac:spMk id="1555" creationId="{00000000-0000-0000-0000-000000000000}"/>
          </ac:spMkLst>
        </pc:spChg>
        <pc:spChg chg="del">
          <ac:chgData name="Sarah Gamal" userId="371388555265d960" providerId="LiveId" clId="{6DD52A36-005C-4EB5-9398-F1ED66DFD5EC}" dt="2026-05-15T19:02:48.911" v="651" actId="478"/>
          <ac:spMkLst>
            <pc:docMk/>
            <pc:sldMk cId="0" sldId="285"/>
            <ac:spMk id="1565" creationId="{00000000-0000-0000-0000-000000000000}"/>
          </ac:spMkLst>
        </pc:spChg>
        <pc:grpChg chg="del">
          <ac:chgData name="Sarah Gamal" userId="371388555265d960" providerId="LiveId" clId="{6DD52A36-005C-4EB5-9398-F1ED66DFD5EC}" dt="2026-05-15T19:02:48.911" v="651" actId="478"/>
          <ac:grpSpMkLst>
            <pc:docMk/>
            <pc:sldMk cId="0" sldId="285"/>
            <ac:grpSpMk id="1556" creationId="{00000000-0000-0000-0000-000000000000}"/>
          </ac:grpSpMkLst>
        </pc:grpChg>
        <pc:grpChg chg="del">
          <ac:chgData name="Sarah Gamal" userId="371388555265d960" providerId="LiveId" clId="{6DD52A36-005C-4EB5-9398-F1ED66DFD5EC}" dt="2026-05-15T19:02:48.911" v="651" actId="478"/>
          <ac:grpSpMkLst>
            <pc:docMk/>
            <pc:sldMk cId="0" sldId="285"/>
            <ac:grpSpMk id="1561" creationId="{00000000-0000-0000-0000-000000000000}"/>
          </ac:grpSpMkLst>
        </pc:grpChg>
        <pc:grpChg chg="del">
          <ac:chgData name="Sarah Gamal" userId="371388555265d960" providerId="LiveId" clId="{6DD52A36-005C-4EB5-9398-F1ED66DFD5EC}" dt="2026-05-15T19:02:48.911" v="651" actId="478"/>
          <ac:grpSpMkLst>
            <pc:docMk/>
            <pc:sldMk cId="0" sldId="285"/>
            <ac:grpSpMk id="1566" creationId="{00000000-0000-0000-0000-000000000000}"/>
          </ac:grpSpMkLst>
        </pc:grpChg>
      </pc:sldChg>
      <pc:sldChg chg="add del">
        <pc:chgData name="Sarah Gamal" userId="371388555265d960" providerId="LiveId" clId="{6DD52A36-005C-4EB5-9398-F1ED66DFD5EC}" dt="2026-05-15T19:04:08.161" v="683" actId="47"/>
        <pc:sldMkLst>
          <pc:docMk/>
          <pc:sldMk cId="0" sldId="286"/>
        </pc:sldMkLst>
      </pc:sldChg>
      <pc:sldChg chg="del">
        <pc:chgData name="Sarah Gamal" userId="371388555265d960" providerId="LiveId" clId="{6DD52A36-005C-4EB5-9398-F1ED66DFD5EC}" dt="2026-05-15T19:03:19.254" v="675" actId="47"/>
        <pc:sldMkLst>
          <pc:docMk/>
          <pc:sldMk cId="0" sldId="287"/>
        </pc:sldMkLst>
      </pc:sldChg>
      <pc:sldChg chg="del">
        <pc:chgData name="Sarah Gamal" userId="371388555265d960" providerId="LiveId" clId="{6DD52A36-005C-4EB5-9398-F1ED66DFD5EC}" dt="2026-05-15T19:03:18.829" v="674" actId="47"/>
        <pc:sldMkLst>
          <pc:docMk/>
          <pc:sldMk cId="0" sldId="288"/>
        </pc:sldMkLst>
      </pc:sldChg>
      <pc:sldChg chg="del">
        <pc:chgData name="Sarah Gamal" userId="371388555265d960" providerId="LiveId" clId="{6DD52A36-005C-4EB5-9398-F1ED66DFD5EC}" dt="2026-05-15T19:03:17.903" v="673" actId="47"/>
        <pc:sldMkLst>
          <pc:docMk/>
          <pc:sldMk cId="0" sldId="289"/>
        </pc:sldMkLst>
      </pc:sldChg>
      <pc:sldChg chg="del">
        <pc:chgData name="Sarah Gamal" userId="371388555265d960" providerId="LiveId" clId="{6DD52A36-005C-4EB5-9398-F1ED66DFD5EC}" dt="2026-05-15T19:03:17.373" v="672" actId="47"/>
        <pc:sldMkLst>
          <pc:docMk/>
          <pc:sldMk cId="0" sldId="290"/>
        </pc:sldMkLst>
      </pc:sldChg>
      <pc:sldChg chg="del">
        <pc:chgData name="Sarah Gamal" userId="371388555265d960" providerId="LiveId" clId="{6DD52A36-005C-4EB5-9398-F1ED66DFD5EC}" dt="2026-05-15T19:03:17.107" v="671" actId="47"/>
        <pc:sldMkLst>
          <pc:docMk/>
          <pc:sldMk cId="0" sldId="291"/>
        </pc:sldMkLst>
      </pc:sldChg>
      <pc:sldChg chg="del">
        <pc:chgData name="Sarah Gamal" userId="371388555265d960" providerId="LiveId" clId="{6DD52A36-005C-4EB5-9398-F1ED66DFD5EC}" dt="2026-05-15T19:03:16.946" v="670" actId="47"/>
        <pc:sldMkLst>
          <pc:docMk/>
          <pc:sldMk cId="0" sldId="292"/>
        </pc:sldMkLst>
      </pc:sldChg>
      <pc:sldChg chg="del">
        <pc:chgData name="Sarah Gamal" userId="371388555265d960" providerId="LiveId" clId="{6DD52A36-005C-4EB5-9398-F1ED66DFD5EC}" dt="2026-05-15T19:03:16.724" v="669" actId="47"/>
        <pc:sldMkLst>
          <pc:docMk/>
          <pc:sldMk cId="0" sldId="293"/>
        </pc:sldMkLst>
      </pc:sldChg>
      <pc:sldChg chg="del">
        <pc:chgData name="Sarah Gamal" userId="371388555265d960" providerId="LiveId" clId="{6DD52A36-005C-4EB5-9398-F1ED66DFD5EC}" dt="2026-05-15T19:03:16.587" v="668" actId="47"/>
        <pc:sldMkLst>
          <pc:docMk/>
          <pc:sldMk cId="0" sldId="294"/>
        </pc:sldMkLst>
      </pc:sldChg>
      <pc:sldChg chg="del">
        <pc:chgData name="Sarah Gamal" userId="371388555265d960" providerId="LiveId" clId="{6DD52A36-005C-4EB5-9398-F1ED66DFD5EC}" dt="2026-05-15T19:03:16.357" v="667" actId="47"/>
        <pc:sldMkLst>
          <pc:docMk/>
          <pc:sldMk cId="0" sldId="295"/>
        </pc:sldMkLst>
      </pc:sldChg>
      <pc:sldChg chg="del">
        <pc:chgData name="Sarah Gamal" userId="371388555265d960" providerId="LiveId" clId="{6DD52A36-005C-4EB5-9398-F1ED66DFD5EC}" dt="2026-05-15T19:03:16.061" v="666" actId="47"/>
        <pc:sldMkLst>
          <pc:docMk/>
          <pc:sldMk cId="0" sldId="296"/>
        </pc:sldMkLst>
      </pc:sldChg>
      <pc:sldChg chg="del">
        <pc:chgData name="Sarah Gamal" userId="371388555265d960" providerId="LiveId" clId="{6DD52A36-005C-4EB5-9398-F1ED66DFD5EC}" dt="2026-05-15T19:03:15.874" v="665" actId="47"/>
        <pc:sldMkLst>
          <pc:docMk/>
          <pc:sldMk cId="0" sldId="297"/>
        </pc:sldMkLst>
      </pc:sldChg>
      <pc:sldChg chg="del">
        <pc:chgData name="Sarah Gamal" userId="371388555265d960" providerId="LiveId" clId="{6DD52A36-005C-4EB5-9398-F1ED66DFD5EC}" dt="2026-05-15T19:03:15.670" v="664" actId="47"/>
        <pc:sldMkLst>
          <pc:docMk/>
          <pc:sldMk cId="0" sldId="298"/>
        </pc:sldMkLst>
      </pc:sldChg>
      <pc:sldChg chg="del">
        <pc:chgData name="Sarah Gamal" userId="371388555265d960" providerId="LiveId" clId="{6DD52A36-005C-4EB5-9398-F1ED66DFD5EC}" dt="2026-05-15T19:03:15.499" v="663" actId="47"/>
        <pc:sldMkLst>
          <pc:docMk/>
          <pc:sldMk cId="0" sldId="299"/>
        </pc:sldMkLst>
      </pc:sldChg>
      <pc:sldChg chg="del">
        <pc:chgData name="Sarah Gamal" userId="371388555265d960" providerId="LiveId" clId="{6DD52A36-005C-4EB5-9398-F1ED66DFD5EC}" dt="2026-05-15T19:03:15.305" v="662" actId="47"/>
        <pc:sldMkLst>
          <pc:docMk/>
          <pc:sldMk cId="0" sldId="300"/>
        </pc:sldMkLst>
      </pc:sldChg>
      <pc:sldChg chg="del">
        <pc:chgData name="Sarah Gamal" userId="371388555265d960" providerId="LiveId" clId="{6DD52A36-005C-4EB5-9398-F1ED66DFD5EC}" dt="2026-05-15T19:03:14.881" v="661" actId="47"/>
        <pc:sldMkLst>
          <pc:docMk/>
          <pc:sldMk cId="0" sldId="301"/>
        </pc:sldMkLst>
      </pc:sldChg>
      <pc:sldChg chg="del">
        <pc:chgData name="Sarah Gamal" userId="371388555265d960" providerId="LiveId" clId="{6DD52A36-005C-4EB5-9398-F1ED66DFD5EC}" dt="2026-05-15T19:03:14.707" v="660" actId="47"/>
        <pc:sldMkLst>
          <pc:docMk/>
          <pc:sldMk cId="0" sldId="302"/>
        </pc:sldMkLst>
      </pc:sldChg>
      <pc:sldChg chg="del">
        <pc:chgData name="Sarah Gamal" userId="371388555265d960" providerId="LiveId" clId="{6DD52A36-005C-4EB5-9398-F1ED66DFD5EC}" dt="2026-05-15T19:03:14.497" v="659" actId="47"/>
        <pc:sldMkLst>
          <pc:docMk/>
          <pc:sldMk cId="0" sldId="303"/>
        </pc:sldMkLst>
      </pc:sldChg>
      <pc:sldChg chg="del">
        <pc:chgData name="Sarah Gamal" userId="371388555265d960" providerId="LiveId" clId="{6DD52A36-005C-4EB5-9398-F1ED66DFD5EC}" dt="2026-05-15T19:03:14.263" v="658" actId="47"/>
        <pc:sldMkLst>
          <pc:docMk/>
          <pc:sldMk cId="0" sldId="304"/>
        </pc:sldMkLst>
      </pc:sldChg>
      <pc:sldChg chg="del">
        <pc:chgData name="Sarah Gamal" userId="371388555265d960" providerId="LiveId" clId="{6DD52A36-005C-4EB5-9398-F1ED66DFD5EC}" dt="2026-05-15T19:03:13.919" v="657" actId="47"/>
        <pc:sldMkLst>
          <pc:docMk/>
          <pc:sldMk cId="0" sldId="305"/>
        </pc:sldMkLst>
      </pc:sldChg>
      <pc:sldChg chg="del">
        <pc:chgData name="Sarah Gamal" userId="371388555265d960" providerId="LiveId" clId="{6DD52A36-005C-4EB5-9398-F1ED66DFD5EC}" dt="2026-05-15T19:03:13.432" v="656" actId="47"/>
        <pc:sldMkLst>
          <pc:docMk/>
          <pc:sldMk cId="0" sldId="306"/>
        </pc:sldMkLst>
      </pc:sldChg>
      <pc:sldChg chg="del">
        <pc:chgData name="Sarah Gamal" userId="371388555265d960" providerId="LiveId" clId="{6DD52A36-005C-4EB5-9398-F1ED66DFD5EC}" dt="2026-05-15T19:02:32.992" v="649" actId="47"/>
        <pc:sldMkLst>
          <pc:docMk/>
          <pc:sldMk cId="2045934214" sldId="307"/>
        </pc:sldMkLst>
      </pc:sldChg>
      <pc:sldChg chg="addSp delSp modSp add mod">
        <pc:chgData name="Sarah Gamal" userId="371388555265d960" providerId="LiveId" clId="{6DD52A36-005C-4EB5-9398-F1ED66DFD5EC}" dt="2026-05-15T09:06:28.738" v="156" actId="403"/>
        <pc:sldMkLst>
          <pc:docMk/>
          <pc:sldMk cId="412209494" sldId="309"/>
        </pc:sldMkLst>
        <pc:spChg chg="del">
          <ac:chgData name="Sarah Gamal" userId="371388555265d960" providerId="LiveId" clId="{6DD52A36-005C-4EB5-9398-F1ED66DFD5EC}" dt="2026-05-15T08:59:58.185" v="96" actId="478"/>
          <ac:spMkLst>
            <pc:docMk/>
            <pc:sldMk cId="412209494" sldId="309"/>
            <ac:spMk id="5" creationId="{4EA86E3B-98A4-7BD7-863C-01B6DECA1220}"/>
          </ac:spMkLst>
        </pc:spChg>
        <pc:spChg chg="del">
          <ac:chgData name="Sarah Gamal" userId="371388555265d960" providerId="LiveId" clId="{6DD52A36-005C-4EB5-9398-F1ED66DFD5EC}" dt="2026-05-15T09:00:02.407" v="98" actId="478"/>
          <ac:spMkLst>
            <pc:docMk/>
            <pc:sldMk cId="412209494" sldId="309"/>
            <ac:spMk id="7" creationId="{020C18FE-B9E0-5984-5303-AFF00EBB267D}"/>
          </ac:spMkLst>
        </pc:spChg>
        <pc:spChg chg="add mod">
          <ac:chgData name="Sarah Gamal" userId="371388555265d960" providerId="LiveId" clId="{6DD52A36-005C-4EB5-9398-F1ED66DFD5EC}" dt="2026-05-15T09:06:16.164" v="152" actId="17032"/>
          <ac:spMkLst>
            <pc:docMk/>
            <pc:sldMk cId="412209494" sldId="309"/>
            <ac:spMk id="8" creationId="{759325A0-F9CF-79FB-D222-FACCC704A3E7}"/>
          </ac:spMkLst>
        </pc:spChg>
        <pc:spChg chg="add mod">
          <ac:chgData name="Sarah Gamal" userId="371388555265d960" providerId="LiveId" clId="{6DD52A36-005C-4EB5-9398-F1ED66DFD5EC}" dt="2026-05-15T09:06:28.738" v="156" actId="403"/>
          <ac:spMkLst>
            <pc:docMk/>
            <pc:sldMk cId="412209494" sldId="309"/>
            <ac:spMk id="12" creationId="{0D0DEB0D-BFF8-1DB8-5918-6BA95FF8BC00}"/>
          </ac:spMkLst>
        </pc:spChg>
        <pc:picChg chg="del">
          <ac:chgData name="Sarah Gamal" userId="371388555265d960" providerId="LiveId" clId="{6DD52A36-005C-4EB5-9398-F1ED66DFD5EC}" dt="2026-05-15T08:59:59.877" v="97" actId="478"/>
          <ac:picMkLst>
            <pc:docMk/>
            <pc:sldMk cId="412209494" sldId="309"/>
            <ac:picMk id="3" creationId="{E4250183-A629-56C6-81EE-5306FFE83CF5}"/>
          </ac:picMkLst>
        </pc:picChg>
        <pc:picChg chg="add mod">
          <ac:chgData name="Sarah Gamal" userId="371388555265d960" providerId="LiveId" clId="{6DD52A36-005C-4EB5-9398-F1ED66DFD5EC}" dt="2026-05-15T09:06:02.116" v="150" actId="1076"/>
          <ac:picMkLst>
            <pc:docMk/>
            <pc:sldMk cId="412209494" sldId="309"/>
            <ac:picMk id="4" creationId="{EE3BCBB0-519A-8B6F-5284-501C9D2EF62F}"/>
          </ac:picMkLst>
        </pc:picChg>
        <pc:picChg chg="add mod">
          <ac:chgData name="Sarah Gamal" userId="371388555265d960" providerId="LiveId" clId="{6DD52A36-005C-4EB5-9398-F1ED66DFD5EC}" dt="2026-05-15T09:05:17.541" v="144" actId="1076"/>
          <ac:picMkLst>
            <pc:docMk/>
            <pc:sldMk cId="412209494" sldId="309"/>
            <ac:picMk id="10" creationId="{44EBFC49-F465-170D-16B0-5397F042127F}"/>
          </ac:picMkLst>
        </pc:picChg>
      </pc:sldChg>
      <pc:sldChg chg="addSp delSp modSp add mod">
        <pc:chgData name="Sarah Gamal" userId="371388555265d960" providerId="LiveId" clId="{6DD52A36-005C-4EB5-9398-F1ED66DFD5EC}" dt="2026-05-15T09:09:58.242" v="182" actId="207"/>
        <pc:sldMkLst>
          <pc:docMk/>
          <pc:sldMk cId="758537753" sldId="310"/>
        </pc:sldMkLst>
        <pc:spChg chg="add mod">
          <ac:chgData name="Sarah Gamal" userId="371388555265d960" providerId="LiveId" clId="{6DD52A36-005C-4EB5-9398-F1ED66DFD5EC}" dt="2026-05-15T09:09:29.259" v="174" actId="1076"/>
          <ac:spMkLst>
            <pc:docMk/>
            <pc:sldMk cId="758537753" sldId="310"/>
            <ac:spMk id="3" creationId="{3170230F-A210-65A8-3219-5925D94F8832}"/>
          </ac:spMkLst>
        </pc:spChg>
        <pc:spChg chg="del">
          <ac:chgData name="Sarah Gamal" userId="371388555265d960" providerId="LiveId" clId="{6DD52A36-005C-4EB5-9398-F1ED66DFD5EC}" dt="2026-05-15T09:08:07.621" v="159" actId="478"/>
          <ac:spMkLst>
            <pc:docMk/>
            <pc:sldMk cId="758537753" sldId="310"/>
            <ac:spMk id="8" creationId="{662317FE-3E1F-B8E1-D3F5-6409F605196A}"/>
          </ac:spMkLst>
        </pc:spChg>
        <pc:spChg chg="add mod">
          <ac:chgData name="Sarah Gamal" userId="371388555265d960" providerId="LiveId" clId="{6DD52A36-005C-4EB5-9398-F1ED66DFD5EC}" dt="2026-05-15T09:09:58.242" v="182" actId="207"/>
          <ac:spMkLst>
            <pc:docMk/>
            <pc:sldMk cId="758537753" sldId="310"/>
            <ac:spMk id="9" creationId="{9EF89820-6919-CE8A-0458-9F14CB2CC779}"/>
          </ac:spMkLst>
        </pc:spChg>
        <pc:spChg chg="del">
          <ac:chgData name="Sarah Gamal" userId="371388555265d960" providerId="LiveId" clId="{6DD52A36-005C-4EB5-9398-F1ED66DFD5EC}" dt="2026-05-15T09:08:12.228" v="161" actId="478"/>
          <ac:spMkLst>
            <pc:docMk/>
            <pc:sldMk cId="758537753" sldId="310"/>
            <ac:spMk id="12" creationId="{6256BD50-5B56-2815-B0A3-5B298256CEF5}"/>
          </ac:spMkLst>
        </pc:spChg>
        <pc:picChg chg="del">
          <ac:chgData name="Sarah Gamal" userId="371388555265d960" providerId="LiveId" clId="{6DD52A36-005C-4EB5-9398-F1ED66DFD5EC}" dt="2026-05-15T09:08:04.374" v="158" actId="478"/>
          <ac:picMkLst>
            <pc:docMk/>
            <pc:sldMk cId="758537753" sldId="310"/>
            <ac:picMk id="4" creationId="{A5CA3695-8A20-6ACC-4ACF-A047C88F7F10}"/>
          </ac:picMkLst>
        </pc:picChg>
        <pc:picChg chg="add mod">
          <ac:chgData name="Sarah Gamal" userId="371388555265d960" providerId="LiveId" clId="{6DD52A36-005C-4EB5-9398-F1ED66DFD5EC}" dt="2026-05-15T09:09:46.656" v="176" actId="1076"/>
          <ac:picMkLst>
            <pc:docMk/>
            <pc:sldMk cId="758537753" sldId="310"/>
            <ac:picMk id="6" creationId="{C6B296B7-F05A-C24E-65BB-92329951C2A6}"/>
          </ac:picMkLst>
        </pc:picChg>
        <pc:picChg chg="del">
          <ac:chgData name="Sarah Gamal" userId="371388555265d960" providerId="LiveId" clId="{6DD52A36-005C-4EB5-9398-F1ED66DFD5EC}" dt="2026-05-15T09:08:09.389" v="160" actId="478"/>
          <ac:picMkLst>
            <pc:docMk/>
            <pc:sldMk cId="758537753" sldId="310"/>
            <ac:picMk id="10" creationId="{0E5178AC-B469-DCE5-2644-50B7C88F18A9}"/>
          </ac:picMkLst>
        </pc:picChg>
      </pc:sldChg>
      <pc:sldChg chg="addSp delSp modSp add mod">
        <pc:chgData name="Sarah Gamal" userId="371388555265d960" providerId="LiveId" clId="{6DD52A36-005C-4EB5-9398-F1ED66DFD5EC}" dt="2026-05-15T10:04:02.610" v="390" actId="22"/>
        <pc:sldMkLst>
          <pc:docMk/>
          <pc:sldMk cId="4127896114" sldId="311"/>
        </pc:sldMkLst>
        <pc:spChg chg="add mod">
          <ac:chgData name="Sarah Gamal" userId="371388555265d960" providerId="LiveId" clId="{6DD52A36-005C-4EB5-9398-F1ED66DFD5EC}" dt="2026-05-15T10:03:46.594" v="388" actId="1076"/>
          <ac:spMkLst>
            <pc:docMk/>
            <pc:sldMk cId="4127896114" sldId="311"/>
            <ac:spMk id="6" creationId="{F6DD8E8F-4754-34CF-7087-48EC240D2974}"/>
          </ac:spMkLst>
        </pc:spChg>
        <pc:spChg chg="del">
          <ac:chgData name="Sarah Gamal" userId="371388555265d960" providerId="LiveId" clId="{6DD52A36-005C-4EB5-9398-F1ED66DFD5EC}" dt="2026-05-15T09:22:17.475" v="324" actId="478"/>
          <ac:spMkLst>
            <pc:docMk/>
            <pc:sldMk cId="4127896114" sldId="311"/>
            <ac:spMk id="12" creationId="{ABC968A0-6F5B-2409-461C-465C23D991FA}"/>
          </ac:spMkLst>
        </pc:spChg>
        <pc:picChg chg="del">
          <ac:chgData name="Sarah Gamal" userId="371388555265d960" providerId="LiveId" clId="{6DD52A36-005C-4EB5-9398-F1ED66DFD5EC}" dt="2026-05-15T09:22:14.787" v="323" actId="478"/>
          <ac:picMkLst>
            <pc:docMk/>
            <pc:sldMk cId="4127896114" sldId="311"/>
            <ac:picMk id="3" creationId="{EDCA6095-41A6-F13F-26DD-7F0BCCE293F7}"/>
          </ac:picMkLst>
        </pc:picChg>
        <pc:picChg chg="add mod">
          <ac:chgData name="Sarah Gamal" userId="371388555265d960" providerId="LiveId" clId="{6DD52A36-005C-4EB5-9398-F1ED66DFD5EC}" dt="2026-05-15T10:02:52.886" v="330" actId="1076"/>
          <ac:picMkLst>
            <pc:docMk/>
            <pc:sldMk cId="4127896114" sldId="311"/>
            <ac:picMk id="4" creationId="{45B8EF3D-BFA4-3EAC-18DC-5B71BF47B825}"/>
          </ac:picMkLst>
        </pc:picChg>
        <pc:picChg chg="del">
          <ac:chgData name="Sarah Gamal" userId="371388555265d960" providerId="LiveId" clId="{6DD52A36-005C-4EB5-9398-F1ED66DFD5EC}" dt="2026-05-15T09:22:13.224" v="322" actId="478"/>
          <ac:picMkLst>
            <pc:docMk/>
            <pc:sldMk cId="4127896114" sldId="311"/>
            <ac:picMk id="5" creationId="{484A00CF-245C-9CB5-BAD8-76F0580DCF56}"/>
          </ac:picMkLst>
        </pc:picChg>
        <pc:picChg chg="add del">
          <ac:chgData name="Sarah Gamal" userId="371388555265d960" providerId="LiveId" clId="{6DD52A36-005C-4EB5-9398-F1ED66DFD5EC}" dt="2026-05-15T10:04:02.610" v="390" actId="22"/>
          <ac:picMkLst>
            <pc:docMk/>
            <pc:sldMk cId="4127896114" sldId="311"/>
            <ac:picMk id="8" creationId="{F2D9FEC1-9B96-A209-A3D0-E36F52051800}"/>
          </ac:picMkLst>
        </pc:picChg>
      </pc:sldChg>
      <pc:sldChg chg="addSp delSp modSp add mod">
        <pc:chgData name="Sarah Gamal" userId="371388555265d960" providerId="LiveId" clId="{6DD52A36-005C-4EB5-9398-F1ED66DFD5EC}" dt="2026-05-15T10:07:37.667" v="416" actId="1076"/>
        <pc:sldMkLst>
          <pc:docMk/>
          <pc:sldMk cId="1842881048" sldId="312"/>
        </pc:sldMkLst>
        <pc:spChg chg="del">
          <ac:chgData name="Sarah Gamal" userId="371388555265d960" providerId="LiveId" clId="{6DD52A36-005C-4EB5-9398-F1ED66DFD5EC}" dt="2026-05-15T10:04:12.414" v="393" actId="478"/>
          <ac:spMkLst>
            <pc:docMk/>
            <pc:sldMk cId="1842881048" sldId="312"/>
            <ac:spMk id="6" creationId="{F44F27E1-05FF-A002-60D4-B0262D313CCA}"/>
          </ac:spMkLst>
        </pc:spChg>
        <pc:spChg chg="add mod">
          <ac:chgData name="Sarah Gamal" userId="371388555265d960" providerId="LiveId" clId="{6DD52A36-005C-4EB5-9398-F1ED66DFD5EC}" dt="2026-05-15T10:07:37.667" v="416" actId="1076"/>
          <ac:spMkLst>
            <pc:docMk/>
            <pc:sldMk cId="1842881048" sldId="312"/>
            <ac:spMk id="11" creationId="{CC310499-F18F-84F1-A76D-3AA50CB3A3AA}"/>
          </ac:spMkLst>
        </pc:spChg>
        <pc:picChg chg="add mod">
          <ac:chgData name="Sarah Gamal" userId="371388555265d960" providerId="LiveId" clId="{6DD52A36-005C-4EB5-9398-F1ED66DFD5EC}" dt="2026-05-15T10:07:11.760" v="409" actId="1076"/>
          <ac:picMkLst>
            <pc:docMk/>
            <pc:sldMk cId="1842881048" sldId="312"/>
            <ac:picMk id="3" creationId="{EACC9B1F-8770-8ABB-859D-3D89F25F1656}"/>
          </ac:picMkLst>
        </pc:picChg>
        <pc:picChg chg="del">
          <ac:chgData name="Sarah Gamal" userId="371388555265d960" providerId="LiveId" clId="{6DD52A36-005C-4EB5-9398-F1ED66DFD5EC}" dt="2026-05-15T10:04:10.451" v="392" actId="478"/>
          <ac:picMkLst>
            <pc:docMk/>
            <pc:sldMk cId="1842881048" sldId="312"/>
            <ac:picMk id="4" creationId="{3F0C4006-9604-16CC-B50C-2AC327C8956E}"/>
          </ac:picMkLst>
        </pc:picChg>
        <pc:picChg chg="add del">
          <ac:chgData name="Sarah Gamal" userId="371388555265d960" providerId="LiveId" clId="{6DD52A36-005C-4EB5-9398-F1ED66DFD5EC}" dt="2026-05-15T10:06:03.021" v="401" actId="478"/>
          <ac:picMkLst>
            <pc:docMk/>
            <pc:sldMk cId="1842881048" sldId="312"/>
            <ac:picMk id="7" creationId="{D49D897A-48F1-C814-4963-9296888CE93B}"/>
          </ac:picMkLst>
        </pc:picChg>
        <pc:picChg chg="add del">
          <ac:chgData name="Sarah Gamal" userId="371388555265d960" providerId="LiveId" clId="{6DD52A36-005C-4EB5-9398-F1ED66DFD5EC}" dt="2026-05-15T10:06:06.148" v="403" actId="22"/>
          <ac:picMkLst>
            <pc:docMk/>
            <pc:sldMk cId="1842881048" sldId="312"/>
            <ac:picMk id="9" creationId="{3EFFEF80-CE5B-2013-2C28-9C384983A40E}"/>
          </ac:picMkLst>
        </pc:picChg>
      </pc:sldChg>
      <pc:sldChg chg="addSp delSp modSp add mod">
        <pc:chgData name="Sarah Gamal" userId="371388555265d960" providerId="LiveId" clId="{6DD52A36-005C-4EB5-9398-F1ED66DFD5EC}" dt="2026-05-15T10:08:53.087" v="428" actId="1076"/>
        <pc:sldMkLst>
          <pc:docMk/>
          <pc:sldMk cId="1418621133" sldId="313"/>
        </pc:sldMkLst>
        <pc:spChg chg="add mod">
          <ac:chgData name="Sarah Gamal" userId="371388555265d960" providerId="LiveId" clId="{6DD52A36-005C-4EB5-9398-F1ED66DFD5EC}" dt="2026-05-15T10:08:53.087" v="428" actId="1076"/>
          <ac:spMkLst>
            <pc:docMk/>
            <pc:sldMk cId="1418621133" sldId="313"/>
            <ac:spMk id="6" creationId="{942995EC-4657-3DCA-0EE7-0BDDF8C4D690}"/>
          </ac:spMkLst>
        </pc:spChg>
        <pc:picChg chg="del">
          <ac:chgData name="Sarah Gamal" userId="371388555265d960" providerId="LiveId" clId="{6DD52A36-005C-4EB5-9398-F1ED66DFD5EC}" dt="2026-05-15T10:06:11.271" v="405" actId="478"/>
          <ac:picMkLst>
            <pc:docMk/>
            <pc:sldMk cId="1418621133" sldId="313"/>
            <ac:picMk id="3" creationId="{7C5DA46F-AC30-A774-0FC6-A8FB2562D767}"/>
          </ac:picMkLst>
        </pc:picChg>
        <pc:picChg chg="add mod">
          <ac:chgData name="Sarah Gamal" userId="371388555265d960" providerId="LiveId" clId="{6DD52A36-005C-4EB5-9398-F1ED66DFD5EC}" dt="2026-05-15T10:08:15.857" v="420" actId="1440"/>
          <ac:picMkLst>
            <pc:docMk/>
            <pc:sldMk cId="1418621133" sldId="313"/>
            <ac:picMk id="4" creationId="{DC9DC8F6-6DEC-46DE-DBB7-D860AD97A4C8}"/>
          </ac:picMkLst>
        </pc:picChg>
      </pc:sldChg>
      <pc:sldChg chg="modSp add del mod ord">
        <pc:chgData name="Sarah Gamal" userId="371388555265d960" providerId="LiveId" clId="{6DD52A36-005C-4EB5-9398-F1ED66DFD5EC}" dt="2026-05-15T19:57:36.015" v="1677" actId="47"/>
        <pc:sldMkLst>
          <pc:docMk/>
          <pc:sldMk cId="2738764097" sldId="314"/>
        </pc:sldMkLst>
        <pc:spChg chg="mod">
          <ac:chgData name="Sarah Gamal" userId="371388555265d960" providerId="LiveId" clId="{6DD52A36-005C-4EB5-9398-F1ED66DFD5EC}" dt="2026-05-15T18:28:46.699" v="450" actId="1076"/>
          <ac:spMkLst>
            <pc:docMk/>
            <pc:sldMk cId="2738764097" sldId="314"/>
            <ac:spMk id="901" creationId="{DED3A196-8901-9887-BFE0-D27F54593DE5}"/>
          </ac:spMkLst>
        </pc:spChg>
      </pc:sldChg>
      <pc:sldChg chg="addSp delSp modSp add mod">
        <pc:chgData name="Sarah Gamal" userId="371388555265d960" providerId="LiveId" clId="{6DD52A36-005C-4EB5-9398-F1ED66DFD5EC}" dt="2026-05-15T18:46:42.003" v="494" actId="1076"/>
        <pc:sldMkLst>
          <pc:docMk/>
          <pc:sldMk cId="2046335921" sldId="315"/>
        </pc:sldMkLst>
        <pc:spChg chg="mod">
          <ac:chgData name="Sarah Gamal" userId="371388555265d960" providerId="LiveId" clId="{6DD52A36-005C-4EB5-9398-F1ED66DFD5EC}" dt="2026-05-15T18:46:42.003" v="494" actId="1076"/>
          <ac:spMkLst>
            <pc:docMk/>
            <pc:sldMk cId="2046335921" sldId="315"/>
            <ac:spMk id="4" creationId="{18566639-8755-ACDA-D013-6520D0310A06}"/>
          </ac:spMkLst>
        </pc:spChg>
        <pc:picChg chg="del">
          <ac:chgData name="Sarah Gamal" userId="371388555265d960" providerId="LiveId" clId="{6DD52A36-005C-4EB5-9398-F1ED66DFD5EC}" dt="2026-05-15T18:45:52.319" v="479" actId="478"/>
          <ac:picMkLst>
            <pc:docMk/>
            <pc:sldMk cId="2046335921" sldId="315"/>
            <ac:picMk id="3" creationId="{D06FE027-C8AC-3735-DC0C-B796F54B4DFB}"/>
          </ac:picMkLst>
        </pc:picChg>
        <pc:picChg chg="add mod">
          <ac:chgData name="Sarah Gamal" userId="371388555265d960" providerId="LiveId" clId="{6DD52A36-005C-4EB5-9398-F1ED66DFD5EC}" dt="2026-05-15T18:46:15.258" v="483" actId="1440"/>
          <ac:picMkLst>
            <pc:docMk/>
            <pc:sldMk cId="2046335921" sldId="315"/>
            <ac:picMk id="5" creationId="{4E0823F9-CF8E-F3E5-6A3E-A6627CFD253D}"/>
          </ac:picMkLst>
        </pc:picChg>
      </pc:sldChg>
      <pc:sldChg chg="addSp delSp modSp add mod">
        <pc:chgData name="Sarah Gamal" userId="371388555265d960" providerId="LiveId" clId="{6DD52A36-005C-4EB5-9398-F1ED66DFD5EC}" dt="2026-05-15T18:48:18.567" v="504" actId="22"/>
        <pc:sldMkLst>
          <pc:docMk/>
          <pc:sldMk cId="1595460429" sldId="316"/>
        </pc:sldMkLst>
        <pc:spChg chg="mod">
          <ac:chgData name="Sarah Gamal" userId="371388555265d960" providerId="LiveId" clId="{6DD52A36-005C-4EB5-9398-F1ED66DFD5EC}" dt="2026-05-15T18:47:53.537" v="502"/>
          <ac:spMkLst>
            <pc:docMk/>
            <pc:sldMk cId="1595460429" sldId="316"/>
            <ac:spMk id="4" creationId="{9FB97358-2825-03CA-618A-64F5E1DB9CA6}"/>
          </ac:spMkLst>
        </pc:spChg>
        <pc:spChg chg="add del">
          <ac:chgData name="Sarah Gamal" userId="371388555265d960" providerId="LiveId" clId="{6DD52A36-005C-4EB5-9398-F1ED66DFD5EC}" dt="2026-05-15T18:48:18.567" v="504" actId="22"/>
          <ac:spMkLst>
            <pc:docMk/>
            <pc:sldMk cId="1595460429" sldId="316"/>
            <ac:spMk id="7" creationId="{67416753-3C22-0090-2E75-A39BB8D97076}"/>
          </ac:spMkLst>
        </pc:spChg>
        <pc:picChg chg="add mod">
          <ac:chgData name="Sarah Gamal" userId="371388555265d960" providerId="LiveId" clId="{6DD52A36-005C-4EB5-9398-F1ED66DFD5EC}" dt="2026-05-15T18:47:38.261" v="501" actId="14100"/>
          <ac:picMkLst>
            <pc:docMk/>
            <pc:sldMk cId="1595460429" sldId="316"/>
            <ac:picMk id="3" creationId="{C0924DA9-C1AB-4403-C3EE-BD156D1E1AA4}"/>
          </ac:picMkLst>
        </pc:picChg>
        <pc:picChg chg="del">
          <ac:chgData name="Sarah Gamal" userId="371388555265d960" providerId="LiveId" clId="{6DD52A36-005C-4EB5-9398-F1ED66DFD5EC}" dt="2026-05-15T18:47:22.649" v="496" actId="478"/>
          <ac:picMkLst>
            <pc:docMk/>
            <pc:sldMk cId="1595460429" sldId="316"/>
            <ac:picMk id="5" creationId="{F0080062-E4E1-A3D5-8292-DBBB220C52F0}"/>
          </ac:picMkLst>
        </pc:picChg>
      </pc:sldChg>
      <pc:sldChg chg="addSp delSp modSp add mod">
        <pc:chgData name="Sarah Gamal" userId="371388555265d960" providerId="LiveId" clId="{6DD52A36-005C-4EB5-9398-F1ED66DFD5EC}" dt="2026-05-15T18:55:00.346" v="567" actId="1038"/>
        <pc:sldMkLst>
          <pc:docMk/>
          <pc:sldMk cId="615087045" sldId="317"/>
        </pc:sldMkLst>
        <pc:spChg chg="del mod">
          <ac:chgData name="Sarah Gamal" userId="371388555265d960" providerId="LiveId" clId="{6DD52A36-005C-4EB5-9398-F1ED66DFD5EC}" dt="2026-05-15T18:54:19.530" v="546"/>
          <ac:spMkLst>
            <pc:docMk/>
            <pc:sldMk cId="615087045" sldId="317"/>
            <ac:spMk id="4" creationId="{3397DE4F-CFD2-7038-8390-67BD049E87C2}"/>
          </ac:spMkLst>
        </pc:spChg>
        <pc:spChg chg="add">
          <ac:chgData name="Sarah Gamal" userId="371388555265d960" providerId="LiveId" clId="{6DD52A36-005C-4EB5-9398-F1ED66DFD5EC}" dt="2026-05-15T18:54:03.772" v="513"/>
          <ac:spMkLst>
            <pc:docMk/>
            <pc:sldMk cId="615087045" sldId="317"/>
            <ac:spMk id="6" creationId="{8BA23246-C218-1079-3A2C-C5C857F6C86F}"/>
          </ac:spMkLst>
        </pc:spChg>
        <pc:spChg chg="add mod">
          <ac:chgData name="Sarah Gamal" userId="371388555265d960" providerId="LiveId" clId="{6DD52A36-005C-4EB5-9398-F1ED66DFD5EC}" dt="2026-05-15T18:54:09.774" v="515"/>
          <ac:spMkLst>
            <pc:docMk/>
            <pc:sldMk cId="615087045" sldId="317"/>
            <ac:spMk id="7" creationId="{10224A01-6E8F-C38B-56B4-6FDDADEDB41C}"/>
          </ac:spMkLst>
        </pc:spChg>
        <pc:spChg chg="add mod">
          <ac:chgData name="Sarah Gamal" userId="371388555265d960" providerId="LiveId" clId="{6DD52A36-005C-4EB5-9398-F1ED66DFD5EC}" dt="2026-05-15T18:55:00.346" v="567" actId="1038"/>
          <ac:spMkLst>
            <pc:docMk/>
            <pc:sldMk cId="615087045" sldId="317"/>
            <ac:spMk id="8" creationId="{FF38F2A8-7E94-5882-AD37-D559E3EF6F86}"/>
          </ac:spMkLst>
        </pc:spChg>
        <pc:spChg chg="mod">
          <ac:chgData name="Sarah Gamal" userId="371388555265d960" providerId="LiveId" clId="{6DD52A36-005C-4EB5-9398-F1ED66DFD5EC}" dt="2026-05-15T18:54:39.582" v="548" actId="1076"/>
          <ac:spMkLst>
            <pc:docMk/>
            <pc:sldMk cId="615087045" sldId="317"/>
            <ac:spMk id="1036" creationId="{050FF481-663D-43A4-93C9-AE1F6DB2705B}"/>
          </ac:spMkLst>
        </pc:spChg>
        <pc:picChg chg="del">
          <ac:chgData name="Sarah Gamal" userId="371388555265d960" providerId="LiveId" clId="{6DD52A36-005C-4EB5-9398-F1ED66DFD5EC}" dt="2026-05-15T18:52:53.197" v="506" actId="478"/>
          <ac:picMkLst>
            <pc:docMk/>
            <pc:sldMk cId="615087045" sldId="317"/>
            <ac:picMk id="3" creationId="{3B193D94-4008-2BCB-E649-42EF04DB42F5}"/>
          </ac:picMkLst>
        </pc:picChg>
        <pc:picChg chg="add mod">
          <ac:chgData name="Sarah Gamal" userId="371388555265d960" providerId="LiveId" clId="{6DD52A36-005C-4EB5-9398-F1ED66DFD5EC}" dt="2026-05-15T18:53:41.332" v="511" actId="1440"/>
          <ac:picMkLst>
            <pc:docMk/>
            <pc:sldMk cId="615087045" sldId="317"/>
            <ac:picMk id="5" creationId="{C9ADC791-429C-BD31-317E-19ABF7E5D3E0}"/>
          </ac:picMkLst>
        </pc:picChg>
      </pc:sldChg>
      <pc:sldChg chg="modSp add del mod">
        <pc:chgData name="Sarah Gamal" userId="371388555265d960" providerId="LiveId" clId="{6DD52A36-005C-4EB5-9398-F1ED66DFD5EC}" dt="2026-05-15T19:57:38.603" v="1678" actId="47"/>
        <pc:sldMkLst>
          <pc:docMk/>
          <pc:sldMk cId="1927600940" sldId="318"/>
        </pc:sldMkLst>
        <pc:spChg chg="mod">
          <ac:chgData name="Sarah Gamal" userId="371388555265d960" providerId="LiveId" clId="{6DD52A36-005C-4EB5-9398-F1ED66DFD5EC}" dt="2026-05-15T19:03:42.203" v="678" actId="1076"/>
          <ac:spMkLst>
            <pc:docMk/>
            <pc:sldMk cId="1927600940" sldId="318"/>
            <ac:spMk id="900" creationId="{B2B7A365-70A3-4EEF-8170-020FD90AF1AA}"/>
          </ac:spMkLst>
        </pc:spChg>
        <pc:spChg chg="mod">
          <ac:chgData name="Sarah Gamal" userId="371388555265d960" providerId="LiveId" clId="{6DD52A36-005C-4EB5-9398-F1ED66DFD5EC}" dt="2026-05-15T18:56:00.133" v="605" actId="1076"/>
          <ac:spMkLst>
            <pc:docMk/>
            <pc:sldMk cId="1927600940" sldId="318"/>
            <ac:spMk id="901" creationId="{5AB8BA82-BBA4-E7E5-C313-F4D0DC9759F4}"/>
          </ac:spMkLst>
        </pc:spChg>
        <pc:grpChg chg="mod">
          <ac:chgData name="Sarah Gamal" userId="371388555265d960" providerId="LiveId" clId="{6DD52A36-005C-4EB5-9398-F1ED66DFD5EC}" dt="2026-05-15T18:55:48.124" v="597" actId="1076"/>
          <ac:grpSpMkLst>
            <pc:docMk/>
            <pc:sldMk cId="1927600940" sldId="318"/>
            <ac:grpSpMk id="896" creationId="{74E74AAA-E388-4A70-D62D-B80BE714A822}"/>
          </ac:grpSpMkLst>
        </pc:grpChg>
      </pc:sldChg>
      <pc:sldChg chg="addSp delSp modSp add mod ord">
        <pc:chgData name="Sarah Gamal" userId="371388555265d960" providerId="LiveId" clId="{6DD52A36-005C-4EB5-9398-F1ED66DFD5EC}" dt="2026-05-15T19:08:39.920" v="817" actId="207"/>
        <pc:sldMkLst>
          <pc:docMk/>
          <pc:sldMk cId="1802936597" sldId="319"/>
        </pc:sldMkLst>
        <pc:spChg chg="del">
          <ac:chgData name="Sarah Gamal" userId="371388555265d960" providerId="LiveId" clId="{6DD52A36-005C-4EB5-9398-F1ED66DFD5EC}" dt="2026-05-15T18:59:36.277" v="632" actId="478"/>
          <ac:spMkLst>
            <pc:docMk/>
            <pc:sldMk cId="1802936597" sldId="319"/>
            <ac:spMk id="4" creationId="{27DB09F9-B06E-E56A-1C39-C5AA53A0EA75}"/>
          </ac:spMkLst>
        </pc:spChg>
        <pc:spChg chg="add mod">
          <ac:chgData name="Sarah Gamal" userId="371388555265d960" providerId="LiveId" clId="{6DD52A36-005C-4EB5-9398-F1ED66DFD5EC}" dt="2026-05-15T19:08:39.920" v="817" actId="207"/>
          <ac:spMkLst>
            <pc:docMk/>
            <pc:sldMk cId="1802936597" sldId="319"/>
            <ac:spMk id="6" creationId="{DF8200C9-DB93-A2F0-6614-C443A48044AD}"/>
          </ac:spMkLst>
        </pc:spChg>
        <pc:spChg chg="mod">
          <ac:chgData name="Sarah Gamal" userId="371388555265d960" providerId="LiveId" clId="{6DD52A36-005C-4EB5-9398-F1ED66DFD5EC}" dt="2026-05-15T18:59:33.245" v="631" actId="20577"/>
          <ac:spMkLst>
            <pc:docMk/>
            <pc:sldMk cId="1802936597" sldId="319"/>
            <ac:spMk id="1036" creationId="{39EBDDB5-AE88-6C4C-5074-E75E5ED56CC9}"/>
          </ac:spMkLst>
        </pc:spChg>
        <pc:picChg chg="del">
          <ac:chgData name="Sarah Gamal" userId="371388555265d960" providerId="LiveId" clId="{6DD52A36-005C-4EB5-9398-F1ED66DFD5EC}" dt="2026-05-15T19:00:00.016" v="633" actId="478"/>
          <ac:picMkLst>
            <pc:docMk/>
            <pc:sldMk cId="1802936597" sldId="319"/>
            <ac:picMk id="3" creationId="{687F97E3-0E5C-757D-F5D8-870CCC4E6654}"/>
          </ac:picMkLst>
        </pc:picChg>
        <pc:picChg chg="add mod">
          <ac:chgData name="Sarah Gamal" userId="371388555265d960" providerId="LiveId" clId="{6DD52A36-005C-4EB5-9398-F1ED66DFD5EC}" dt="2026-05-15T19:02:15.756" v="647" actId="1440"/>
          <ac:picMkLst>
            <pc:docMk/>
            <pc:sldMk cId="1802936597" sldId="319"/>
            <ac:picMk id="5" creationId="{66C704B3-B5D5-45B1-2EA9-FDD281C6052A}"/>
          </ac:picMkLst>
        </pc:picChg>
      </pc:sldChg>
      <pc:sldChg chg="addSp delSp modSp add mod">
        <pc:chgData name="Sarah Gamal" userId="371388555265d960" providerId="LiveId" clId="{6DD52A36-005C-4EB5-9398-F1ED66DFD5EC}" dt="2026-05-15T19:08:33.416" v="816" actId="1076"/>
        <pc:sldMkLst>
          <pc:docMk/>
          <pc:sldMk cId="443588570" sldId="320"/>
        </pc:sldMkLst>
        <pc:spChg chg="mod">
          <ac:chgData name="Sarah Gamal" userId="371388555265d960" providerId="LiveId" clId="{6DD52A36-005C-4EB5-9398-F1ED66DFD5EC}" dt="2026-05-15T19:08:33.416" v="816" actId="1076"/>
          <ac:spMkLst>
            <pc:docMk/>
            <pc:sldMk cId="443588570" sldId="320"/>
            <ac:spMk id="6" creationId="{0B43BFA4-B3EE-D3EF-55F5-4E7C31DFB014}"/>
          </ac:spMkLst>
        </pc:spChg>
        <pc:spChg chg="mod">
          <ac:chgData name="Sarah Gamal" userId="371388555265d960" providerId="LiveId" clId="{6DD52A36-005C-4EB5-9398-F1ED66DFD5EC}" dt="2026-05-15T19:05:49.826" v="735" actId="20577"/>
          <ac:spMkLst>
            <pc:docMk/>
            <pc:sldMk cId="443588570" sldId="320"/>
            <ac:spMk id="1036" creationId="{E2C74DDA-8BC7-368E-C700-0AF6937EB8E2}"/>
          </ac:spMkLst>
        </pc:spChg>
        <pc:grpChg chg="mod">
          <ac:chgData name="Sarah Gamal" userId="371388555265d960" providerId="LiveId" clId="{6DD52A36-005C-4EB5-9398-F1ED66DFD5EC}" dt="2026-05-15T19:07:53.339" v="807" actId="1076"/>
          <ac:grpSpMkLst>
            <pc:docMk/>
            <pc:sldMk cId="443588570" sldId="320"/>
            <ac:grpSpMk id="1055" creationId="{4588F070-3FD3-A804-8DD2-C25521091DBB}"/>
          </ac:grpSpMkLst>
        </pc:grpChg>
        <pc:picChg chg="add mod">
          <ac:chgData name="Sarah Gamal" userId="371388555265d960" providerId="LiveId" clId="{6DD52A36-005C-4EB5-9398-F1ED66DFD5EC}" dt="2026-05-15T19:08:27.846" v="815" actId="1076"/>
          <ac:picMkLst>
            <pc:docMk/>
            <pc:sldMk cId="443588570" sldId="320"/>
            <ac:picMk id="3" creationId="{0C038FDB-95C6-1F2E-DB2B-C306DF2FF709}"/>
          </ac:picMkLst>
        </pc:picChg>
        <pc:picChg chg="del">
          <ac:chgData name="Sarah Gamal" userId="371388555265d960" providerId="LiveId" clId="{6DD52A36-005C-4EB5-9398-F1ED66DFD5EC}" dt="2026-05-15T19:07:55.737" v="808" actId="478"/>
          <ac:picMkLst>
            <pc:docMk/>
            <pc:sldMk cId="443588570" sldId="320"/>
            <ac:picMk id="5" creationId="{22802010-F941-B295-5674-E4209161231D}"/>
          </ac:picMkLst>
        </pc:picChg>
      </pc:sldChg>
      <pc:sldChg chg="add del">
        <pc:chgData name="Sarah Gamal" userId="371388555265d960" providerId="LiveId" clId="{6DD52A36-005C-4EB5-9398-F1ED66DFD5EC}" dt="2026-05-15T19:03:55.300" v="681"/>
        <pc:sldMkLst>
          <pc:docMk/>
          <pc:sldMk cId="1404369739" sldId="321"/>
        </pc:sldMkLst>
      </pc:sldChg>
      <pc:sldChg chg="modSp add mod ord">
        <pc:chgData name="Sarah Gamal" userId="371388555265d960" providerId="LiveId" clId="{6DD52A36-005C-4EB5-9398-F1ED66DFD5EC}" dt="2026-05-15T19:05:24.305" v="722" actId="1076"/>
        <pc:sldMkLst>
          <pc:docMk/>
          <pc:sldMk cId="2552927488" sldId="321"/>
        </pc:sldMkLst>
        <pc:spChg chg="mod">
          <ac:chgData name="Sarah Gamal" userId="371388555265d960" providerId="LiveId" clId="{6DD52A36-005C-4EB5-9398-F1ED66DFD5EC}" dt="2026-05-15T19:05:20.971" v="721" actId="1076"/>
          <ac:spMkLst>
            <pc:docMk/>
            <pc:sldMk cId="2552927488" sldId="321"/>
            <ac:spMk id="901" creationId="{737AF829-A48A-8581-7E39-8E9099648931}"/>
          </ac:spMkLst>
        </pc:spChg>
        <pc:grpChg chg="mod">
          <ac:chgData name="Sarah Gamal" userId="371388555265d960" providerId="LiveId" clId="{6DD52A36-005C-4EB5-9398-F1ED66DFD5EC}" dt="2026-05-15T19:05:16.554" v="720" actId="1076"/>
          <ac:grpSpMkLst>
            <pc:docMk/>
            <pc:sldMk cId="2552927488" sldId="321"/>
            <ac:grpSpMk id="896" creationId="{678A29A0-FA4C-8912-2B27-305365FCBFB1}"/>
          </ac:grpSpMkLst>
        </pc:grpChg>
        <pc:grpChg chg="mod">
          <ac:chgData name="Sarah Gamal" userId="371388555265d960" providerId="LiveId" clId="{6DD52A36-005C-4EB5-9398-F1ED66DFD5EC}" dt="2026-05-15T19:05:24.305" v="722" actId="1076"/>
          <ac:grpSpMkLst>
            <pc:docMk/>
            <pc:sldMk cId="2552927488" sldId="321"/>
            <ac:grpSpMk id="905" creationId="{26AA5B19-75ED-F490-4091-6D70311226AE}"/>
          </ac:grpSpMkLst>
        </pc:grpChg>
      </pc:sldChg>
      <pc:sldChg chg="addSp delSp modSp add mod">
        <pc:chgData name="Sarah Gamal" userId="371388555265d960" providerId="LiveId" clId="{6DD52A36-005C-4EB5-9398-F1ED66DFD5EC}" dt="2026-05-15T19:12:39.991" v="868" actId="1076"/>
        <pc:sldMkLst>
          <pc:docMk/>
          <pc:sldMk cId="1967498505" sldId="322"/>
        </pc:sldMkLst>
        <pc:spChg chg="add mod">
          <ac:chgData name="Sarah Gamal" userId="371388555265d960" providerId="LiveId" clId="{6DD52A36-005C-4EB5-9398-F1ED66DFD5EC}" dt="2026-05-15T19:11:56.610" v="860" actId="207"/>
          <ac:spMkLst>
            <pc:docMk/>
            <pc:sldMk cId="1967498505" sldId="322"/>
            <ac:spMk id="5" creationId="{3378D510-0402-793C-DF9C-8C86CABC9AAC}"/>
          </ac:spMkLst>
        </pc:spChg>
        <pc:spChg chg="del mod">
          <ac:chgData name="Sarah Gamal" userId="371388555265d960" providerId="LiveId" clId="{6DD52A36-005C-4EB5-9398-F1ED66DFD5EC}" dt="2026-05-15T19:11:57.682" v="862"/>
          <ac:spMkLst>
            <pc:docMk/>
            <pc:sldMk cId="1967498505" sldId="322"/>
            <ac:spMk id="6" creationId="{2D88C5B5-AE23-9AE1-A1A9-E4B39ABCC9AD}"/>
          </ac:spMkLst>
        </pc:spChg>
        <pc:spChg chg="mod">
          <ac:chgData name="Sarah Gamal" userId="371388555265d960" providerId="LiveId" clId="{6DD52A36-005C-4EB5-9398-F1ED66DFD5EC}" dt="2026-05-15T19:12:39.991" v="868" actId="1076"/>
          <ac:spMkLst>
            <pc:docMk/>
            <pc:sldMk cId="1967498505" sldId="322"/>
            <ac:spMk id="1036" creationId="{3104DA69-D089-AED0-76CF-DE64D407D360}"/>
          </ac:spMkLst>
        </pc:spChg>
        <pc:picChg chg="del">
          <ac:chgData name="Sarah Gamal" userId="371388555265d960" providerId="LiveId" clId="{6DD52A36-005C-4EB5-9398-F1ED66DFD5EC}" dt="2026-05-15T19:09:00.188" v="819" actId="478"/>
          <ac:picMkLst>
            <pc:docMk/>
            <pc:sldMk cId="1967498505" sldId="322"/>
            <ac:picMk id="3" creationId="{AF597455-C3E1-35D4-B9DF-642CBD7F2937}"/>
          </ac:picMkLst>
        </pc:picChg>
        <pc:picChg chg="add mod">
          <ac:chgData name="Sarah Gamal" userId="371388555265d960" providerId="LiveId" clId="{6DD52A36-005C-4EB5-9398-F1ED66DFD5EC}" dt="2026-05-15T19:09:57.619" v="827" actId="1076"/>
          <ac:picMkLst>
            <pc:docMk/>
            <pc:sldMk cId="1967498505" sldId="322"/>
            <ac:picMk id="4" creationId="{E4629C98-AB11-5B59-332C-E6AC3F7BEAE7}"/>
          </ac:picMkLst>
        </pc:picChg>
      </pc:sldChg>
      <pc:sldChg chg="addSp delSp modSp add mod">
        <pc:chgData name="Sarah Gamal" userId="371388555265d960" providerId="LiveId" clId="{6DD52A36-005C-4EB5-9398-F1ED66DFD5EC}" dt="2026-05-15T19:21:15.411" v="948" actId="20577"/>
        <pc:sldMkLst>
          <pc:docMk/>
          <pc:sldMk cId="1939179044" sldId="323"/>
        </pc:sldMkLst>
        <pc:spChg chg="del">
          <ac:chgData name="Sarah Gamal" userId="371388555265d960" providerId="LiveId" clId="{6DD52A36-005C-4EB5-9398-F1ED66DFD5EC}" dt="2026-05-15T19:18:36.951" v="892" actId="478"/>
          <ac:spMkLst>
            <pc:docMk/>
            <pc:sldMk cId="1939179044" sldId="323"/>
            <ac:spMk id="5" creationId="{ED52703A-491B-C4DA-EA68-AED83C45616A}"/>
          </ac:spMkLst>
        </pc:spChg>
        <pc:spChg chg="add mod">
          <ac:chgData name="Sarah Gamal" userId="371388555265d960" providerId="LiveId" clId="{6DD52A36-005C-4EB5-9398-F1ED66DFD5EC}" dt="2026-05-15T19:20:30.060" v="920" actId="113"/>
          <ac:spMkLst>
            <pc:docMk/>
            <pc:sldMk cId="1939179044" sldId="323"/>
            <ac:spMk id="6" creationId="{43CB764A-A3E1-FAD5-B674-0329A84E70B8}"/>
          </ac:spMkLst>
        </pc:spChg>
        <pc:spChg chg="add mod">
          <ac:chgData name="Sarah Gamal" userId="371388555265d960" providerId="LiveId" clId="{6DD52A36-005C-4EB5-9398-F1ED66DFD5EC}" dt="2026-05-15T19:21:15.411" v="948" actId="20577"/>
          <ac:spMkLst>
            <pc:docMk/>
            <pc:sldMk cId="1939179044" sldId="323"/>
            <ac:spMk id="9" creationId="{10623690-F24D-C7A7-C453-6AFF15F4B616}"/>
          </ac:spMkLst>
        </pc:spChg>
        <pc:spChg chg="mod">
          <ac:chgData name="Sarah Gamal" userId="371388555265d960" providerId="LiveId" clId="{6DD52A36-005C-4EB5-9398-F1ED66DFD5EC}" dt="2026-05-15T19:18:25.865" v="887" actId="20577"/>
          <ac:spMkLst>
            <pc:docMk/>
            <pc:sldMk cId="1939179044" sldId="323"/>
            <ac:spMk id="1036" creationId="{AC4C8973-D078-1213-74FA-1FC123A1422B}"/>
          </ac:spMkLst>
        </pc:spChg>
        <pc:picChg chg="add mod">
          <ac:chgData name="Sarah Gamal" userId="371388555265d960" providerId="LiveId" clId="{6DD52A36-005C-4EB5-9398-F1ED66DFD5EC}" dt="2026-05-15T19:19:59.063" v="912" actId="1440"/>
          <ac:picMkLst>
            <pc:docMk/>
            <pc:sldMk cId="1939179044" sldId="323"/>
            <ac:picMk id="3" creationId="{0F6AC50E-D316-1B44-67F6-E0A5592075C7}"/>
          </ac:picMkLst>
        </pc:picChg>
        <pc:picChg chg="del">
          <ac:chgData name="Sarah Gamal" userId="371388555265d960" providerId="LiveId" clId="{6DD52A36-005C-4EB5-9398-F1ED66DFD5EC}" dt="2026-05-15T19:18:27.680" v="888" actId="478"/>
          <ac:picMkLst>
            <pc:docMk/>
            <pc:sldMk cId="1939179044" sldId="323"/>
            <ac:picMk id="4" creationId="{DBCFBBE4-8E00-F652-0EC3-7753C4841026}"/>
          </ac:picMkLst>
        </pc:picChg>
        <pc:picChg chg="add mod">
          <ac:chgData name="Sarah Gamal" userId="371388555265d960" providerId="LiveId" clId="{6DD52A36-005C-4EB5-9398-F1ED66DFD5EC}" dt="2026-05-15T19:20:23.268" v="917" actId="1440"/>
          <ac:picMkLst>
            <pc:docMk/>
            <pc:sldMk cId="1939179044" sldId="323"/>
            <ac:picMk id="8" creationId="{6A3372FB-8087-4A85-A21C-B841C640AAF4}"/>
          </ac:picMkLst>
        </pc:picChg>
      </pc:sldChg>
      <pc:sldChg chg="addSp delSp modSp add mod">
        <pc:chgData name="Sarah Gamal" userId="371388555265d960" providerId="LiveId" clId="{6DD52A36-005C-4EB5-9398-F1ED66DFD5EC}" dt="2026-05-15T19:26:02.216" v="984" actId="1076"/>
        <pc:sldMkLst>
          <pc:docMk/>
          <pc:sldMk cId="1745360689" sldId="324"/>
        </pc:sldMkLst>
        <pc:spChg chg="del mod">
          <ac:chgData name="Sarah Gamal" userId="371388555265d960" providerId="LiveId" clId="{6DD52A36-005C-4EB5-9398-F1ED66DFD5EC}" dt="2026-05-15T19:25:58.862" v="983" actId="478"/>
          <ac:spMkLst>
            <pc:docMk/>
            <pc:sldMk cId="1745360689" sldId="324"/>
            <ac:spMk id="6" creationId="{A872CED4-F368-305D-C160-51B77BFB0A8F}"/>
          </ac:spMkLst>
        </pc:spChg>
        <pc:spChg chg="add mod">
          <ac:chgData name="Sarah Gamal" userId="371388555265d960" providerId="LiveId" clId="{6DD52A36-005C-4EB5-9398-F1ED66DFD5EC}" dt="2026-05-15T19:26:02.216" v="984" actId="1076"/>
          <ac:spMkLst>
            <pc:docMk/>
            <pc:sldMk cId="1745360689" sldId="324"/>
            <ac:spMk id="7" creationId="{707D8A52-B249-B560-3B10-30B955914144}"/>
          </ac:spMkLst>
        </pc:spChg>
        <pc:spChg chg="del">
          <ac:chgData name="Sarah Gamal" userId="371388555265d960" providerId="LiveId" clId="{6DD52A36-005C-4EB5-9398-F1ED66DFD5EC}" dt="2026-05-15T19:22:43.042" v="955" actId="478"/>
          <ac:spMkLst>
            <pc:docMk/>
            <pc:sldMk cId="1745360689" sldId="324"/>
            <ac:spMk id="9" creationId="{EA5A4AD3-F6B7-06D6-65DC-EF16D1AB5894}"/>
          </ac:spMkLst>
        </pc:spChg>
        <pc:picChg chg="del">
          <ac:chgData name="Sarah Gamal" userId="371388555265d960" providerId="LiveId" clId="{6DD52A36-005C-4EB5-9398-F1ED66DFD5EC}" dt="2026-05-15T19:21:32.636" v="950" actId="478"/>
          <ac:picMkLst>
            <pc:docMk/>
            <pc:sldMk cId="1745360689" sldId="324"/>
            <ac:picMk id="3" creationId="{3D7A5933-BBC9-BBBB-1737-9C6372850E2D}"/>
          </ac:picMkLst>
        </pc:picChg>
        <pc:picChg chg="add mod">
          <ac:chgData name="Sarah Gamal" userId="371388555265d960" providerId="LiveId" clId="{6DD52A36-005C-4EB5-9398-F1ED66DFD5EC}" dt="2026-05-15T19:24:38.023" v="960" actId="1440"/>
          <ac:picMkLst>
            <pc:docMk/>
            <pc:sldMk cId="1745360689" sldId="324"/>
            <ac:picMk id="4" creationId="{E19135CB-943D-55EC-4F41-03B579E201F2}"/>
          </ac:picMkLst>
        </pc:picChg>
        <pc:picChg chg="del">
          <ac:chgData name="Sarah Gamal" userId="371388555265d960" providerId="LiveId" clId="{6DD52A36-005C-4EB5-9398-F1ED66DFD5EC}" dt="2026-05-15T19:21:35.130" v="951" actId="478"/>
          <ac:picMkLst>
            <pc:docMk/>
            <pc:sldMk cId="1745360689" sldId="324"/>
            <ac:picMk id="8" creationId="{9F934826-4DF4-D6D9-3613-54B821623FC2}"/>
          </ac:picMkLst>
        </pc:picChg>
      </pc:sldChg>
      <pc:sldChg chg="addSp delSp modSp add mod">
        <pc:chgData name="Sarah Gamal" userId="371388555265d960" providerId="LiveId" clId="{6DD52A36-005C-4EB5-9398-F1ED66DFD5EC}" dt="2026-05-15T19:32:05.112" v="1040" actId="1076"/>
        <pc:sldMkLst>
          <pc:docMk/>
          <pc:sldMk cId="1017013332" sldId="325"/>
        </pc:sldMkLst>
        <pc:spChg chg="add mod">
          <ac:chgData name="Sarah Gamal" userId="371388555265d960" providerId="LiveId" clId="{6DD52A36-005C-4EB5-9398-F1ED66DFD5EC}" dt="2026-05-15T19:32:05.112" v="1040" actId="1076"/>
          <ac:spMkLst>
            <pc:docMk/>
            <pc:sldMk cId="1017013332" sldId="325"/>
            <ac:spMk id="3" creationId="{57965BEE-1A1B-0B67-EFF0-33ABEE982514}"/>
          </ac:spMkLst>
        </pc:spChg>
        <pc:spChg chg="del">
          <ac:chgData name="Sarah Gamal" userId="371388555265d960" providerId="LiveId" clId="{6DD52A36-005C-4EB5-9398-F1ED66DFD5EC}" dt="2026-05-15T19:26:19.901" v="994" actId="478"/>
          <ac:spMkLst>
            <pc:docMk/>
            <pc:sldMk cId="1017013332" sldId="325"/>
            <ac:spMk id="7" creationId="{7DEEB1C8-494B-2A7E-AE3E-A968D54C87ED}"/>
          </ac:spMkLst>
        </pc:spChg>
        <pc:spChg chg="mod">
          <ac:chgData name="Sarah Gamal" userId="371388555265d960" providerId="LiveId" clId="{6DD52A36-005C-4EB5-9398-F1ED66DFD5EC}" dt="2026-05-15T19:26:15.315" v="992" actId="20577"/>
          <ac:spMkLst>
            <pc:docMk/>
            <pc:sldMk cId="1017013332" sldId="325"/>
            <ac:spMk id="1036" creationId="{21AB9FFA-E3A8-E2AA-3AD1-6C45FA02EF78}"/>
          </ac:spMkLst>
        </pc:spChg>
        <pc:picChg chg="del">
          <ac:chgData name="Sarah Gamal" userId="371388555265d960" providerId="LiveId" clId="{6DD52A36-005C-4EB5-9398-F1ED66DFD5EC}" dt="2026-05-15T19:26:17.251" v="993" actId="478"/>
          <ac:picMkLst>
            <pc:docMk/>
            <pc:sldMk cId="1017013332" sldId="325"/>
            <ac:picMk id="4" creationId="{BEE9745B-19BA-3046-823C-030487AF4DCA}"/>
          </ac:picMkLst>
        </pc:picChg>
        <pc:picChg chg="add del mod">
          <ac:chgData name="Sarah Gamal" userId="371388555265d960" providerId="LiveId" clId="{6DD52A36-005C-4EB5-9398-F1ED66DFD5EC}" dt="2026-05-15T19:31:16.417" v="1031" actId="478"/>
          <ac:picMkLst>
            <pc:docMk/>
            <pc:sldMk cId="1017013332" sldId="325"/>
            <ac:picMk id="6" creationId="{6FFCE2F2-357C-0D7B-6759-E7B4A6489E26}"/>
          </ac:picMkLst>
        </pc:picChg>
      </pc:sldChg>
      <pc:sldChg chg="addSp delSp modSp add mod">
        <pc:chgData name="Sarah Gamal" userId="371388555265d960" providerId="LiveId" clId="{6DD52A36-005C-4EB5-9398-F1ED66DFD5EC}" dt="2026-05-15T19:34:14.494" v="1099" actId="20577"/>
        <pc:sldMkLst>
          <pc:docMk/>
          <pc:sldMk cId="3299501179" sldId="326"/>
        </pc:sldMkLst>
        <pc:spChg chg="del">
          <ac:chgData name="Sarah Gamal" userId="371388555265d960" providerId="LiveId" clId="{6DD52A36-005C-4EB5-9398-F1ED66DFD5EC}" dt="2026-05-15T19:32:14.402" v="1042" actId="478"/>
          <ac:spMkLst>
            <pc:docMk/>
            <pc:sldMk cId="3299501179" sldId="326"/>
            <ac:spMk id="3" creationId="{128436C5-21E7-6A5F-C657-89924352854C}"/>
          </ac:spMkLst>
        </pc:spChg>
        <pc:spChg chg="add mod">
          <ac:chgData name="Sarah Gamal" userId="371388555265d960" providerId="LiveId" clId="{6DD52A36-005C-4EB5-9398-F1ED66DFD5EC}" dt="2026-05-15T19:34:14.494" v="1099" actId="20577"/>
          <ac:spMkLst>
            <pc:docMk/>
            <pc:sldMk cId="3299501179" sldId="326"/>
            <ac:spMk id="7" creationId="{EE9A9772-2B91-24EA-94E8-E519BFEFC835}"/>
          </ac:spMkLst>
        </pc:spChg>
        <pc:spChg chg="mod">
          <ac:chgData name="Sarah Gamal" userId="371388555265d960" providerId="LiveId" clId="{6DD52A36-005C-4EB5-9398-F1ED66DFD5EC}" dt="2026-05-15T19:32:42.350" v="1049" actId="1076"/>
          <ac:spMkLst>
            <pc:docMk/>
            <pc:sldMk cId="3299501179" sldId="326"/>
            <ac:spMk id="1036" creationId="{5F4C9EF3-FB0E-6AC5-F4AC-9639D2D15E68}"/>
          </ac:spMkLst>
        </pc:spChg>
        <pc:picChg chg="add mod">
          <ac:chgData name="Sarah Gamal" userId="371388555265d960" providerId="LiveId" clId="{6DD52A36-005C-4EB5-9398-F1ED66DFD5EC}" dt="2026-05-15T19:33:22.619" v="1055" actId="1076"/>
          <ac:picMkLst>
            <pc:docMk/>
            <pc:sldMk cId="3299501179" sldId="326"/>
            <ac:picMk id="4" creationId="{40C46A46-6BC7-8152-71A8-74928BFD9FD0}"/>
          </ac:picMkLst>
        </pc:picChg>
        <pc:picChg chg="add mod">
          <ac:chgData name="Sarah Gamal" userId="371388555265d960" providerId="LiveId" clId="{6DD52A36-005C-4EB5-9398-F1ED66DFD5EC}" dt="2026-05-15T19:33:19.691" v="1054" actId="1076"/>
          <ac:picMkLst>
            <pc:docMk/>
            <pc:sldMk cId="3299501179" sldId="326"/>
            <ac:picMk id="6" creationId="{2D858513-2E4B-D867-3311-620D5C0DE4B1}"/>
          </ac:picMkLst>
        </pc:picChg>
      </pc:sldChg>
      <pc:sldChg chg="addSp delSp modSp add mod">
        <pc:chgData name="Sarah Gamal" userId="371388555265d960" providerId="LiveId" clId="{6DD52A36-005C-4EB5-9398-F1ED66DFD5EC}" dt="2026-05-15T19:37:12.263" v="1132" actId="1076"/>
        <pc:sldMkLst>
          <pc:docMk/>
          <pc:sldMk cId="3936123484" sldId="327"/>
        </pc:sldMkLst>
        <pc:spChg chg="add mod">
          <ac:chgData name="Sarah Gamal" userId="371388555265d960" providerId="LiveId" clId="{6DD52A36-005C-4EB5-9398-F1ED66DFD5EC}" dt="2026-05-15T19:37:09.186" v="1131" actId="13822"/>
          <ac:spMkLst>
            <pc:docMk/>
            <pc:sldMk cId="3936123484" sldId="327"/>
            <ac:spMk id="5" creationId="{1AA445A7-FB1C-2CEC-D949-48FD2CC776EF}"/>
          </ac:spMkLst>
        </pc:spChg>
        <pc:spChg chg="del">
          <ac:chgData name="Sarah Gamal" userId="371388555265d960" providerId="LiveId" clId="{6DD52A36-005C-4EB5-9398-F1ED66DFD5EC}" dt="2026-05-15T19:35:49.935" v="1106" actId="478"/>
          <ac:spMkLst>
            <pc:docMk/>
            <pc:sldMk cId="3936123484" sldId="327"/>
            <ac:spMk id="7" creationId="{679B8178-3125-A3F8-0DC2-6A1D44DCEC00}"/>
          </ac:spMkLst>
        </pc:spChg>
        <pc:picChg chg="add mod">
          <ac:chgData name="Sarah Gamal" userId="371388555265d960" providerId="LiveId" clId="{6DD52A36-005C-4EB5-9398-F1ED66DFD5EC}" dt="2026-05-15T19:37:12.263" v="1132" actId="1076"/>
          <ac:picMkLst>
            <pc:docMk/>
            <pc:sldMk cId="3936123484" sldId="327"/>
            <ac:picMk id="3" creationId="{AF95AA7F-FA20-F2CA-8AC4-FD31C2197D95}"/>
          </ac:picMkLst>
        </pc:picChg>
        <pc:picChg chg="del">
          <ac:chgData name="Sarah Gamal" userId="371388555265d960" providerId="LiveId" clId="{6DD52A36-005C-4EB5-9398-F1ED66DFD5EC}" dt="2026-05-15T19:35:37.216" v="1101" actId="478"/>
          <ac:picMkLst>
            <pc:docMk/>
            <pc:sldMk cId="3936123484" sldId="327"/>
            <ac:picMk id="4" creationId="{D00BC795-EB0B-2AE2-98DE-C7C65C974E36}"/>
          </ac:picMkLst>
        </pc:picChg>
        <pc:picChg chg="del">
          <ac:chgData name="Sarah Gamal" userId="371388555265d960" providerId="LiveId" clId="{6DD52A36-005C-4EB5-9398-F1ED66DFD5EC}" dt="2026-05-15T19:35:46.570" v="1105" actId="478"/>
          <ac:picMkLst>
            <pc:docMk/>
            <pc:sldMk cId="3936123484" sldId="327"/>
            <ac:picMk id="6" creationId="{FDDC3390-2A72-BCDE-81DA-C985FD145FC7}"/>
          </ac:picMkLst>
        </pc:picChg>
      </pc:sldChg>
      <pc:sldChg chg="addSp delSp modSp add mod ord">
        <pc:chgData name="Sarah Gamal" userId="371388555265d960" providerId="LiveId" clId="{6DD52A36-005C-4EB5-9398-F1ED66DFD5EC}" dt="2026-05-15T19:39:16.974" v="1151" actId="1076"/>
        <pc:sldMkLst>
          <pc:docMk/>
          <pc:sldMk cId="931137767" sldId="328"/>
        </pc:sldMkLst>
        <pc:spChg chg="del">
          <ac:chgData name="Sarah Gamal" userId="371388555265d960" providerId="LiveId" clId="{6DD52A36-005C-4EB5-9398-F1ED66DFD5EC}" dt="2026-05-15T19:37:58.038" v="1135" actId="478"/>
          <ac:spMkLst>
            <pc:docMk/>
            <pc:sldMk cId="931137767" sldId="328"/>
            <ac:spMk id="5" creationId="{A798BE03-AC89-4C19-E6D7-5563DF17F764}"/>
          </ac:spMkLst>
        </pc:spChg>
        <pc:picChg chg="del">
          <ac:chgData name="Sarah Gamal" userId="371388555265d960" providerId="LiveId" clId="{6DD52A36-005C-4EB5-9398-F1ED66DFD5EC}" dt="2026-05-15T19:37:55.058" v="1134" actId="478"/>
          <ac:picMkLst>
            <pc:docMk/>
            <pc:sldMk cId="931137767" sldId="328"/>
            <ac:picMk id="3" creationId="{E6759A57-D48C-DAE3-1A03-2F0B9796161D}"/>
          </ac:picMkLst>
        </pc:picChg>
        <pc:picChg chg="add del mod">
          <ac:chgData name="Sarah Gamal" userId="371388555265d960" providerId="LiveId" clId="{6DD52A36-005C-4EB5-9398-F1ED66DFD5EC}" dt="2026-05-15T19:39:10.331" v="1147" actId="478"/>
          <ac:picMkLst>
            <pc:docMk/>
            <pc:sldMk cId="931137767" sldId="328"/>
            <ac:picMk id="4" creationId="{D2E64171-02F4-B2A9-9986-B57A2CE0BE61}"/>
          </ac:picMkLst>
        </pc:picChg>
        <pc:picChg chg="add mod">
          <ac:chgData name="Sarah Gamal" userId="371388555265d960" providerId="LiveId" clId="{6DD52A36-005C-4EB5-9398-F1ED66DFD5EC}" dt="2026-05-15T19:39:16.974" v="1151" actId="1076"/>
          <ac:picMkLst>
            <pc:docMk/>
            <pc:sldMk cId="931137767" sldId="328"/>
            <ac:picMk id="7" creationId="{DC1542EE-14DD-5A55-565A-FE58B0A15902}"/>
          </ac:picMkLst>
        </pc:picChg>
      </pc:sldChg>
      <pc:sldChg chg="addSp delSp modSp add mod ord">
        <pc:chgData name="Sarah Gamal" userId="371388555265d960" providerId="LiveId" clId="{6DD52A36-005C-4EB5-9398-F1ED66DFD5EC}" dt="2026-05-15T19:40:19.536" v="1167"/>
        <pc:sldMkLst>
          <pc:docMk/>
          <pc:sldMk cId="3678238041" sldId="329"/>
        </pc:sldMkLst>
        <pc:picChg chg="add del mod">
          <ac:chgData name="Sarah Gamal" userId="371388555265d960" providerId="LiveId" clId="{6DD52A36-005C-4EB5-9398-F1ED66DFD5EC}" dt="2026-05-15T19:39:41.619" v="1159" actId="478"/>
          <ac:picMkLst>
            <pc:docMk/>
            <pc:sldMk cId="3678238041" sldId="329"/>
            <ac:picMk id="3" creationId="{E99531B1-8484-9030-FFAB-83AD8679E3ED}"/>
          </ac:picMkLst>
        </pc:picChg>
        <pc:picChg chg="add mod">
          <ac:chgData name="Sarah Gamal" userId="371388555265d960" providerId="LiveId" clId="{6DD52A36-005C-4EB5-9398-F1ED66DFD5EC}" dt="2026-05-15T19:39:58.715" v="1165" actId="1440"/>
          <ac:picMkLst>
            <pc:docMk/>
            <pc:sldMk cId="3678238041" sldId="329"/>
            <ac:picMk id="5" creationId="{3C766FAE-DF89-782E-3653-1B1A49EBECC5}"/>
          </ac:picMkLst>
        </pc:picChg>
        <pc:picChg chg="del">
          <ac:chgData name="Sarah Gamal" userId="371388555265d960" providerId="LiveId" clId="{6DD52A36-005C-4EB5-9398-F1ED66DFD5EC}" dt="2026-05-15T19:39:29.612" v="1155" actId="478"/>
          <ac:picMkLst>
            <pc:docMk/>
            <pc:sldMk cId="3678238041" sldId="329"/>
            <ac:picMk id="7" creationId="{0F5B7559-0EE6-5981-5736-FC6D18C0E923}"/>
          </ac:picMkLst>
        </pc:picChg>
      </pc:sldChg>
      <pc:sldChg chg="addSp delSp modSp add mod">
        <pc:chgData name="Sarah Gamal" userId="371388555265d960" providerId="LiveId" clId="{6DD52A36-005C-4EB5-9398-F1ED66DFD5EC}" dt="2026-05-15T19:46:30.660" v="1303" actId="14100"/>
        <pc:sldMkLst>
          <pc:docMk/>
          <pc:sldMk cId="3084894120" sldId="330"/>
        </pc:sldMkLst>
        <pc:spChg chg="del">
          <ac:chgData name="Sarah Gamal" userId="371388555265d960" providerId="LiveId" clId="{6DD52A36-005C-4EB5-9398-F1ED66DFD5EC}" dt="2026-05-15T19:41:20.509" v="1170" actId="478"/>
          <ac:spMkLst>
            <pc:docMk/>
            <pc:sldMk cId="3084894120" sldId="330"/>
            <ac:spMk id="5" creationId="{132BDDBD-3F88-E998-7BD8-599F0ABAC78A}"/>
          </ac:spMkLst>
        </pc:spChg>
        <pc:spChg chg="add mod">
          <ac:chgData name="Sarah Gamal" userId="371388555265d960" providerId="LiveId" clId="{6DD52A36-005C-4EB5-9398-F1ED66DFD5EC}" dt="2026-05-15T19:43:30.330" v="1277" actId="20577"/>
          <ac:spMkLst>
            <pc:docMk/>
            <pc:sldMk cId="3084894120" sldId="330"/>
            <ac:spMk id="8" creationId="{56963CF2-32E5-2189-089D-C0146EC2F038}"/>
          </ac:spMkLst>
        </pc:spChg>
        <pc:spChg chg="add mod">
          <ac:chgData name="Sarah Gamal" userId="371388555265d960" providerId="LiveId" clId="{6DD52A36-005C-4EB5-9398-F1ED66DFD5EC}" dt="2026-05-15T19:46:30.660" v="1303" actId="14100"/>
          <ac:spMkLst>
            <pc:docMk/>
            <pc:sldMk cId="3084894120" sldId="330"/>
            <ac:spMk id="10" creationId="{8A559B69-57A5-BB4D-4760-684F63E2AFFC}"/>
          </ac:spMkLst>
        </pc:spChg>
        <pc:spChg chg="mod">
          <ac:chgData name="Sarah Gamal" userId="371388555265d960" providerId="LiveId" clId="{6DD52A36-005C-4EB5-9398-F1ED66DFD5EC}" dt="2026-05-15T19:41:31.302" v="1185" actId="20577"/>
          <ac:spMkLst>
            <pc:docMk/>
            <pc:sldMk cId="3084894120" sldId="330"/>
            <ac:spMk id="1036" creationId="{3544EE30-7318-C209-BCD0-6B5A772A8ED8}"/>
          </ac:spMkLst>
        </pc:spChg>
        <pc:picChg chg="del">
          <ac:chgData name="Sarah Gamal" userId="371388555265d960" providerId="LiveId" clId="{6DD52A36-005C-4EB5-9398-F1ED66DFD5EC}" dt="2026-05-15T19:41:18.040" v="1169" actId="478"/>
          <ac:picMkLst>
            <pc:docMk/>
            <pc:sldMk cId="3084894120" sldId="330"/>
            <ac:picMk id="3" creationId="{387A0DB8-4859-A25A-C838-87AF2D7A7957}"/>
          </ac:picMkLst>
        </pc:picChg>
        <pc:picChg chg="add mod">
          <ac:chgData name="Sarah Gamal" userId="371388555265d960" providerId="LiveId" clId="{6DD52A36-005C-4EB5-9398-F1ED66DFD5EC}" dt="2026-05-15T19:41:37.828" v="1188" actId="1076"/>
          <ac:picMkLst>
            <pc:docMk/>
            <pc:sldMk cId="3084894120" sldId="330"/>
            <ac:picMk id="4" creationId="{AC2052D1-169D-6D3C-EDFE-FE12E9477842}"/>
          </ac:picMkLst>
        </pc:picChg>
        <pc:picChg chg="add mod">
          <ac:chgData name="Sarah Gamal" userId="371388555265d960" providerId="LiveId" clId="{6DD52A36-005C-4EB5-9398-F1ED66DFD5EC}" dt="2026-05-15T19:42:29.124" v="1190" actId="1076"/>
          <ac:picMkLst>
            <pc:docMk/>
            <pc:sldMk cId="3084894120" sldId="330"/>
            <ac:picMk id="7" creationId="{53DC2A09-D299-E069-EB40-2D489527A847}"/>
          </ac:picMkLst>
        </pc:picChg>
      </pc:sldChg>
      <pc:sldChg chg="addSp delSp modSp add mod">
        <pc:chgData name="Sarah Gamal" userId="371388555265d960" providerId="LiveId" clId="{6DD52A36-005C-4EB5-9398-F1ED66DFD5EC}" dt="2026-05-15T19:46:51.176" v="1310" actId="1076"/>
        <pc:sldMkLst>
          <pc:docMk/>
          <pc:sldMk cId="2882794836" sldId="331"/>
        </pc:sldMkLst>
        <pc:spChg chg="del">
          <ac:chgData name="Sarah Gamal" userId="371388555265d960" providerId="LiveId" clId="{6DD52A36-005C-4EB5-9398-F1ED66DFD5EC}" dt="2026-05-15T19:44:40.752" v="1280" actId="478"/>
          <ac:spMkLst>
            <pc:docMk/>
            <pc:sldMk cId="2882794836" sldId="331"/>
            <ac:spMk id="8" creationId="{4CCD000A-3111-BD3A-9E10-2206D459E42C}"/>
          </ac:spMkLst>
        </pc:spChg>
        <pc:spChg chg="add mod">
          <ac:chgData name="Sarah Gamal" userId="371388555265d960" providerId="LiveId" clId="{6DD52A36-005C-4EB5-9398-F1ED66DFD5EC}" dt="2026-05-15T19:46:51.176" v="1310" actId="1076"/>
          <ac:spMkLst>
            <pc:docMk/>
            <pc:sldMk cId="2882794836" sldId="331"/>
            <ac:spMk id="9" creationId="{414BD425-972B-190F-E865-A11833C1639A}"/>
          </ac:spMkLst>
        </pc:spChg>
        <pc:picChg chg="add mod">
          <ac:chgData name="Sarah Gamal" userId="371388555265d960" providerId="LiveId" clId="{6DD52A36-005C-4EB5-9398-F1ED66DFD5EC}" dt="2026-05-15T19:46:47.197" v="1308" actId="1076"/>
          <ac:picMkLst>
            <pc:docMk/>
            <pc:sldMk cId="2882794836" sldId="331"/>
            <ac:picMk id="3" creationId="{E7EF37D3-69C2-359F-1DB8-F21F294EF33D}"/>
          </ac:picMkLst>
        </pc:picChg>
        <pc:picChg chg="del">
          <ac:chgData name="Sarah Gamal" userId="371388555265d960" providerId="LiveId" clId="{6DD52A36-005C-4EB5-9398-F1ED66DFD5EC}" dt="2026-05-15T19:44:38.165" v="1279" actId="478"/>
          <ac:picMkLst>
            <pc:docMk/>
            <pc:sldMk cId="2882794836" sldId="331"/>
            <ac:picMk id="4" creationId="{15497073-01A5-FA39-4495-07AE985C83F3}"/>
          </ac:picMkLst>
        </pc:picChg>
        <pc:picChg chg="add del mod">
          <ac:chgData name="Sarah Gamal" userId="371388555265d960" providerId="LiveId" clId="{6DD52A36-005C-4EB5-9398-F1ED66DFD5EC}" dt="2026-05-15T19:46:39.893" v="1305" actId="478"/>
          <ac:picMkLst>
            <pc:docMk/>
            <pc:sldMk cId="2882794836" sldId="331"/>
            <ac:picMk id="6" creationId="{0F0B88BD-18AC-5764-FE66-463EAF0170CD}"/>
          </ac:picMkLst>
        </pc:picChg>
        <pc:picChg chg="del">
          <ac:chgData name="Sarah Gamal" userId="371388555265d960" providerId="LiveId" clId="{6DD52A36-005C-4EB5-9398-F1ED66DFD5EC}" dt="2026-05-15T19:44:42.455" v="1281" actId="478"/>
          <ac:picMkLst>
            <pc:docMk/>
            <pc:sldMk cId="2882794836" sldId="331"/>
            <ac:picMk id="7" creationId="{3A388210-16A0-9D01-9684-4F408157DC24}"/>
          </ac:picMkLst>
        </pc:picChg>
      </pc:sldChg>
      <pc:sldChg chg="add del">
        <pc:chgData name="Sarah Gamal" userId="371388555265d960" providerId="LiveId" clId="{6DD52A36-005C-4EB5-9398-F1ED66DFD5EC}" dt="2026-05-15T19:44:45.149" v="1283"/>
        <pc:sldMkLst>
          <pc:docMk/>
          <pc:sldMk cId="624621720" sldId="332"/>
        </pc:sldMkLst>
      </pc:sldChg>
      <pc:sldChg chg="addSp delSp modSp add mod">
        <pc:chgData name="Sarah Gamal" userId="371388555265d960" providerId="LiveId" clId="{6DD52A36-005C-4EB5-9398-F1ED66DFD5EC}" dt="2026-05-15T19:52:26.217" v="1498" actId="1076"/>
        <pc:sldMkLst>
          <pc:docMk/>
          <pc:sldMk cId="2650849803" sldId="332"/>
        </pc:sldMkLst>
        <pc:spChg chg="add mod">
          <ac:chgData name="Sarah Gamal" userId="371388555265d960" providerId="LiveId" clId="{6DD52A36-005C-4EB5-9398-F1ED66DFD5EC}" dt="2026-05-15T19:49:16.432" v="1416" actId="20577"/>
          <ac:spMkLst>
            <pc:docMk/>
            <pc:sldMk cId="2650849803" sldId="332"/>
            <ac:spMk id="5" creationId="{1916D6CB-1258-2C74-C207-22525D53A235}"/>
          </ac:spMkLst>
        </pc:spChg>
        <pc:spChg chg="del">
          <ac:chgData name="Sarah Gamal" userId="371388555265d960" providerId="LiveId" clId="{6DD52A36-005C-4EB5-9398-F1ED66DFD5EC}" dt="2026-05-15T19:47:46.852" v="1313" actId="478"/>
          <ac:spMkLst>
            <pc:docMk/>
            <pc:sldMk cId="2650849803" sldId="332"/>
            <ac:spMk id="9" creationId="{76DEEFA3-2C62-E1DC-AF60-3903C33B3134}"/>
          </ac:spMkLst>
        </pc:spChg>
        <pc:picChg chg="del">
          <ac:chgData name="Sarah Gamal" userId="371388555265d960" providerId="LiveId" clId="{6DD52A36-005C-4EB5-9398-F1ED66DFD5EC}" dt="2026-05-15T19:47:43.909" v="1312" actId="478"/>
          <ac:picMkLst>
            <pc:docMk/>
            <pc:sldMk cId="2650849803" sldId="332"/>
            <ac:picMk id="3" creationId="{337AFB8C-AC18-27B1-D966-8F638598735B}"/>
          </ac:picMkLst>
        </pc:picChg>
        <pc:picChg chg="add mod">
          <ac:chgData name="Sarah Gamal" userId="371388555265d960" providerId="LiveId" clId="{6DD52A36-005C-4EB5-9398-F1ED66DFD5EC}" dt="2026-05-15T19:52:26.217" v="1498" actId="1076"/>
          <ac:picMkLst>
            <pc:docMk/>
            <pc:sldMk cId="2650849803" sldId="332"/>
            <ac:picMk id="4" creationId="{840A1C51-E8FE-D60D-EFC2-30E44D5550BB}"/>
          </ac:picMkLst>
        </pc:picChg>
      </pc:sldChg>
      <pc:sldChg chg="addSp delSp modSp add mod">
        <pc:chgData name="Sarah Gamal" userId="371388555265d960" providerId="LiveId" clId="{6DD52A36-005C-4EB5-9398-F1ED66DFD5EC}" dt="2026-05-15T19:51:29.482" v="1495" actId="20577"/>
        <pc:sldMkLst>
          <pc:docMk/>
          <pc:sldMk cId="387300617" sldId="333"/>
        </pc:sldMkLst>
        <pc:spChg chg="mod">
          <ac:chgData name="Sarah Gamal" userId="371388555265d960" providerId="LiveId" clId="{6DD52A36-005C-4EB5-9398-F1ED66DFD5EC}" dt="2026-05-15T19:51:29.482" v="1495" actId="20577"/>
          <ac:spMkLst>
            <pc:docMk/>
            <pc:sldMk cId="387300617" sldId="333"/>
            <ac:spMk id="5" creationId="{27951F36-AD6E-AFDB-3D9E-858F8E989F11}"/>
          </ac:spMkLst>
        </pc:spChg>
        <pc:picChg chg="add mod">
          <ac:chgData name="Sarah Gamal" userId="371388555265d960" providerId="LiveId" clId="{6DD52A36-005C-4EB5-9398-F1ED66DFD5EC}" dt="2026-05-15T19:50:10.741" v="1422" actId="1440"/>
          <ac:picMkLst>
            <pc:docMk/>
            <pc:sldMk cId="387300617" sldId="333"/>
            <ac:picMk id="3" creationId="{0E5A4A33-9BA8-E18F-86A6-3F858D1AD82B}"/>
          </ac:picMkLst>
        </pc:picChg>
        <pc:picChg chg="del">
          <ac:chgData name="Sarah Gamal" userId="371388555265d960" providerId="LiveId" clId="{6DD52A36-005C-4EB5-9398-F1ED66DFD5EC}" dt="2026-05-15T19:50:02.579" v="1418" actId="478"/>
          <ac:picMkLst>
            <pc:docMk/>
            <pc:sldMk cId="387300617" sldId="333"/>
            <ac:picMk id="4" creationId="{E7A36638-4875-5BED-775E-ABF314E95216}"/>
          </ac:picMkLst>
        </pc:picChg>
      </pc:sldChg>
      <pc:sldChg chg="addSp delSp modSp add mod">
        <pc:chgData name="Sarah Gamal" userId="371388555265d960" providerId="LiveId" clId="{6DD52A36-005C-4EB5-9398-F1ED66DFD5EC}" dt="2026-05-15T19:52:54.630" v="1504" actId="1440"/>
        <pc:sldMkLst>
          <pc:docMk/>
          <pc:sldMk cId="909238691" sldId="334"/>
        </pc:sldMkLst>
        <pc:spChg chg="del">
          <ac:chgData name="Sarah Gamal" userId="371388555265d960" providerId="LiveId" clId="{6DD52A36-005C-4EB5-9398-F1ED66DFD5EC}" dt="2026-05-15T19:52:34.501" v="1500" actId="478"/>
          <ac:spMkLst>
            <pc:docMk/>
            <pc:sldMk cId="909238691" sldId="334"/>
            <ac:spMk id="5" creationId="{A445BCC0-9E4F-6E4E-D971-2EF29BA89CEE}"/>
          </ac:spMkLst>
        </pc:spChg>
        <pc:picChg chg="del">
          <ac:chgData name="Sarah Gamal" userId="371388555265d960" providerId="LiveId" clId="{6DD52A36-005C-4EB5-9398-F1ED66DFD5EC}" dt="2026-05-15T19:52:33.287" v="1499" actId="478"/>
          <ac:picMkLst>
            <pc:docMk/>
            <pc:sldMk cId="909238691" sldId="334"/>
            <ac:picMk id="3" creationId="{5D5B801A-C4A2-9542-274A-70930CDA78A7}"/>
          </ac:picMkLst>
        </pc:picChg>
        <pc:picChg chg="add mod">
          <ac:chgData name="Sarah Gamal" userId="371388555265d960" providerId="LiveId" clId="{6DD52A36-005C-4EB5-9398-F1ED66DFD5EC}" dt="2026-05-15T19:52:54.630" v="1504" actId="1440"/>
          <ac:picMkLst>
            <pc:docMk/>
            <pc:sldMk cId="909238691" sldId="334"/>
            <ac:picMk id="4" creationId="{8B83DA0B-A3EB-5D2D-74F3-9CC101245863}"/>
          </ac:picMkLst>
        </pc:picChg>
      </pc:sldChg>
      <pc:sldChg chg="addSp delSp modSp add mod">
        <pc:chgData name="Sarah Gamal" userId="371388555265d960" providerId="LiveId" clId="{6DD52A36-005C-4EB5-9398-F1ED66DFD5EC}" dt="2026-05-15T19:58:28.241" v="1679" actId="1440"/>
        <pc:sldMkLst>
          <pc:docMk/>
          <pc:sldMk cId="1240332181" sldId="335"/>
        </pc:sldMkLst>
        <pc:spChg chg="mod">
          <ac:chgData name="Sarah Gamal" userId="371388555265d960" providerId="LiveId" clId="{6DD52A36-005C-4EB5-9398-F1ED66DFD5EC}" dt="2026-05-15T19:53:09.351" v="1525" actId="20577"/>
          <ac:spMkLst>
            <pc:docMk/>
            <pc:sldMk cId="1240332181" sldId="335"/>
            <ac:spMk id="1036" creationId="{999A6FE4-A70E-CF4E-EEB2-8471B59EB4C0}"/>
          </ac:spMkLst>
        </pc:spChg>
        <pc:picChg chg="add mod">
          <ac:chgData name="Sarah Gamal" userId="371388555265d960" providerId="LiveId" clId="{6DD52A36-005C-4EB5-9398-F1ED66DFD5EC}" dt="2026-05-15T19:58:28.241" v="1679" actId="1440"/>
          <ac:picMkLst>
            <pc:docMk/>
            <pc:sldMk cId="1240332181" sldId="335"/>
            <ac:picMk id="3" creationId="{7B31CC3A-FC0F-1953-093F-B4FCE5DE17D9}"/>
          </ac:picMkLst>
        </pc:picChg>
        <pc:picChg chg="del">
          <ac:chgData name="Sarah Gamal" userId="371388555265d960" providerId="LiveId" clId="{6DD52A36-005C-4EB5-9398-F1ED66DFD5EC}" dt="2026-05-15T19:53:11.623" v="1526" actId="478"/>
          <ac:picMkLst>
            <pc:docMk/>
            <pc:sldMk cId="1240332181" sldId="335"/>
            <ac:picMk id="4" creationId="{0DF5A4A3-161A-F5D5-A815-343D57AC5818}"/>
          </ac:picMkLst>
        </pc:picChg>
      </pc:sldChg>
      <pc:sldChg chg="addSp delSp modSp add mod">
        <pc:chgData name="Sarah Gamal" userId="371388555265d960" providerId="LiveId" clId="{6DD52A36-005C-4EB5-9398-F1ED66DFD5EC}" dt="2026-05-15T19:57:18.233" v="1673" actId="1076"/>
        <pc:sldMkLst>
          <pc:docMk/>
          <pc:sldMk cId="3095187939" sldId="336"/>
        </pc:sldMkLst>
        <pc:spChg chg="add mod">
          <ac:chgData name="Sarah Gamal" userId="371388555265d960" providerId="LiveId" clId="{6DD52A36-005C-4EB5-9398-F1ED66DFD5EC}" dt="2026-05-15T19:56:04.911" v="1607" actId="1076"/>
          <ac:spMkLst>
            <pc:docMk/>
            <pc:sldMk cId="3095187939" sldId="336"/>
            <ac:spMk id="5" creationId="{48BF6F81-EBFE-04A3-B17D-4C929062527D}"/>
          </ac:spMkLst>
        </pc:spChg>
        <pc:spChg chg="add mod">
          <ac:chgData name="Sarah Gamal" userId="371388555265d960" providerId="LiveId" clId="{6DD52A36-005C-4EB5-9398-F1ED66DFD5EC}" dt="2026-05-15T19:57:18.233" v="1673" actId="1076"/>
          <ac:spMkLst>
            <pc:docMk/>
            <pc:sldMk cId="3095187939" sldId="336"/>
            <ac:spMk id="8" creationId="{E4813831-D3AE-6C0F-5B75-2FACAD268235}"/>
          </ac:spMkLst>
        </pc:spChg>
        <pc:picChg chg="del">
          <ac:chgData name="Sarah Gamal" userId="371388555265d960" providerId="LiveId" clId="{6DD52A36-005C-4EB5-9398-F1ED66DFD5EC}" dt="2026-05-15T19:53:53.555" v="1532" actId="478"/>
          <ac:picMkLst>
            <pc:docMk/>
            <pc:sldMk cId="3095187939" sldId="336"/>
            <ac:picMk id="3" creationId="{C1CE43E8-F94C-9C88-7128-98A50BF4554A}"/>
          </ac:picMkLst>
        </pc:picChg>
        <pc:picChg chg="add mod">
          <ac:chgData name="Sarah Gamal" userId="371388555265d960" providerId="LiveId" clId="{6DD52A36-005C-4EB5-9398-F1ED66DFD5EC}" dt="2026-05-15T19:56:06.583" v="1608" actId="1076"/>
          <ac:picMkLst>
            <pc:docMk/>
            <pc:sldMk cId="3095187939" sldId="336"/>
            <ac:picMk id="4" creationId="{560822DF-1092-0CB2-48FC-C188DCF2535E}"/>
          </ac:picMkLst>
        </pc:picChg>
        <pc:picChg chg="add mod">
          <ac:chgData name="Sarah Gamal" userId="371388555265d960" providerId="LiveId" clId="{6DD52A36-005C-4EB5-9398-F1ED66DFD5EC}" dt="2026-05-15T19:55:59.775" v="1606" actId="1440"/>
          <ac:picMkLst>
            <pc:docMk/>
            <pc:sldMk cId="3095187939" sldId="336"/>
            <ac:picMk id="7" creationId="{BE971D2F-2076-0DD8-6505-26CCB5172F0F}"/>
          </ac:picMkLst>
        </pc:picChg>
      </pc:sldChg>
      <pc:sldMasterChg chg="addSldLayout delSldLayout">
        <pc:chgData name="Sarah Gamal" userId="371388555265d960" providerId="LiveId" clId="{6DD52A36-005C-4EB5-9398-F1ED66DFD5EC}" dt="2026-05-15T19:57:30.345" v="1675" actId="47"/>
        <pc:sldMasterMkLst>
          <pc:docMk/>
          <pc:sldMasterMk cId="0" sldId="2147483681"/>
        </pc:sldMasterMkLst>
        <pc:sldLayoutChg chg="del">
          <pc:chgData name="Sarah Gamal" userId="371388555265d960" providerId="LiveId" clId="{6DD52A36-005C-4EB5-9398-F1ED66DFD5EC}" dt="2026-05-15T19:57:24.597" v="1674" actId="47"/>
          <pc:sldLayoutMkLst>
            <pc:docMk/>
            <pc:sldMasterMk cId="0" sldId="2147483681"/>
            <pc:sldLayoutMk cId="0" sldId="2147483649"/>
          </pc:sldLayoutMkLst>
        </pc:sldLayoutChg>
        <pc:sldLayoutChg chg="del">
          <pc:chgData name="Sarah Gamal" userId="371388555265d960" providerId="LiveId" clId="{6DD52A36-005C-4EB5-9398-F1ED66DFD5EC}" dt="2026-05-15T19:04:29.646" v="696" actId="47"/>
          <pc:sldLayoutMkLst>
            <pc:docMk/>
            <pc:sldMasterMk cId="0" sldId="2147483681"/>
            <pc:sldLayoutMk cId="0" sldId="2147483652"/>
          </pc:sldLayoutMkLst>
        </pc:sldLayoutChg>
        <pc:sldLayoutChg chg="del">
          <pc:chgData name="Sarah Gamal" userId="371388555265d960" providerId="LiveId" clId="{6DD52A36-005C-4EB5-9398-F1ED66DFD5EC}" dt="2026-05-15T19:04:26.885" v="692" actId="47"/>
          <pc:sldLayoutMkLst>
            <pc:docMk/>
            <pc:sldMasterMk cId="0" sldId="2147483681"/>
            <pc:sldLayoutMk cId="0" sldId="2147483653"/>
          </pc:sldLayoutMkLst>
        </pc:sldLayoutChg>
        <pc:sldLayoutChg chg="del">
          <pc:chgData name="Sarah Gamal" userId="371388555265d960" providerId="LiveId" clId="{6DD52A36-005C-4EB5-9398-F1ED66DFD5EC}" dt="2026-05-15T18:28:27.841" v="434" actId="47"/>
          <pc:sldLayoutMkLst>
            <pc:docMk/>
            <pc:sldMasterMk cId="0" sldId="2147483681"/>
            <pc:sldLayoutMk cId="0" sldId="2147483654"/>
          </pc:sldLayoutMkLst>
        </pc:sldLayoutChg>
        <pc:sldLayoutChg chg="del">
          <pc:chgData name="Sarah Gamal" userId="371388555265d960" providerId="LiveId" clId="{6DD52A36-005C-4EB5-9398-F1ED66DFD5EC}" dt="2026-05-15T09:12:33.577" v="212" actId="47"/>
          <pc:sldLayoutMkLst>
            <pc:docMk/>
            <pc:sldMasterMk cId="0" sldId="2147483681"/>
            <pc:sldLayoutMk cId="0" sldId="2147483656"/>
          </pc:sldLayoutMkLst>
        </pc:sldLayoutChg>
        <pc:sldLayoutChg chg="del">
          <pc:chgData name="Sarah Gamal" userId="371388555265d960" providerId="LiveId" clId="{6DD52A36-005C-4EB5-9398-F1ED66DFD5EC}" dt="2026-05-15T19:04:30.922" v="697" actId="47"/>
          <pc:sldLayoutMkLst>
            <pc:docMk/>
            <pc:sldMasterMk cId="0" sldId="2147483681"/>
            <pc:sldLayoutMk cId="0" sldId="2147483657"/>
          </pc:sldLayoutMkLst>
        </pc:sldLayoutChg>
        <pc:sldLayoutChg chg="del">
          <pc:chgData name="Sarah Gamal" userId="371388555265d960" providerId="LiveId" clId="{6DD52A36-005C-4EB5-9398-F1ED66DFD5EC}" dt="2026-05-15T19:02:34.266" v="650" actId="47"/>
          <pc:sldLayoutMkLst>
            <pc:docMk/>
            <pc:sldMasterMk cId="0" sldId="2147483681"/>
            <pc:sldLayoutMk cId="0" sldId="2147483659"/>
          </pc:sldLayoutMkLst>
        </pc:sldLayoutChg>
        <pc:sldLayoutChg chg="del">
          <pc:chgData name="Sarah Gamal" userId="371388555265d960" providerId="LiveId" clId="{6DD52A36-005C-4EB5-9398-F1ED66DFD5EC}" dt="2026-05-15T08:58:52.134" v="61" actId="47"/>
          <pc:sldLayoutMkLst>
            <pc:docMk/>
            <pc:sldMasterMk cId="0" sldId="2147483681"/>
            <pc:sldLayoutMk cId="0" sldId="2147483660"/>
          </pc:sldLayoutMkLst>
        </pc:sldLayoutChg>
        <pc:sldLayoutChg chg="del">
          <pc:chgData name="Sarah Gamal" userId="371388555265d960" providerId="LiveId" clId="{6DD52A36-005C-4EB5-9398-F1ED66DFD5EC}" dt="2026-05-15T19:04:31.554" v="698" actId="47"/>
          <pc:sldLayoutMkLst>
            <pc:docMk/>
            <pc:sldMasterMk cId="0" sldId="2147483681"/>
            <pc:sldLayoutMk cId="0" sldId="2147483661"/>
          </pc:sldLayoutMkLst>
        </pc:sldLayoutChg>
        <pc:sldLayoutChg chg="del">
          <pc:chgData name="Sarah Gamal" userId="371388555265d960" providerId="LiveId" clId="{6DD52A36-005C-4EB5-9398-F1ED66DFD5EC}" dt="2026-05-15T19:04:18.412" v="690" actId="47"/>
          <pc:sldLayoutMkLst>
            <pc:docMk/>
            <pc:sldMasterMk cId="0" sldId="2147483681"/>
            <pc:sldLayoutMk cId="0" sldId="2147483665"/>
          </pc:sldLayoutMkLst>
        </pc:sldLayoutChg>
        <pc:sldLayoutChg chg="del">
          <pc:chgData name="Sarah Gamal" userId="371388555265d960" providerId="LiveId" clId="{6DD52A36-005C-4EB5-9398-F1ED66DFD5EC}" dt="2026-05-15T19:04:10.158" v="684" actId="47"/>
          <pc:sldLayoutMkLst>
            <pc:docMk/>
            <pc:sldMasterMk cId="0" sldId="2147483681"/>
            <pc:sldLayoutMk cId="0" sldId="2147483666"/>
          </pc:sldLayoutMkLst>
        </pc:sldLayoutChg>
        <pc:sldLayoutChg chg="add del">
          <pc:chgData name="Sarah Gamal" userId="371388555265d960" providerId="LiveId" clId="{6DD52A36-005C-4EB5-9398-F1ED66DFD5EC}" dt="2026-05-15T19:04:17.087" v="689" actId="47"/>
          <pc:sldLayoutMkLst>
            <pc:docMk/>
            <pc:sldMasterMk cId="0" sldId="2147483681"/>
            <pc:sldLayoutMk cId="0" sldId="2147483667"/>
          </pc:sldLayoutMkLst>
        </pc:sldLayoutChg>
        <pc:sldLayoutChg chg="del">
          <pc:chgData name="Sarah Gamal" userId="371388555265d960" providerId="LiveId" clId="{6DD52A36-005C-4EB5-9398-F1ED66DFD5EC}" dt="2026-05-15T19:04:25.345" v="691" actId="47"/>
          <pc:sldLayoutMkLst>
            <pc:docMk/>
            <pc:sldMasterMk cId="0" sldId="2147483681"/>
            <pc:sldLayoutMk cId="0" sldId="2147483668"/>
          </pc:sldLayoutMkLst>
        </pc:sldLayoutChg>
        <pc:sldLayoutChg chg="del">
          <pc:chgData name="Sarah Gamal" userId="371388555265d960" providerId="LiveId" clId="{6DD52A36-005C-4EB5-9398-F1ED66DFD5EC}" dt="2026-05-15T19:03:19.254" v="675" actId="47"/>
          <pc:sldLayoutMkLst>
            <pc:docMk/>
            <pc:sldMasterMk cId="0" sldId="2147483681"/>
            <pc:sldLayoutMk cId="0" sldId="2147483669"/>
          </pc:sldLayoutMkLst>
        </pc:sldLayoutChg>
        <pc:sldLayoutChg chg="del">
          <pc:chgData name="Sarah Gamal" userId="371388555265d960" providerId="LiveId" clId="{6DD52A36-005C-4EB5-9398-F1ED66DFD5EC}" dt="2026-05-15T19:57:30.345" v="1675" actId="47"/>
          <pc:sldLayoutMkLst>
            <pc:docMk/>
            <pc:sldMasterMk cId="0" sldId="2147483681"/>
            <pc:sldLayoutMk cId="0" sldId="2147483670"/>
          </pc:sldLayoutMkLst>
        </pc:sldLayoutChg>
        <pc:sldLayoutChg chg="del">
          <pc:chgData name="Sarah Gamal" userId="371388555265d960" providerId="LiveId" clId="{6DD52A36-005C-4EB5-9398-F1ED66DFD5EC}" dt="2026-05-15T19:04:27.959" v="694" actId="47"/>
          <pc:sldLayoutMkLst>
            <pc:docMk/>
            <pc:sldMasterMk cId="0" sldId="2147483681"/>
            <pc:sldLayoutMk cId="0" sldId="2147483673"/>
          </pc:sldLayoutMkLst>
        </pc:sldLayoutChg>
        <pc:sldLayoutChg chg="del">
          <pc:chgData name="Sarah Gamal" userId="371388555265d960" providerId="LiveId" clId="{6DD52A36-005C-4EB5-9398-F1ED66DFD5EC}" dt="2026-05-15T19:04:32.357" v="699" actId="47"/>
          <pc:sldLayoutMkLst>
            <pc:docMk/>
            <pc:sldMasterMk cId="0" sldId="2147483681"/>
            <pc:sldLayoutMk cId="0" sldId="2147483674"/>
          </pc:sldLayoutMkLst>
        </pc:sldLayoutChg>
        <pc:sldLayoutChg chg="del">
          <pc:chgData name="Sarah Gamal" userId="371388555265d960" providerId="LiveId" clId="{6DD52A36-005C-4EB5-9398-F1ED66DFD5EC}" dt="2026-05-15T19:04:27.494" v="693" actId="47"/>
          <pc:sldLayoutMkLst>
            <pc:docMk/>
            <pc:sldMasterMk cId="0" sldId="2147483681"/>
            <pc:sldLayoutMk cId="0" sldId="2147483675"/>
          </pc:sldLayoutMkLst>
        </pc:sldLayoutChg>
        <pc:sldLayoutChg chg="add del">
          <pc:chgData name="Sarah Gamal" userId="371388555265d960" providerId="LiveId" clId="{6DD52A36-005C-4EB5-9398-F1ED66DFD5EC}" dt="2026-05-15T19:04:39.089" v="702" actId="47"/>
          <pc:sldLayoutMkLst>
            <pc:docMk/>
            <pc:sldMasterMk cId="0" sldId="2147483681"/>
            <pc:sldLayoutMk cId="0" sldId="2147483676"/>
          </pc:sldLayoutMkLst>
        </pc:sldLayoutChg>
      </pc:sldMasterChg>
      <pc:sldMasterChg chg="del delSldLayout">
        <pc:chgData name="Sarah Gamal" userId="371388555265d960" providerId="LiveId" clId="{6DD52A36-005C-4EB5-9398-F1ED66DFD5EC}" dt="2026-05-15T19:03:17.903" v="673" actId="47"/>
        <pc:sldMasterMkLst>
          <pc:docMk/>
          <pc:sldMasterMk cId="0" sldId="2147483682"/>
        </pc:sldMasterMkLst>
        <pc:sldLayoutChg chg="del">
          <pc:chgData name="Sarah Gamal" userId="371388555265d960" providerId="LiveId" clId="{6DD52A36-005C-4EB5-9398-F1ED66DFD5EC}" dt="2026-05-15T19:03:16.587" v="668" actId="47"/>
          <pc:sldLayoutMkLst>
            <pc:docMk/>
            <pc:sldMasterMk cId="0" sldId="2147483682"/>
            <pc:sldLayoutMk cId="0" sldId="2147483679"/>
          </pc:sldLayoutMkLst>
        </pc:sldLayoutChg>
        <pc:sldLayoutChg chg="del">
          <pc:chgData name="Sarah Gamal" userId="371388555265d960" providerId="LiveId" clId="{6DD52A36-005C-4EB5-9398-F1ED66DFD5EC}" dt="2026-05-15T19:03:17.903" v="673" actId="47"/>
          <pc:sldLayoutMkLst>
            <pc:docMk/>
            <pc:sldMasterMk cId="0" sldId="2147483682"/>
            <pc:sldLayoutMk cId="0" sldId="214748368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gf69e31394d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9" name="Google Shape;409;gf69e31394d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e1da39008e_0_9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e1da39008e_0_9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f977a7e5a8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f977a7e5a8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p:cNvGrpSpPr/>
        <p:nvPr/>
      </p:nvGrpSpPr>
      <p:grpSpPr>
        <a:xfrm>
          <a:off x="0" y="0"/>
          <a:ext cx="0" cy="0"/>
          <a:chOff x="0" y="0"/>
          <a:chExt cx="0" cy="0"/>
        </a:xfrm>
      </p:grpSpPr>
      <p:sp>
        <p:nvSpPr>
          <p:cNvPr id="580" name="Google Shape;580;ge1da39008e_0_9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1" name="Google Shape;581;ge1da39008e_0_9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a:extLst>
            <a:ext uri="{FF2B5EF4-FFF2-40B4-BE49-F238E27FC236}">
              <a16:creationId xmlns:a16="http://schemas.microsoft.com/office/drawing/2014/main" id="{C8D4C083-6112-824F-2CB7-497A5CC8AD92}"/>
            </a:ext>
          </a:extLst>
        </p:cNvPr>
        <p:cNvGrpSpPr/>
        <p:nvPr/>
      </p:nvGrpSpPr>
      <p:grpSpPr>
        <a:xfrm>
          <a:off x="0" y="0"/>
          <a:ext cx="0" cy="0"/>
          <a:chOff x="0" y="0"/>
          <a:chExt cx="0" cy="0"/>
        </a:xfrm>
      </p:grpSpPr>
      <p:sp>
        <p:nvSpPr>
          <p:cNvPr id="580" name="Google Shape;580;ge1da39008e_0_967:notes">
            <a:extLst>
              <a:ext uri="{FF2B5EF4-FFF2-40B4-BE49-F238E27FC236}">
                <a16:creationId xmlns:a16="http://schemas.microsoft.com/office/drawing/2014/main" id="{2EDEA42C-A2E5-6060-48A1-FA4161E54B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1" name="Google Shape;581;ge1da39008e_0_967:notes">
            <a:extLst>
              <a:ext uri="{FF2B5EF4-FFF2-40B4-BE49-F238E27FC236}">
                <a16:creationId xmlns:a16="http://schemas.microsoft.com/office/drawing/2014/main" id="{B445D616-682B-F57A-8BB7-8BD03327A05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591123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p:cNvGrpSpPr/>
        <p:nvPr/>
      </p:nvGrpSpPr>
      <p:grpSpPr>
        <a:xfrm>
          <a:off x="0" y="0"/>
          <a:ext cx="0" cy="0"/>
          <a:chOff x="0" y="0"/>
          <a:chExt cx="0" cy="0"/>
        </a:xfrm>
      </p:grpSpPr>
      <p:sp>
        <p:nvSpPr>
          <p:cNvPr id="741" name="Google Shape;741;gb6f45d4e6e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2" name="Google Shape;742;gb6f45d4e6e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Google Shape;803;ge25cd980bb_3_5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4" name="Google Shape;804;ge25cd980bb_3_5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a:extLst>
            <a:ext uri="{FF2B5EF4-FFF2-40B4-BE49-F238E27FC236}">
              <a16:creationId xmlns:a16="http://schemas.microsoft.com/office/drawing/2014/main" id="{BCECA829-7321-E74F-4195-6D9B2ADB511C}"/>
            </a:ext>
          </a:extLst>
        </p:cNvPr>
        <p:cNvGrpSpPr/>
        <p:nvPr/>
      </p:nvGrpSpPr>
      <p:grpSpPr>
        <a:xfrm>
          <a:off x="0" y="0"/>
          <a:ext cx="0" cy="0"/>
          <a:chOff x="0" y="0"/>
          <a:chExt cx="0" cy="0"/>
        </a:xfrm>
      </p:grpSpPr>
      <p:sp>
        <p:nvSpPr>
          <p:cNvPr id="803" name="Google Shape;803;ge25cd980bb_3_525:notes">
            <a:extLst>
              <a:ext uri="{FF2B5EF4-FFF2-40B4-BE49-F238E27FC236}">
                <a16:creationId xmlns:a16="http://schemas.microsoft.com/office/drawing/2014/main" id="{240A5E0D-750C-6150-FFED-09A99F3B258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4" name="Google Shape;804;ge25cd980bb_3_525:notes">
            <a:extLst>
              <a:ext uri="{FF2B5EF4-FFF2-40B4-BE49-F238E27FC236}">
                <a16:creationId xmlns:a16="http://schemas.microsoft.com/office/drawing/2014/main" id="{68B647B8-6EA3-965C-6EDF-861AC31AAD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75893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a:extLst>
            <a:ext uri="{FF2B5EF4-FFF2-40B4-BE49-F238E27FC236}">
              <a16:creationId xmlns:a16="http://schemas.microsoft.com/office/drawing/2014/main" id="{77801C51-659A-1AD5-F151-55C07C65AB82}"/>
            </a:ext>
          </a:extLst>
        </p:cNvPr>
        <p:cNvGrpSpPr/>
        <p:nvPr/>
      </p:nvGrpSpPr>
      <p:grpSpPr>
        <a:xfrm>
          <a:off x="0" y="0"/>
          <a:ext cx="0" cy="0"/>
          <a:chOff x="0" y="0"/>
          <a:chExt cx="0" cy="0"/>
        </a:xfrm>
      </p:grpSpPr>
      <p:sp>
        <p:nvSpPr>
          <p:cNvPr id="803" name="Google Shape;803;ge25cd980bb_3_525:notes">
            <a:extLst>
              <a:ext uri="{FF2B5EF4-FFF2-40B4-BE49-F238E27FC236}">
                <a16:creationId xmlns:a16="http://schemas.microsoft.com/office/drawing/2014/main" id="{AD3F3E5B-E968-4E1B-DA3C-AB2EF124FA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4" name="Google Shape;804;ge25cd980bb_3_525:notes">
            <a:extLst>
              <a:ext uri="{FF2B5EF4-FFF2-40B4-BE49-F238E27FC236}">
                <a16:creationId xmlns:a16="http://schemas.microsoft.com/office/drawing/2014/main" id="{CE81F9CA-B025-4196-CCF8-50C0E58F60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951797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1"/>
        <p:cNvGrpSpPr/>
        <p:nvPr/>
      </p:nvGrpSpPr>
      <p:grpSpPr>
        <a:xfrm>
          <a:off x="0" y="0"/>
          <a:ext cx="0" cy="0"/>
          <a:chOff x="0" y="0"/>
          <a:chExt cx="0" cy="0"/>
        </a:xfrm>
      </p:grpSpPr>
      <p:sp>
        <p:nvSpPr>
          <p:cNvPr id="952" name="Google Shape;952;ge25cd980bb_3_3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3" name="Google Shape;953;ge25cd980bb_3_3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1">
          <a:extLst>
            <a:ext uri="{FF2B5EF4-FFF2-40B4-BE49-F238E27FC236}">
              <a16:creationId xmlns:a16="http://schemas.microsoft.com/office/drawing/2014/main" id="{A5C85D8A-BC88-915C-98CF-98B43A798B82}"/>
            </a:ext>
          </a:extLst>
        </p:cNvPr>
        <p:cNvGrpSpPr/>
        <p:nvPr/>
      </p:nvGrpSpPr>
      <p:grpSpPr>
        <a:xfrm>
          <a:off x="0" y="0"/>
          <a:ext cx="0" cy="0"/>
          <a:chOff x="0" y="0"/>
          <a:chExt cx="0" cy="0"/>
        </a:xfrm>
      </p:grpSpPr>
      <p:sp>
        <p:nvSpPr>
          <p:cNvPr id="952" name="Google Shape;952;ge25cd980bb_3_354:notes">
            <a:extLst>
              <a:ext uri="{FF2B5EF4-FFF2-40B4-BE49-F238E27FC236}">
                <a16:creationId xmlns:a16="http://schemas.microsoft.com/office/drawing/2014/main" id="{BC3A8CE4-8FE2-7B09-6979-7E6F0EC7236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3" name="Google Shape;953;ge25cd980bb_3_354:notes">
            <a:extLst>
              <a:ext uri="{FF2B5EF4-FFF2-40B4-BE49-F238E27FC236}">
                <a16:creationId xmlns:a16="http://schemas.microsoft.com/office/drawing/2014/main" id="{881FCF83-E73F-5917-A2BC-C13AEAA43E6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999481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1">
          <a:extLst>
            <a:ext uri="{FF2B5EF4-FFF2-40B4-BE49-F238E27FC236}">
              <a16:creationId xmlns:a16="http://schemas.microsoft.com/office/drawing/2014/main" id="{70C2347A-C128-49E9-E107-4F6194CEB9DC}"/>
            </a:ext>
          </a:extLst>
        </p:cNvPr>
        <p:cNvGrpSpPr/>
        <p:nvPr/>
      </p:nvGrpSpPr>
      <p:grpSpPr>
        <a:xfrm>
          <a:off x="0" y="0"/>
          <a:ext cx="0" cy="0"/>
          <a:chOff x="0" y="0"/>
          <a:chExt cx="0" cy="0"/>
        </a:xfrm>
      </p:grpSpPr>
      <p:sp>
        <p:nvSpPr>
          <p:cNvPr id="952" name="Google Shape;952;ge25cd980bb_3_354:notes">
            <a:extLst>
              <a:ext uri="{FF2B5EF4-FFF2-40B4-BE49-F238E27FC236}">
                <a16:creationId xmlns:a16="http://schemas.microsoft.com/office/drawing/2014/main" id="{19D731FD-854B-0F99-967A-1B32582EDB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3" name="Google Shape;953;ge25cd980bb_3_354:notes">
            <a:extLst>
              <a:ext uri="{FF2B5EF4-FFF2-40B4-BE49-F238E27FC236}">
                <a16:creationId xmlns:a16="http://schemas.microsoft.com/office/drawing/2014/main" id="{59D5A2C7-2299-CA34-F2D6-D3E6AB92191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542393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1">
          <a:extLst>
            <a:ext uri="{FF2B5EF4-FFF2-40B4-BE49-F238E27FC236}">
              <a16:creationId xmlns:a16="http://schemas.microsoft.com/office/drawing/2014/main" id="{EE2BA5E7-9C6A-D6EC-E45C-AEE89EEC8AA1}"/>
            </a:ext>
          </a:extLst>
        </p:cNvPr>
        <p:cNvGrpSpPr/>
        <p:nvPr/>
      </p:nvGrpSpPr>
      <p:grpSpPr>
        <a:xfrm>
          <a:off x="0" y="0"/>
          <a:ext cx="0" cy="0"/>
          <a:chOff x="0" y="0"/>
          <a:chExt cx="0" cy="0"/>
        </a:xfrm>
      </p:grpSpPr>
      <p:sp>
        <p:nvSpPr>
          <p:cNvPr id="952" name="Google Shape;952;ge25cd980bb_3_354:notes">
            <a:extLst>
              <a:ext uri="{FF2B5EF4-FFF2-40B4-BE49-F238E27FC236}">
                <a16:creationId xmlns:a16="http://schemas.microsoft.com/office/drawing/2014/main" id="{F4132EA5-F281-9009-87B7-9F2886011A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3" name="Google Shape;953;ge25cd980bb_3_354:notes">
            <a:extLst>
              <a:ext uri="{FF2B5EF4-FFF2-40B4-BE49-F238E27FC236}">
                <a16:creationId xmlns:a16="http://schemas.microsoft.com/office/drawing/2014/main" id="{45643166-A0AF-531E-4BCB-94DF17E2385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785790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p:cNvGrpSpPr/>
        <p:nvPr/>
      </p:nvGrpSpPr>
      <p:grpSpPr>
        <a:xfrm>
          <a:off x="0" y="0"/>
          <a:ext cx="0" cy="0"/>
          <a:chOff x="0" y="0"/>
          <a:chExt cx="0" cy="0"/>
        </a:xfrm>
      </p:grpSpPr>
      <p:sp>
        <p:nvSpPr>
          <p:cNvPr id="1033" name="Google Shape;1033;ge876effa2d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4" name="Google Shape;1034;ge876effa2d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a:extLst>
            <a:ext uri="{FF2B5EF4-FFF2-40B4-BE49-F238E27FC236}">
              <a16:creationId xmlns:a16="http://schemas.microsoft.com/office/drawing/2014/main" id="{6ECD5B4A-EE3A-3D5C-8F7A-40DABC2BC147}"/>
            </a:ext>
          </a:extLst>
        </p:cNvPr>
        <p:cNvGrpSpPr/>
        <p:nvPr/>
      </p:nvGrpSpPr>
      <p:grpSpPr>
        <a:xfrm>
          <a:off x="0" y="0"/>
          <a:ext cx="0" cy="0"/>
          <a:chOff x="0" y="0"/>
          <a:chExt cx="0" cy="0"/>
        </a:xfrm>
      </p:grpSpPr>
      <p:sp>
        <p:nvSpPr>
          <p:cNvPr id="1033" name="Google Shape;1033;ge876effa2d_0_180:notes">
            <a:extLst>
              <a:ext uri="{FF2B5EF4-FFF2-40B4-BE49-F238E27FC236}">
                <a16:creationId xmlns:a16="http://schemas.microsoft.com/office/drawing/2014/main" id="{BBA1CD8F-C212-486C-9CCD-6A9E4B9FC0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4" name="Google Shape;1034;ge876effa2d_0_180:notes">
            <a:extLst>
              <a:ext uri="{FF2B5EF4-FFF2-40B4-BE49-F238E27FC236}">
                <a16:creationId xmlns:a16="http://schemas.microsoft.com/office/drawing/2014/main" id="{957E6586-3E70-B231-C1D9-D5FB0A29FC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925129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a:extLst>
            <a:ext uri="{FF2B5EF4-FFF2-40B4-BE49-F238E27FC236}">
              <a16:creationId xmlns:a16="http://schemas.microsoft.com/office/drawing/2014/main" id="{BC133E90-2738-C8E5-85BA-13E13D40ACBC}"/>
            </a:ext>
          </a:extLst>
        </p:cNvPr>
        <p:cNvGrpSpPr/>
        <p:nvPr/>
      </p:nvGrpSpPr>
      <p:grpSpPr>
        <a:xfrm>
          <a:off x="0" y="0"/>
          <a:ext cx="0" cy="0"/>
          <a:chOff x="0" y="0"/>
          <a:chExt cx="0" cy="0"/>
        </a:xfrm>
      </p:grpSpPr>
      <p:sp>
        <p:nvSpPr>
          <p:cNvPr id="1033" name="Google Shape;1033;ge876effa2d_0_180:notes">
            <a:extLst>
              <a:ext uri="{FF2B5EF4-FFF2-40B4-BE49-F238E27FC236}">
                <a16:creationId xmlns:a16="http://schemas.microsoft.com/office/drawing/2014/main" id="{9ECECD94-A27F-3384-0F9B-4902E08462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4" name="Google Shape;1034;ge876effa2d_0_180:notes">
            <a:extLst>
              <a:ext uri="{FF2B5EF4-FFF2-40B4-BE49-F238E27FC236}">
                <a16:creationId xmlns:a16="http://schemas.microsoft.com/office/drawing/2014/main" id="{46753A89-19D6-2F4E-4143-8326F80F51B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480720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a:extLst>
            <a:ext uri="{FF2B5EF4-FFF2-40B4-BE49-F238E27FC236}">
              <a16:creationId xmlns:a16="http://schemas.microsoft.com/office/drawing/2014/main" id="{7F6975C7-AE6B-CC08-A0E7-E83DB175DFE8}"/>
            </a:ext>
          </a:extLst>
        </p:cNvPr>
        <p:cNvGrpSpPr/>
        <p:nvPr/>
      </p:nvGrpSpPr>
      <p:grpSpPr>
        <a:xfrm>
          <a:off x="0" y="0"/>
          <a:ext cx="0" cy="0"/>
          <a:chOff x="0" y="0"/>
          <a:chExt cx="0" cy="0"/>
        </a:xfrm>
      </p:grpSpPr>
      <p:sp>
        <p:nvSpPr>
          <p:cNvPr id="1033" name="Google Shape;1033;ge876effa2d_0_180:notes">
            <a:extLst>
              <a:ext uri="{FF2B5EF4-FFF2-40B4-BE49-F238E27FC236}">
                <a16:creationId xmlns:a16="http://schemas.microsoft.com/office/drawing/2014/main" id="{20A9BF04-FA25-2A7F-DC12-89A879B4BB7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4" name="Google Shape;1034;ge876effa2d_0_180:notes">
            <a:extLst>
              <a:ext uri="{FF2B5EF4-FFF2-40B4-BE49-F238E27FC236}">
                <a16:creationId xmlns:a16="http://schemas.microsoft.com/office/drawing/2014/main" id="{DB079D5F-D5E4-5294-94BD-3D9016E8760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839712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a:extLst>
            <a:ext uri="{FF2B5EF4-FFF2-40B4-BE49-F238E27FC236}">
              <a16:creationId xmlns:a16="http://schemas.microsoft.com/office/drawing/2014/main" id="{B2964544-DEBB-7687-144C-9E514408896A}"/>
            </a:ext>
          </a:extLst>
        </p:cNvPr>
        <p:cNvGrpSpPr/>
        <p:nvPr/>
      </p:nvGrpSpPr>
      <p:grpSpPr>
        <a:xfrm>
          <a:off x="0" y="0"/>
          <a:ext cx="0" cy="0"/>
          <a:chOff x="0" y="0"/>
          <a:chExt cx="0" cy="0"/>
        </a:xfrm>
      </p:grpSpPr>
      <p:sp>
        <p:nvSpPr>
          <p:cNvPr id="1033" name="Google Shape;1033;ge876effa2d_0_180:notes">
            <a:extLst>
              <a:ext uri="{FF2B5EF4-FFF2-40B4-BE49-F238E27FC236}">
                <a16:creationId xmlns:a16="http://schemas.microsoft.com/office/drawing/2014/main" id="{8F9F43FC-6BF7-6BA6-EBC8-BE3BB5C1A3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4" name="Google Shape;1034;ge876effa2d_0_180:notes">
            <a:extLst>
              <a:ext uri="{FF2B5EF4-FFF2-40B4-BE49-F238E27FC236}">
                <a16:creationId xmlns:a16="http://schemas.microsoft.com/office/drawing/2014/main" id="{4D28620A-B3FB-BD0B-667D-B67CCB1BD07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224371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a:extLst>
            <a:ext uri="{FF2B5EF4-FFF2-40B4-BE49-F238E27FC236}">
              <a16:creationId xmlns:a16="http://schemas.microsoft.com/office/drawing/2014/main" id="{109E2533-9BFF-4BDE-AEE9-99BE6C22B6CC}"/>
            </a:ext>
          </a:extLst>
        </p:cNvPr>
        <p:cNvGrpSpPr/>
        <p:nvPr/>
      </p:nvGrpSpPr>
      <p:grpSpPr>
        <a:xfrm>
          <a:off x="0" y="0"/>
          <a:ext cx="0" cy="0"/>
          <a:chOff x="0" y="0"/>
          <a:chExt cx="0" cy="0"/>
        </a:xfrm>
      </p:grpSpPr>
      <p:sp>
        <p:nvSpPr>
          <p:cNvPr id="1033" name="Google Shape;1033;ge876effa2d_0_180:notes">
            <a:extLst>
              <a:ext uri="{FF2B5EF4-FFF2-40B4-BE49-F238E27FC236}">
                <a16:creationId xmlns:a16="http://schemas.microsoft.com/office/drawing/2014/main" id="{437BDB56-693B-6906-02DE-AA97FD0A37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4" name="Google Shape;1034;ge876effa2d_0_180:notes">
            <a:extLst>
              <a:ext uri="{FF2B5EF4-FFF2-40B4-BE49-F238E27FC236}">
                <a16:creationId xmlns:a16="http://schemas.microsoft.com/office/drawing/2014/main" id="{CD84EABA-D7B7-BD29-7F69-C46346370BC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021518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a:extLst>
            <a:ext uri="{FF2B5EF4-FFF2-40B4-BE49-F238E27FC236}">
              <a16:creationId xmlns:a16="http://schemas.microsoft.com/office/drawing/2014/main" id="{4DCD78C2-164E-603E-1C27-A1ECE9DEB433}"/>
            </a:ext>
          </a:extLst>
        </p:cNvPr>
        <p:cNvGrpSpPr/>
        <p:nvPr/>
      </p:nvGrpSpPr>
      <p:grpSpPr>
        <a:xfrm>
          <a:off x="0" y="0"/>
          <a:ext cx="0" cy="0"/>
          <a:chOff x="0" y="0"/>
          <a:chExt cx="0" cy="0"/>
        </a:xfrm>
      </p:grpSpPr>
      <p:sp>
        <p:nvSpPr>
          <p:cNvPr id="1033" name="Google Shape;1033;ge876effa2d_0_180:notes">
            <a:extLst>
              <a:ext uri="{FF2B5EF4-FFF2-40B4-BE49-F238E27FC236}">
                <a16:creationId xmlns:a16="http://schemas.microsoft.com/office/drawing/2014/main" id="{82679338-CE97-CF12-5147-A0DE93B325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4" name="Google Shape;1034;ge876effa2d_0_180:notes">
            <a:extLst>
              <a:ext uri="{FF2B5EF4-FFF2-40B4-BE49-F238E27FC236}">
                <a16:creationId xmlns:a16="http://schemas.microsoft.com/office/drawing/2014/main" id="{191FBBF5-4636-DF12-7454-924FFBDA323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279130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a:extLst>
            <a:ext uri="{FF2B5EF4-FFF2-40B4-BE49-F238E27FC236}">
              <a16:creationId xmlns:a16="http://schemas.microsoft.com/office/drawing/2014/main" id="{85A243C7-88EB-D49D-3A72-E1ACD4B4FBE4}"/>
            </a:ext>
          </a:extLst>
        </p:cNvPr>
        <p:cNvGrpSpPr/>
        <p:nvPr/>
      </p:nvGrpSpPr>
      <p:grpSpPr>
        <a:xfrm>
          <a:off x="0" y="0"/>
          <a:ext cx="0" cy="0"/>
          <a:chOff x="0" y="0"/>
          <a:chExt cx="0" cy="0"/>
        </a:xfrm>
      </p:grpSpPr>
      <p:sp>
        <p:nvSpPr>
          <p:cNvPr id="1033" name="Google Shape;1033;ge876effa2d_0_180:notes">
            <a:extLst>
              <a:ext uri="{FF2B5EF4-FFF2-40B4-BE49-F238E27FC236}">
                <a16:creationId xmlns:a16="http://schemas.microsoft.com/office/drawing/2014/main" id="{181683B6-5470-0D85-39DC-1E987B7849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4" name="Google Shape;1034;ge876effa2d_0_180:notes">
            <a:extLst>
              <a:ext uri="{FF2B5EF4-FFF2-40B4-BE49-F238E27FC236}">
                <a16:creationId xmlns:a16="http://schemas.microsoft.com/office/drawing/2014/main" id="{362D5BBC-763B-E2E2-9CF2-DD576D19DD7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467886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a:extLst>
            <a:ext uri="{FF2B5EF4-FFF2-40B4-BE49-F238E27FC236}">
              <a16:creationId xmlns:a16="http://schemas.microsoft.com/office/drawing/2014/main" id="{75790A7D-0842-E9D5-49CE-79A69AE21AF3}"/>
            </a:ext>
          </a:extLst>
        </p:cNvPr>
        <p:cNvGrpSpPr/>
        <p:nvPr/>
      </p:nvGrpSpPr>
      <p:grpSpPr>
        <a:xfrm>
          <a:off x="0" y="0"/>
          <a:ext cx="0" cy="0"/>
          <a:chOff x="0" y="0"/>
          <a:chExt cx="0" cy="0"/>
        </a:xfrm>
      </p:grpSpPr>
      <p:sp>
        <p:nvSpPr>
          <p:cNvPr id="1033" name="Google Shape;1033;ge876effa2d_0_180:notes">
            <a:extLst>
              <a:ext uri="{FF2B5EF4-FFF2-40B4-BE49-F238E27FC236}">
                <a16:creationId xmlns:a16="http://schemas.microsoft.com/office/drawing/2014/main" id="{78A1B818-3B61-FA8C-344D-EEF1CC3C595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4" name="Google Shape;1034;ge876effa2d_0_180:notes">
            <a:extLst>
              <a:ext uri="{FF2B5EF4-FFF2-40B4-BE49-F238E27FC236}">
                <a16:creationId xmlns:a16="http://schemas.microsoft.com/office/drawing/2014/main" id="{CEC1C572-E1B2-333C-2A6A-0FC7AE728A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63923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a:extLst>
            <a:ext uri="{FF2B5EF4-FFF2-40B4-BE49-F238E27FC236}">
              <a16:creationId xmlns:a16="http://schemas.microsoft.com/office/drawing/2014/main" id="{E172F20A-083F-20E2-354A-C5550F84956E}"/>
            </a:ext>
          </a:extLst>
        </p:cNvPr>
        <p:cNvGrpSpPr/>
        <p:nvPr/>
      </p:nvGrpSpPr>
      <p:grpSpPr>
        <a:xfrm>
          <a:off x="0" y="0"/>
          <a:ext cx="0" cy="0"/>
          <a:chOff x="0" y="0"/>
          <a:chExt cx="0" cy="0"/>
        </a:xfrm>
      </p:grpSpPr>
      <p:sp>
        <p:nvSpPr>
          <p:cNvPr id="1033" name="Google Shape;1033;ge876effa2d_0_180:notes">
            <a:extLst>
              <a:ext uri="{FF2B5EF4-FFF2-40B4-BE49-F238E27FC236}">
                <a16:creationId xmlns:a16="http://schemas.microsoft.com/office/drawing/2014/main" id="{F035A583-AB9D-B7C0-A2C9-C1CDDBEC0E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4" name="Google Shape;1034;ge876effa2d_0_180:notes">
            <a:extLst>
              <a:ext uri="{FF2B5EF4-FFF2-40B4-BE49-F238E27FC236}">
                <a16:creationId xmlns:a16="http://schemas.microsoft.com/office/drawing/2014/main" id="{A070B492-E8E2-6DF9-C672-067D4B1742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373188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a:extLst>
            <a:ext uri="{FF2B5EF4-FFF2-40B4-BE49-F238E27FC236}">
              <a16:creationId xmlns:a16="http://schemas.microsoft.com/office/drawing/2014/main" id="{29D6C4C6-A66B-A5BB-1BC3-F2D19B41B6EC}"/>
            </a:ext>
          </a:extLst>
        </p:cNvPr>
        <p:cNvGrpSpPr/>
        <p:nvPr/>
      </p:nvGrpSpPr>
      <p:grpSpPr>
        <a:xfrm>
          <a:off x="0" y="0"/>
          <a:ext cx="0" cy="0"/>
          <a:chOff x="0" y="0"/>
          <a:chExt cx="0" cy="0"/>
        </a:xfrm>
      </p:grpSpPr>
      <p:sp>
        <p:nvSpPr>
          <p:cNvPr id="1033" name="Google Shape;1033;ge876effa2d_0_180:notes">
            <a:extLst>
              <a:ext uri="{FF2B5EF4-FFF2-40B4-BE49-F238E27FC236}">
                <a16:creationId xmlns:a16="http://schemas.microsoft.com/office/drawing/2014/main" id="{946183B9-423D-39D7-9C7A-226358CC05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4" name="Google Shape;1034;ge876effa2d_0_180:notes">
            <a:extLst>
              <a:ext uri="{FF2B5EF4-FFF2-40B4-BE49-F238E27FC236}">
                <a16:creationId xmlns:a16="http://schemas.microsoft.com/office/drawing/2014/main" id="{D87C00B5-3686-849E-EB27-A83FADB565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077527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a:extLst>
            <a:ext uri="{FF2B5EF4-FFF2-40B4-BE49-F238E27FC236}">
              <a16:creationId xmlns:a16="http://schemas.microsoft.com/office/drawing/2014/main" id="{B5D25539-0263-A4BF-9C7D-F85160393835}"/>
            </a:ext>
          </a:extLst>
        </p:cNvPr>
        <p:cNvGrpSpPr/>
        <p:nvPr/>
      </p:nvGrpSpPr>
      <p:grpSpPr>
        <a:xfrm>
          <a:off x="0" y="0"/>
          <a:ext cx="0" cy="0"/>
          <a:chOff x="0" y="0"/>
          <a:chExt cx="0" cy="0"/>
        </a:xfrm>
      </p:grpSpPr>
      <p:sp>
        <p:nvSpPr>
          <p:cNvPr id="1033" name="Google Shape;1033;ge876effa2d_0_180:notes">
            <a:extLst>
              <a:ext uri="{FF2B5EF4-FFF2-40B4-BE49-F238E27FC236}">
                <a16:creationId xmlns:a16="http://schemas.microsoft.com/office/drawing/2014/main" id="{F6ADA2AD-CAC6-CBDD-C610-72B4050D79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4" name="Google Shape;1034;ge876effa2d_0_180:notes">
            <a:extLst>
              <a:ext uri="{FF2B5EF4-FFF2-40B4-BE49-F238E27FC236}">
                <a16:creationId xmlns:a16="http://schemas.microsoft.com/office/drawing/2014/main" id="{2C818181-9640-B786-C4AF-420280ACEC4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67769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a:extLst>
            <a:ext uri="{FF2B5EF4-FFF2-40B4-BE49-F238E27FC236}">
              <a16:creationId xmlns:a16="http://schemas.microsoft.com/office/drawing/2014/main" id="{9AD82659-2816-B6AA-6C8D-FE6CBEA324EE}"/>
            </a:ext>
          </a:extLst>
        </p:cNvPr>
        <p:cNvGrpSpPr/>
        <p:nvPr/>
      </p:nvGrpSpPr>
      <p:grpSpPr>
        <a:xfrm>
          <a:off x="0" y="0"/>
          <a:ext cx="0" cy="0"/>
          <a:chOff x="0" y="0"/>
          <a:chExt cx="0" cy="0"/>
        </a:xfrm>
      </p:grpSpPr>
      <p:sp>
        <p:nvSpPr>
          <p:cNvPr id="1033" name="Google Shape;1033;ge876effa2d_0_180:notes">
            <a:extLst>
              <a:ext uri="{FF2B5EF4-FFF2-40B4-BE49-F238E27FC236}">
                <a16:creationId xmlns:a16="http://schemas.microsoft.com/office/drawing/2014/main" id="{501CB6F7-D610-F557-2A89-3253B5F7E5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4" name="Google Shape;1034;ge876effa2d_0_180:notes">
            <a:extLst>
              <a:ext uri="{FF2B5EF4-FFF2-40B4-BE49-F238E27FC236}">
                <a16:creationId xmlns:a16="http://schemas.microsoft.com/office/drawing/2014/main" id="{BC573CF5-3C39-538A-9DC2-CA5AE819754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735454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a:extLst>
            <a:ext uri="{FF2B5EF4-FFF2-40B4-BE49-F238E27FC236}">
              <a16:creationId xmlns:a16="http://schemas.microsoft.com/office/drawing/2014/main" id="{F7C86316-08E1-B285-B9B2-1BB761356761}"/>
            </a:ext>
          </a:extLst>
        </p:cNvPr>
        <p:cNvGrpSpPr/>
        <p:nvPr/>
      </p:nvGrpSpPr>
      <p:grpSpPr>
        <a:xfrm>
          <a:off x="0" y="0"/>
          <a:ext cx="0" cy="0"/>
          <a:chOff x="0" y="0"/>
          <a:chExt cx="0" cy="0"/>
        </a:xfrm>
      </p:grpSpPr>
      <p:sp>
        <p:nvSpPr>
          <p:cNvPr id="1033" name="Google Shape;1033;ge876effa2d_0_180:notes">
            <a:extLst>
              <a:ext uri="{FF2B5EF4-FFF2-40B4-BE49-F238E27FC236}">
                <a16:creationId xmlns:a16="http://schemas.microsoft.com/office/drawing/2014/main" id="{85A953E7-F519-7A6F-CC92-822869B840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4" name="Google Shape;1034;ge876effa2d_0_180:notes">
            <a:extLst>
              <a:ext uri="{FF2B5EF4-FFF2-40B4-BE49-F238E27FC236}">
                <a16:creationId xmlns:a16="http://schemas.microsoft.com/office/drawing/2014/main" id="{079D33CB-53A4-7D8A-B657-D704CC5B930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178785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a:extLst>
            <a:ext uri="{FF2B5EF4-FFF2-40B4-BE49-F238E27FC236}">
              <a16:creationId xmlns:a16="http://schemas.microsoft.com/office/drawing/2014/main" id="{87C37916-C871-292F-ECE1-EDD51FEDAD6E}"/>
            </a:ext>
          </a:extLst>
        </p:cNvPr>
        <p:cNvGrpSpPr/>
        <p:nvPr/>
      </p:nvGrpSpPr>
      <p:grpSpPr>
        <a:xfrm>
          <a:off x="0" y="0"/>
          <a:ext cx="0" cy="0"/>
          <a:chOff x="0" y="0"/>
          <a:chExt cx="0" cy="0"/>
        </a:xfrm>
      </p:grpSpPr>
      <p:sp>
        <p:nvSpPr>
          <p:cNvPr id="1033" name="Google Shape;1033;ge876effa2d_0_180:notes">
            <a:extLst>
              <a:ext uri="{FF2B5EF4-FFF2-40B4-BE49-F238E27FC236}">
                <a16:creationId xmlns:a16="http://schemas.microsoft.com/office/drawing/2014/main" id="{BCCCACC3-00D6-81C8-88DD-8200BDEACD1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4" name="Google Shape;1034;ge876effa2d_0_180:notes">
            <a:extLst>
              <a:ext uri="{FF2B5EF4-FFF2-40B4-BE49-F238E27FC236}">
                <a16:creationId xmlns:a16="http://schemas.microsoft.com/office/drawing/2014/main" id="{6621B1EB-A60E-1636-3C26-09CB404EA5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974094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a:extLst>
            <a:ext uri="{FF2B5EF4-FFF2-40B4-BE49-F238E27FC236}">
              <a16:creationId xmlns:a16="http://schemas.microsoft.com/office/drawing/2014/main" id="{DA55F12C-24C3-98E8-157C-DE22942BCA84}"/>
            </a:ext>
          </a:extLst>
        </p:cNvPr>
        <p:cNvGrpSpPr/>
        <p:nvPr/>
      </p:nvGrpSpPr>
      <p:grpSpPr>
        <a:xfrm>
          <a:off x="0" y="0"/>
          <a:ext cx="0" cy="0"/>
          <a:chOff x="0" y="0"/>
          <a:chExt cx="0" cy="0"/>
        </a:xfrm>
      </p:grpSpPr>
      <p:sp>
        <p:nvSpPr>
          <p:cNvPr id="1033" name="Google Shape;1033;ge876effa2d_0_180:notes">
            <a:extLst>
              <a:ext uri="{FF2B5EF4-FFF2-40B4-BE49-F238E27FC236}">
                <a16:creationId xmlns:a16="http://schemas.microsoft.com/office/drawing/2014/main" id="{947A46AE-F3C7-D375-4F12-674700EC55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4" name="Google Shape;1034;ge876effa2d_0_180:notes">
            <a:extLst>
              <a:ext uri="{FF2B5EF4-FFF2-40B4-BE49-F238E27FC236}">
                <a16:creationId xmlns:a16="http://schemas.microsoft.com/office/drawing/2014/main" id="{4DBFB5E1-B558-407D-FD60-A613305E976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139274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a:extLst>
            <a:ext uri="{FF2B5EF4-FFF2-40B4-BE49-F238E27FC236}">
              <a16:creationId xmlns:a16="http://schemas.microsoft.com/office/drawing/2014/main" id="{7C1494F9-FDE0-9523-4891-7B5871E2BCF0}"/>
            </a:ext>
          </a:extLst>
        </p:cNvPr>
        <p:cNvGrpSpPr/>
        <p:nvPr/>
      </p:nvGrpSpPr>
      <p:grpSpPr>
        <a:xfrm>
          <a:off x="0" y="0"/>
          <a:ext cx="0" cy="0"/>
          <a:chOff x="0" y="0"/>
          <a:chExt cx="0" cy="0"/>
        </a:xfrm>
      </p:grpSpPr>
      <p:sp>
        <p:nvSpPr>
          <p:cNvPr id="1033" name="Google Shape;1033;ge876effa2d_0_180:notes">
            <a:extLst>
              <a:ext uri="{FF2B5EF4-FFF2-40B4-BE49-F238E27FC236}">
                <a16:creationId xmlns:a16="http://schemas.microsoft.com/office/drawing/2014/main" id="{87E57C73-FEB2-0ED6-094B-4314D19EEEB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4" name="Google Shape;1034;ge876effa2d_0_180:notes">
            <a:extLst>
              <a:ext uri="{FF2B5EF4-FFF2-40B4-BE49-F238E27FC236}">
                <a16:creationId xmlns:a16="http://schemas.microsoft.com/office/drawing/2014/main" id="{4E3C49F4-95F2-6336-4D0B-E1223EA8D8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9696939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a:extLst>
            <a:ext uri="{FF2B5EF4-FFF2-40B4-BE49-F238E27FC236}">
              <a16:creationId xmlns:a16="http://schemas.microsoft.com/office/drawing/2014/main" id="{855E4917-95A2-0FBB-B678-851E83A1A919}"/>
            </a:ext>
          </a:extLst>
        </p:cNvPr>
        <p:cNvGrpSpPr/>
        <p:nvPr/>
      </p:nvGrpSpPr>
      <p:grpSpPr>
        <a:xfrm>
          <a:off x="0" y="0"/>
          <a:ext cx="0" cy="0"/>
          <a:chOff x="0" y="0"/>
          <a:chExt cx="0" cy="0"/>
        </a:xfrm>
      </p:grpSpPr>
      <p:sp>
        <p:nvSpPr>
          <p:cNvPr id="1033" name="Google Shape;1033;ge876effa2d_0_180:notes">
            <a:extLst>
              <a:ext uri="{FF2B5EF4-FFF2-40B4-BE49-F238E27FC236}">
                <a16:creationId xmlns:a16="http://schemas.microsoft.com/office/drawing/2014/main" id="{338D5B2B-C464-D1BF-7E4E-B15616BFCA4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4" name="Google Shape;1034;ge876effa2d_0_180:notes">
            <a:extLst>
              <a:ext uri="{FF2B5EF4-FFF2-40B4-BE49-F238E27FC236}">
                <a16:creationId xmlns:a16="http://schemas.microsoft.com/office/drawing/2014/main" id="{D40A0F82-6355-4100-C98A-4EAB594FFE5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630208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a:extLst>
            <a:ext uri="{FF2B5EF4-FFF2-40B4-BE49-F238E27FC236}">
              <a16:creationId xmlns:a16="http://schemas.microsoft.com/office/drawing/2014/main" id="{276E002B-5425-C084-9EB3-6736250D144B}"/>
            </a:ext>
          </a:extLst>
        </p:cNvPr>
        <p:cNvGrpSpPr/>
        <p:nvPr/>
      </p:nvGrpSpPr>
      <p:grpSpPr>
        <a:xfrm>
          <a:off x="0" y="0"/>
          <a:ext cx="0" cy="0"/>
          <a:chOff x="0" y="0"/>
          <a:chExt cx="0" cy="0"/>
        </a:xfrm>
      </p:grpSpPr>
      <p:sp>
        <p:nvSpPr>
          <p:cNvPr id="1033" name="Google Shape;1033;ge876effa2d_0_180:notes">
            <a:extLst>
              <a:ext uri="{FF2B5EF4-FFF2-40B4-BE49-F238E27FC236}">
                <a16:creationId xmlns:a16="http://schemas.microsoft.com/office/drawing/2014/main" id="{83B1F0EF-FA4D-B258-D28E-2FC0D85E10C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4" name="Google Shape;1034;ge876effa2d_0_180:notes">
            <a:extLst>
              <a:ext uri="{FF2B5EF4-FFF2-40B4-BE49-F238E27FC236}">
                <a16:creationId xmlns:a16="http://schemas.microsoft.com/office/drawing/2014/main" id="{F1F30B33-181E-A31C-6039-20C25B69916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164976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a:extLst>
            <a:ext uri="{FF2B5EF4-FFF2-40B4-BE49-F238E27FC236}">
              <a16:creationId xmlns:a16="http://schemas.microsoft.com/office/drawing/2014/main" id="{32A3E2AC-0DBF-2804-9D38-86165AF8220A}"/>
            </a:ext>
          </a:extLst>
        </p:cNvPr>
        <p:cNvGrpSpPr/>
        <p:nvPr/>
      </p:nvGrpSpPr>
      <p:grpSpPr>
        <a:xfrm>
          <a:off x="0" y="0"/>
          <a:ext cx="0" cy="0"/>
          <a:chOff x="0" y="0"/>
          <a:chExt cx="0" cy="0"/>
        </a:xfrm>
      </p:grpSpPr>
      <p:sp>
        <p:nvSpPr>
          <p:cNvPr id="1033" name="Google Shape;1033;ge876effa2d_0_180:notes">
            <a:extLst>
              <a:ext uri="{FF2B5EF4-FFF2-40B4-BE49-F238E27FC236}">
                <a16:creationId xmlns:a16="http://schemas.microsoft.com/office/drawing/2014/main" id="{2C4FA64C-CB4A-A3EA-8299-FA851EFDE26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4" name="Google Shape;1034;ge876effa2d_0_180:notes">
            <a:extLst>
              <a:ext uri="{FF2B5EF4-FFF2-40B4-BE49-F238E27FC236}">
                <a16:creationId xmlns:a16="http://schemas.microsoft.com/office/drawing/2014/main" id="{A33D624F-1B3F-C2A1-8589-307B75F920B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61254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a:extLst>
            <a:ext uri="{FF2B5EF4-FFF2-40B4-BE49-F238E27FC236}">
              <a16:creationId xmlns:a16="http://schemas.microsoft.com/office/drawing/2014/main" id="{F3D292E7-8B98-D23F-141E-144B0865431E}"/>
            </a:ext>
          </a:extLst>
        </p:cNvPr>
        <p:cNvGrpSpPr/>
        <p:nvPr/>
      </p:nvGrpSpPr>
      <p:grpSpPr>
        <a:xfrm>
          <a:off x="0" y="0"/>
          <a:ext cx="0" cy="0"/>
          <a:chOff x="0" y="0"/>
          <a:chExt cx="0" cy="0"/>
        </a:xfrm>
      </p:grpSpPr>
      <p:sp>
        <p:nvSpPr>
          <p:cNvPr id="1033" name="Google Shape;1033;ge876effa2d_0_180:notes">
            <a:extLst>
              <a:ext uri="{FF2B5EF4-FFF2-40B4-BE49-F238E27FC236}">
                <a16:creationId xmlns:a16="http://schemas.microsoft.com/office/drawing/2014/main" id="{AD608BB8-6649-0DC8-799F-5DFAC21A4AF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4" name="Google Shape;1034;ge876effa2d_0_180:notes">
            <a:extLst>
              <a:ext uri="{FF2B5EF4-FFF2-40B4-BE49-F238E27FC236}">
                <a16:creationId xmlns:a16="http://schemas.microsoft.com/office/drawing/2014/main" id="{B111B527-FECB-7AD0-2D0C-B65051A979A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6364200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1">
          <a:extLst>
            <a:ext uri="{FF2B5EF4-FFF2-40B4-BE49-F238E27FC236}">
              <a16:creationId xmlns:a16="http://schemas.microsoft.com/office/drawing/2014/main" id="{9B6DE6D7-41A8-32D1-B230-B082C7C76B2B}"/>
            </a:ext>
          </a:extLst>
        </p:cNvPr>
        <p:cNvGrpSpPr/>
        <p:nvPr/>
      </p:nvGrpSpPr>
      <p:grpSpPr>
        <a:xfrm>
          <a:off x="0" y="0"/>
          <a:ext cx="0" cy="0"/>
          <a:chOff x="0" y="0"/>
          <a:chExt cx="0" cy="0"/>
        </a:xfrm>
      </p:grpSpPr>
      <p:sp>
        <p:nvSpPr>
          <p:cNvPr id="892" name="Google Shape;892;ge229c23b0e_0_175:notes">
            <a:extLst>
              <a:ext uri="{FF2B5EF4-FFF2-40B4-BE49-F238E27FC236}">
                <a16:creationId xmlns:a16="http://schemas.microsoft.com/office/drawing/2014/main" id="{BA0E4CE6-A286-0F48-F2D5-5E2E551A6B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3" name="Google Shape;893;ge229c23b0e_0_175:notes">
            <a:extLst>
              <a:ext uri="{FF2B5EF4-FFF2-40B4-BE49-F238E27FC236}">
                <a16:creationId xmlns:a16="http://schemas.microsoft.com/office/drawing/2014/main" id="{71275FF8-4790-78EA-DDD3-64A723FB336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770741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3294950" y="3992625"/>
            <a:ext cx="1218020" cy="174039"/>
          </a:xfrm>
          <a:custGeom>
            <a:avLst/>
            <a:gdLst/>
            <a:ahLst/>
            <a:cxnLst/>
            <a:rect l="l" t="t" r="r" b="b"/>
            <a:pathLst>
              <a:path w="68737" h="9823" extrusionOk="0">
                <a:moveTo>
                  <a:pt x="34359" y="1"/>
                </a:moveTo>
                <a:cubicBezTo>
                  <a:pt x="29155" y="1"/>
                  <a:pt x="23966" y="1798"/>
                  <a:pt x="20445" y="5333"/>
                </a:cubicBezTo>
                <a:cubicBezTo>
                  <a:pt x="18341" y="3725"/>
                  <a:pt x="16532" y="3094"/>
                  <a:pt x="14929" y="3094"/>
                </a:cubicBezTo>
                <a:cubicBezTo>
                  <a:pt x="12135" y="3094"/>
                  <a:pt x="9969" y="5012"/>
                  <a:pt x="7965" y="7016"/>
                </a:cubicBezTo>
                <a:cubicBezTo>
                  <a:pt x="6911" y="6676"/>
                  <a:pt x="5985" y="6535"/>
                  <a:pt x="5173" y="6535"/>
                </a:cubicBezTo>
                <a:cubicBezTo>
                  <a:pt x="1265" y="6535"/>
                  <a:pt x="1" y="9796"/>
                  <a:pt x="1" y="9796"/>
                </a:cubicBezTo>
                <a:lnTo>
                  <a:pt x="68737" y="9822"/>
                </a:lnTo>
                <a:cubicBezTo>
                  <a:pt x="68737" y="9822"/>
                  <a:pt x="67452" y="6537"/>
                  <a:pt x="63529" y="6537"/>
                </a:cubicBezTo>
                <a:cubicBezTo>
                  <a:pt x="62718" y="6537"/>
                  <a:pt x="61794" y="6677"/>
                  <a:pt x="60746" y="7016"/>
                </a:cubicBezTo>
                <a:cubicBezTo>
                  <a:pt x="58742" y="5012"/>
                  <a:pt x="56565" y="3094"/>
                  <a:pt x="53763" y="3094"/>
                </a:cubicBezTo>
                <a:cubicBezTo>
                  <a:pt x="52156" y="3094"/>
                  <a:pt x="50343" y="3725"/>
                  <a:pt x="48239" y="5333"/>
                </a:cubicBezTo>
                <a:cubicBezTo>
                  <a:pt x="44665" y="1758"/>
                  <a:pt x="39505" y="1"/>
                  <a:pt x="34359" y="1"/>
                </a:cubicBezTo>
                <a:close/>
              </a:path>
            </a:pathLst>
          </a:custGeom>
          <a:gradFill>
            <a:gsLst>
              <a:gs pos="0">
                <a:srgbClr val="FEFAF9">
                  <a:alpha val="18823"/>
                </a:srgbClr>
              </a:gs>
              <a:gs pos="100000">
                <a:srgbClr val="FEFAF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p:nvPr/>
        </p:nvSpPr>
        <p:spPr>
          <a:xfrm>
            <a:off x="3786152" y="236974"/>
            <a:ext cx="2724649" cy="432599"/>
          </a:xfrm>
          <a:custGeom>
            <a:avLst/>
            <a:gdLst/>
            <a:ahLst/>
            <a:cxnLst/>
            <a:rect l="l" t="t" r="r" b="b"/>
            <a:pathLst>
              <a:path w="50217" h="7023" extrusionOk="0">
                <a:moveTo>
                  <a:pt x="25108" y="1"/>
                </a:moveTo>
                <a:cubicBezTo>
                  <a:pt x="21300" y="1"/>
                  <a:pt x="17492" y="1237"/>
                  <a:pt x="15020" y="3709"/>
                </a:cubicBezTo>
                <a:cubicBezTo>
                  <a:pt x="13484" y="2533"/>
                  <a:pt x="12160" y="2071"/>
                  <a:pt x="10986" y="2071"/>
                </a:cubicBezTo>
                <a:cubicBezTo>
                  <a:pt x="8931" y="2071"/>
                  <a:pt x="7332" y="3485"/>
                  <a:pt x="5853" y="4965"/>
                </a:cubicBezTo>
                <a:cubicBezTo>
                  <a:pt x="5079" y="4711"/>
                  <a:pt x="4398" y="4607"/>
                  <a:pt x="3800" y="4607"/>
                </a:cubicBezTo>
                <a:cubicBezTo>
                  <a:pt x="934" y="4607"/>
                  <a:pt x="0" y="7023"/>
                  <a:pt x="0" y="7023"/>
                </a:cubicBezTo>
                <a:lnTo>
                  <a:pt x="50216" y="7023"/>
                </a:lnTo>
                <a:cubicBezTo>
                  <a:pt x="50216" y="7023"/>
                  <a:pt x="49283" y="4607"/>
                  <a:pt x="46416" y="4607"/>
                </a:cubicBezTo>
                <a:cubicBezTo>
                  <a:pt x="45819" y="4607"/>
                  <a:pt x="45137" y="4711"/>
                  <a:pt x="44363" y="4965"/>
                </a:cubicBezTo>
                <a:cubicBezTo>
                  <a:pt x="42884" y="3485"/>
                  <a:pt x="41285" y="2071"/>
                  <a:pt x="39230" y="2071"/>
                </a:cubicBezTo>
                <a:cubicBezTo>
                  <a:pt x="38056" y="2071"/>
                  <a:pt x="36732" y="2533"/>
                  <a:pt x="35197" y="3709"/>
                </a:cubicBezTo>
                <a:cubicBezTo>
                  <a:pt x="32725" y="1237"/>
                  <a:pt x="28916" y="1"/>
                  <a:pt x="25108" y="1"/>
                </a:cubicBezTo>
                <a:close/>
              </a:path>
            </a:pathLst>
          </a:custGeom>
          <a:gradFill>
            <a:gsLst>
              <a:gs pos="0">
                <a:srgbClr val="FEFAF9">
                  <a:alpha val="18823"/>
                </a:srgbClr>
              </a:gs>
              <a:gs pos="100000">
                <a:srgbClr val="FEFAF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890210" y="2464424"/>
            <a:ext cx="2480612" cy="2208894"/>
          </a:xfrm>
          <a:custGeom>
            <a:avLst/>
            <a:gdLst/>
            <a:ahLst/>
            <a:cxnLst/>
            <a:rect l="l" t="t" r="r" b="b"/>
            <a:pathLst>
              <a:path w="25407" h="22624" extrusionOk="0">
                <a:moveTo>
                  <a:pt x="1" y="1129"/>
                </a:moveTo>
                <a:cubicBezTo>
                  <a:pt x="1" y="1129"/>
                  <a:pt x="7058" y="0"/>
                  <a:pt x="11494" y="9625"/>
                </a:cubicBezTo>
                <a:cubicBezTo>
                  <a:pt x="16441" y="9625"/>
                  <a:pt x="19156" y="13725"/>
                  <a:pt x="19156" y="18335"/>
                </a:cubicBezTo>
                <a:cubicBezTo>
                  <a:pt x="23498" y="18335"/>
                  <a:pt x="25407" y="22623"/>
                  <a:pt x="25407" y="22623"/>
                </a:cubicBezTo>
                <a:lnTo>
                  <a:pt x="1" y="22623"/>
                </a:lnTo>
                <a:close/>
              </a:path>
            </a:pathLst>
          </a:custGeom>
          <a:gradFill>
            <a:gsLst>
              <a:gs pos="0">
                <a:srgbClr val="FEFAF9">
                  <a:alpha val="18823"/>
                </a:srgbClr>
              </a:gs>
              <a:gs pos="100000">
                <a:srgbClr val="FEFAF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8081923" y="2813075"/>
            <a:ext cx="2090160" cy="1860258"/>
          </a:xfrm>
          <a:custGeom>
            <a:avLst/>
            <a:gdLst/>
            <a:ahLst/>
            <a:cxnLst/>
            <a:rect l="l" t="t" r="r" b="b"/>
            <a:pathLst>
              <a:path w="25420" h="22624" extrusionOk="0">
                <a:moveTo>
                  <a:pt x="25406" y="1129"/>
                </a:moveTo>
                <a:cubicBezTo>
                  <a:pt x="25406" y="1129"/>
                  <a:pt x="18349" y="0"/>
                  <a:pt x="13913" y="9625"/>
                </a:cubicBezTo>
                <a:cubicBezTo>
                  <a:pt x="8966" y="9625"/>
                  <a:pt x="6251" y="13725"/>
                  <a:pt x="6251" y="18335"/>
                </a:cubicBezTo>
                <a:cubicBezTo>
                  <a:pt x="1909" y="18335"/>
                  <a:pt x="0" y="22623"/>
                  <a:pt x="0" y="22623"/>
                </a:cubicBezTo>
                <a:lnTo>
                  <a:pt x="25419" y="22623"/>
                </a:lnTo>
                <a:lnTo>
                  <a:pt x="25419" y="1129"/>
                </a:lnTo>
                <a:close/>
              </a:path>
            </a:pathLst>
          </a:custGeom>
          <a:gradFill>
            <a:gsLst>
              <a:gs pos="0">
                <a:srgbClr val="FEFAF9">
                  <a:alpha val="18823"/>
                </a:srgbClr>
              </a:gs>
              <a:gs pos="100000">
                <a:srgbClr val="FEFAF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7271180" y="81668"/>
            <a:ext cx="2620355" cy="916503"/>
          </a:xfrm>
          <a:custGeom>
            <a:avLst/>
            <a:gdLst/>
            <a:ahLst/>
            <a:cxnLst/>
            <a:rect l="l" t="t" r="r" b="b"/>
            <a:pathLst>
              <a:path w="18564" h="6493" extrusionOk="0">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823"/>
                </a:srgbClr>
              </a:gs>
              <a:gs pos="100000">
                <a:srgbClr val="FEFAF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1052782" y="5"/>
            <a:ext cx="2478466" cy="868334"/>
          </a:xfrm>
          <a:custGeom>
            <a:avLst/>
            <a:gdLst/>
            <a:ahLst/>
            <a:cxnLst/>
            <a:rect l="l" t="t" r="r" b="b"/>
            <a:pathLst>
              <a:path w="25326" h="8873" extrusionOk="0">
                <a:moveTo>
                  <a:pt x="1" y="1305"/>
                </a:moveTo>
                <a:cubicBezTo>
                  <a:pt x="1" y="1305"/>
                  <a:pt x="4706" y="1"/>
                  <a:pt x="10284" y="5579"/>
                </a:cubicBezTo>
                <a:cubicBezTo>
                  <a:pt x="14518" y="2353"/>
                  <a:pt x="17140" y="4504"/>
                  <a:pt x="19465" y="6816"/>
                </a:cubicBezTo>
                <a:cubicBezTo>
                  <a:pt x="23968" y="5378"/>
                  <a:pt x="25326" y="8873"/>
                  <a:pt x="25326" y="8873"/>
                </a:cubicBezTo>
                <a:lnTo>
                  <a:pt x="1" y="8873"/>
                </a:lnTo>
                <a:close/>
              </a:path>
            </a:pathLst>
          </a:custGeom>
          <a:gradFill>
            <a:gsLst>
              <a:gs pos="0">
                <a:srgbClr val="FEFAF9">
                  <a:alpha val="18823"/>
                </a:srgbClr>
              </a:gs>
              <a:gs pos="100000">
                <a:srgbClr val="FEFAF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txBox="1">
            <a:spLocks noGrp="1"/>
          </p:cNvSpPr>
          <p:nvPr>
            <p:ph type="ctrTitle"/>
          </p:nvPr>
        </p:nvSpPr>
        <p:spPr>
          <a:xfrm>
            <a:off x="4506849" y="1695088"/>
            <a:ext cx="4118100" cy="1272000"/>
          </a:xfrm>
          <a:prstGeom prst="rect">
            <a:avLst/>
          </a:prstGeom>
        </p:spPr>
        <p:txBody>
          <a:bodyPr spcFirstLastPara="1" wrap="square" lIns="91425" tIns="91425" rIns="91425" bIns="91425" anchor="ctr" anchorCtr="0">
            <a:noAutofit/>
          </a:bodyPr>
          <a:lstStyle>
            <a:lvl1pPr lvl="0" algn="ctr">
              <a:lnSpc>
                <a:spcPct val="90000"/>
              </a:lnSpc>
              <a:spcBef>
                <a:spcPts val="0"/>
              </a:spcBef>
              <a:spcAft>
                <a:spcPts val="0"/>
              </a:spcAft>
              <a:buClr>
                <a:schemeClr val="lt1"/>
              </a:buClr>
              <a:buSzPts val="5200"/>
              <a:buNone/>
              <a:defRPr sz="5800">
                <a:solidFill>
                  <a:schemeClr val="lt1"/>
                </a:solidFill>
              </a:defRPr>
            </a:lvl1pPr>
            <a:lvl2pPr lvl="1" algn="ctr">
              <a:spcBef>
                <a:spcPts val="0"/>
              </a:spcBef>
              <a:spcAft>
                <a:spcPts val="0"/>
              </a:spcAft>
              <a:buClr>
                <a:schemeClr val="lt1"/>
              </a:buClr>
              <a:buSzPts val="5200"/>
              <a:buNone/>
              <a:defRPr sz="5200">
                <a:solidFill>
                  <a:schemeClr val="lt1"/>
                </a:solidFill>
              </a:defRPr>
            </a:lvl2pPr>
            <a:lvl3pPr lvl="2" algn="ctr">
              <a:spcBef>
                <a:spcPts val="0"/>
              </a:spcBef>
              <a:spcAft>
                <a:spcPts val="0"/>
              </a:spcAft>
              <a:buClr>
                <a:schemeClr val="lt1"/>
              </a:buClr>
              <a:buSzPts val="5200"/>
              <a:buNone/>
              <a:defRPr sz="5200">
                <a:solidFill>
                  <a:schemeClr val="lt1"/>
                </a:solidFill>
              </a:defRPr>
            </a:lvl3pPr>
            <a:lvl4pPr lvl="3" algn="ctr">
              <a:spcBef>
                <a:spcPts val="0"/>
              </a:spcBef>
              <a:spcAft>
                <a:spcPts val="0"/>
              </a:spcAft>
              <a:buClr>
                <a:schemeClr val="lt1"/>
              </a:buClr>
              <a:buSzPts val="5200"/>
              <a:buNone/>
              <a:defRPr sz="5200">
                <a:solidFill>
                  <a:schemeClr val="lt1"/>
                </a:solidFill>
              </a:defRPr>
            </a:lvl4pPr>
            <a:lvl5pPr lvl="4" algn="ctr">
              <a:spcBef>
                <a:spcPts val="0"/>
              </a:spcBef>
              <a:spcAft>
                <a:spcPts val="0"/>
              </a:spcAft>
              <a:buClr>
                <a:schemeClr val="lt1"/>
              </a:buClr>
              <a:buSzPts val="5200"/>
              <a:buNone/>
              <a:defRPr sz="5200">
                <a:solidFill>
                  <a:schemeClr val="lt1"/>
                </a:solidFill>
              </a:defRPr>
            </a:lvl5pPr>
            <a:lvl6pPr lvl="5" algn="ctr">
              <a:spcBef>
                <a:spcPts val="0"/>
              </a:spcBef>
              <a:spcAft>
                <a:spcPts val="0"/>
              </a:spcAft>
              <a:buClr>
                <a:schemeClr val="lt1"/>
              </a:buClr>
              <a:buSzPts val="5200"/>
              <a:buNone/>
              <a:defRPr sz="5200">
                <a:solidFill>
                  <a:schemeClr val="lt1"/>
                </a:solidFill>
              </a:defRPr>
            </a:lvl6pPr>
            <a:lvl7pPr lvl="6" algn="ctr">
              <a:spcBef>
                <a:spcPts val="0"/>
              </a:spcBef>
              <a:spcAft>
                <a:spcPts val="0"/>
              </a:spcAft>
              <a:buClr>
                <a:schemeClr val="lt1"/>
              </a:buClr>
              <a:buSzPts val="5200"/>
              <a:buNone/>
              <a:defRPr sz="5200">
                <a:solidFill>
                  <a:schemeClr val="lt1"/>
                </a:solidFill>
              </a:defRPr>
            </a:lvl7pPr>
            <a:lvl8pPr lvl="7" algn="ctr">
              <a:spcBef>
                <a:spcPts val="0"/>
              </a:spcBef>
              <a:spcAft>
                <a:spcPts val="0"/>
              </a:spcAft>
              <a:buClr>
                <a:schemeClr val="lt1"/>
              </a:buClr>
              <a:buSzPts val="5200"/>
              <a:buNone/>
              <a:defRPr sz="5200">
                <a:solidFill>
                  <a:schemeClr val="lt1"/>
                </a:solidFill>
              </a:defRPr>
            </a:lvl8pPr>
            <a:lvl9pPr lvl="8" algn="ctr">
              <a:spcBef>
                <a:spcPts val="0"/>
              </a:spcBef>
              <a:spcAft>
                <a:spcPts val="0"/>
              </a:spcAft>
              <a:buClr>
                <a:schemeClr val="lt1"/>
              </a:buClr>
              <a:buSzPts val="5200"/>
              <a:buNone/>
              <a:defRPr sz="5200">
                <a:solidFill>
                  <a:schemeClr val="lt1"/>
                </a:solidFill>
              </a:defRPr>
            </a:lvl9pPr>
          </a:lstStyle>
          <a:p>
            <a:endParaRPr/>
          </a:p>
        </p:txBody>
      </p:sp>
      <p:sp>
        <p:nvSpPr>
          <p:cNvPr id="16" name="Google Shape;16;p2"/>
          <p:cNvSpPr txBox="1">
            <a:spLocks noGrp="1"/>
          </p:cNvSpPr>
          <p:nvPr>
            <p:ph type="ctrTitle" idx="2"/>
          </p:nvPr>
        </p:nvSpPr>
        <p:spPr>
          <a:xfrm>
            <a:off x="4445050" y="3095675"/>
            <a:ext cx="4241700" cy="388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5200"/>
              <a:buNone/>
              <a:defRPr sz="1600" b="0">
                <a:latin typeface="Raleway"/>
                <a:ea typeface="Raleway"/>
                <a:cs typeface="Raleway"/>
                <a:sym typeface="Raleway"/>
              </a:defRPr>
            </a:lvl1pPr>
            <a:lvl2pPr lvl="1" algn="ctr" rtl="0">
              <a:spcBef>
                <a:spcPts val="0"/>
              </a:spcBef>
              <a:spcAft>
                <a:spcPts val="0"/>
              </a:spcAft>
              <a:buClr>
                <a:schemeClr val="lt1"/>
              </a:buClr>
              <a:buSzPts val="5200"/>
              <a:buNone/>
              <a:defRPr sz="5200">
                <a:solidFill>
                  <a:schemeClr val="lt1"/>
                </a:solidFill>
              </a:defRPr>
            </a:lvl2pPr>
            <a:lvl3pPr lvl="2" algn="ctr" rtl="0">
              <a:spcBef>
                <a:spcPts val="0"/>
              </a:spcBef>
              <a:spcAft>
                <a:spcPts val="0"/>
              </a:spcAft>
              <a:buClr>
                <a:schemeClr val="lt1"/>
              </a:buClr>
              <a:buSzPts val="5200"/>
              <a:buNone/>
              <a:defRPr sz="5200">
                <a:solidFill>
                  <a:schemeClr val="lt1"/>
                </a:solidFill>
              </a:defRPr>
            </a:lvl3pPr>
            <a:lvl4pPr lvl="3" algn="ctr" rtl="0">
              <a:spcBef>
                <a:spcPts val="0"/>
              </a:spcBef>
              <a:spcAft>
                <a:spcPts val="0"/>
              </a:spcAft>
              <a:buClr>
                <a:schemeClr val="lt1"/>
              </a:buClr>
              <a:buSzPts val="5200"/>
              <a:buNone/>
              <a:defRPr sz="5200">
                <a:solidFill>
                  <a:schemeClr val="lt1"/>
                </a:solidFill>
              </a:defRPr>
            </a:lvl4pPr>
            <a:lvl5pPr lvl="4" algn="ctr" rtl="0">
              <a:spcBef>
                <a:spcPts val="0"/>
              </a:spcBef>
              <a:spcAft>
                <a:spcPts val="0"/>
              </a:spcAft>
              <a:buClr>
                <a:schemeClr val="lt1"/>
              </a:buClr>
              <a:buSzPts val="5200"/>
              <a:buNone/>
              <a:defRPr sz="5200">
                <a:solidFill>
                  <a:schemeClr val="lt1"/>
                </a:solidFill>
              </a:defRPr>
            </a:lvl5pPr>
            <a:lvl6pPr lvl="5" algn="ctr" rtl="0">
              <a:spcBef>
                <a:spcPts val="0"/>
              </a:spcBef>
              <a:spcAft>
                <a:spcPts val="0"/>
              </a:spcAft>
              <a:buClr>
                <a:schemeClr val="lt1"/>
              </a:buClr>
              <a:buSzPts val="5200"/>
              <a:buNone/>
              <a:defRPr sz="5200">
                <a:solidFill>
                  <a:schemeClr val="lt1"/>
                </a:solidFill>
              </a:defRPr>
            </a:lvl6pPr>
            <a:lvl7pPr lvl="6" algn="ctr" rtl="0">
              <a:spcBef>
                <a:spcPts val="0"/>
              </a:spcBef>
              <a:spcAft>
                <a:spcPts val="0"/>
              </a:spcAft>
              <a:buClr>
                <a:schemeClr val="lt1"/>
              </a:buClr>
              <a:buSzPts val="5200"/>
              <a:buNone/>
              <a:defRPr sz="5200">
                <a:solidFill>
                  <a:schemeClr val="lt1"/>
                </a:solidFill>
              </a:defRPr>
            </a:lvl7pPr>
            <a:lvl8pPr lvl="7" algn="ctr" rtl="0">
              <a:spcBef>
                <a:spcPts val="0"/>
              </a:spcBef>
              <a:spcAft>
                <a:spcPts val="0"/>
              </a:spcAft>
              <a:buClr>
                <a:schemeClr val="lt1"/>
              </a:buClr>
              <a:buSzPts val="5200"/>
              <a:buNone/>
              <a:defRPr sz="5200">
                <a:solidFill>
                  <a:schemeClr val="lt1"/>
                </a:solidFill>
              </a:defRPr>
            </a:lvl8pPr>
            <a:lvl9pPr lvl="8" algn="ctr" rtl="0">
              <a:spcBef>
                <a:spcPts val="0"/>
              </a:spcBef>
              <a:spcAft>
                <a:spcPts val="0"/>
              </a:spcAft>
              <a:buClr>
                <a:schemeClr val="lt1"/>
              </a:buClr>
              <a:buSzPts val="5200"/>
              <a:buNone/>
              <a:defRPr sz="5200">
                <a:solidFill>
                  <a:schemeClr val="lt1"/>
                </a:solidFill>
              </a:defRPr>
            </a:lvl9pPr>
          </a:lstStyle>
          <a:p>
            <a:endParaRPr/>
          </a:p>
        </p:txBody>
      </p:sp>
      <p:sp>
        <p:nvSpPr>
          <p:cNvPr id="17" name="Google Shape;17;p2"/>
          <p:cNvSpPr/>
          <p:nvPr/>
        </p:nvSpPr>
        <p:spPr>
          <a:xfrm>
            <a:off x="0" y="4664225"/>
            <a:ext cx="9144000" cy="479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1"/>
        <p:cNvGrpSpPr/>
        <p:nvPr/>
      </p:nvGrpSpPr>
      <p:grpSpPr>
        <a:xfrm>
          <a:off x="0" y="0"/>
          <a:ext cx="0" cy="0"/>
          <a:chOff x="0" y="0"/>
          <a:chExt cx="0" cy="0"/>
        </a:xfrm>
      </p:grpSpPr>
      <p:sp>
        <p:nvSpPr>
          <p:cNvPr id="42" name="Google Shape;42;p5"/>
          <p:cNvSpPr/>
          <p:nvPr/>
        </p:nvSpPr>
        <p:spPr>
          <a:xfrm>
            <a:off x="-1111195" y="-26495"/>
            <a:ext cx="2478466" cy="868334"/>
          </a:xfrm>
          <a:custGeom>
            <a:avLst/>
            <a:gdLst/>
            <a:ahLst/>
            <a:cxnLst/>
            <a:rect l="l" t="t" r="r" b="b"/>
            <a:pathLst>
              <a:path w="25326" h="8873" extrusionOk="0">
                <a:moveTo>
                  <a:pt x="1" y="1305"/>
                </a:moveTo>
                <a:cubicBezTo>
                  <a:pt x="1" y="1305"/>
                  <a:pt x="4706" y="1"/>
                  <a:pt x="10284" y="5579"/>
                </a:cubicBezTo>
                <a:cubicBezTo>
                  <a:pt x="14518" y="2353"/>
                  <a:pt x="17140" y="4504"/>
                  <a:pt x="19465" y="6816"/>
                </a:cubicBezTo>
                <a:cubicBezTo>
                  <a:pt x="23968" y="5378"/>
                  <a:pt x="25326" y="8873"/>
                  <a:pt x="25326" y="8873"/>
                </a:cubicBezTo>
                <a:lnTo>
                  <a:pt x="1" y="8873"/>
                </a:lnTo>
                <a:close/>
              </a:path>
            </a:pathLst>
          </a:custGeom>
          <a:gradFill>
            <a:gsLst>
              <a:gs pos="0">
                <a:srgbClr val="FEFAF9">
                  <a:alpha val="18823"/>
                </a:srgbClr>
              </a:gs>
              <a:gs pos="100000">
                <a:srgbClr val="FEFAF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5"/>
          <p:cNvSpPr/>
          <p:nvPr/>
        </p:nvSpPr>
        <p:spPr>
          <a:xfrm>
            <a:off x="-291151" y="3108926"/>
            <a:ext cx="2480612" cy="2208894"/>
          </a:xfrm>
          <a:custGeom>
            <a:avLst/>
            <a:gdLst/>
            <a:ahLst/>
            <a:cxnLst/>
            <a:rect l="l" t="t" r="r" b="b"/>
            <a:pathLst>
              <a:path w="25407" h="22624" extrusionOk="0">
                <a:moveTo>
                  <a:pt x="1" y="1129"/>
                </a:moveTo>
                <a:cubicBezTo>
                  <a:pt x="1" y="1129"/>
                  <a:pt x="7058" y="0"/>
                  <a:pt x="11494" y="9625"/>
                </a:cubicBezTo>
                <a:cubicBezTo>
                  <a:pt x="16441" y="9625"/>
                  <a:pt x="19156" y="13725"/>
                  <a:pt x="19156" y="18335"/>
                </a:cubicBezTo>
                <a:cubicBezTo>
                  <a:pt x="23498" y="18335"/>
                  <a:pt x="25407" y="22623"/>
                  <a:pt x="25407" y="22623"/>
                </a:cubicBezTo>
                <a:lnTo>
                  <a:pt x="1" y="22623"/>
                </a:lnTo>
                <a:close/>
              </a:path>
            </a:pathLst>
          </a:custGeom>
          <a:gradFill>
            <a:gsLst>
              <a:gs pos="0">
                <a:srgbClr val="FEFAF9">
                  <a:alpha val="18823"/>
                </a:srgbClr>
              </a:gs>
              <a:gs pos="100000">
                <a:srgbClr val="FEFAF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5"/>
          <p:cNvSpPr/>
          <p:nvPr/>
        </p:nvSpPr>
        <p:spPr>
          <a:xfrm>
            <a:off x="7381398" y="3629600"/>
            <a:ext cx="2090160" cy="1860258"/>
          </a:xfrm>
          <a:custGeom>
            <a:avLst/>
            <a:gdLst/>
            <a:ahLst/>
            <a:cxnLst/>
            <a:rect l="l" t="t" r="r" b="b"/>
            <a:pathLst>
              <a:path w="25420" h="22624" extrusionOk="0">
                <a:moveTo>
                  <a:pt x="25406" y="1129"/>
                </a:moveTo>
                <a:cubicBezTo>
                  <a:pt x="25406" y="1129"/>
                  <a:pt x="18349" y="0"/>
                  <a:pt x="13913" y="9625"/>
                </a:cubicBezTo>
                <a:cubicBezTo>
                  <a:pt x="8966" y="9625"/>
                  <a:pt x="6251" y="13725"/>
                  <a:pt x="6251" y="18335"/>
                </a:cubicBezTo>
                <a:cubicBezTo>
                  <a:pt x="1909" y="18335"/>
                  <a:pt x="0" y="22623"/>
                  <a:pt x="0" y="22623"/>
                </a:cubicBezTo>
                <a:lnTo>
                  <a:pt x="25419" y="22623"/>
                </a:lnTo>
                <a:lnTo>
                  <a:pt x="25419" y="1129"/>
                </a:lnTo>
                <a:close/>
              </a:path>
            </a:pathLst>
          </a:custGeom>
          <a:gradFill>
            <a:gsLst>
              <a:gs pos="0">
                <a:srgbClr val="FEFAF9">
                  <a:alpha val="18823"/>
                </a:srgbClr>
              </a:gs>
              <a:gs pos="100000">
                <a:srgbClr val="FEFAF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5"/>
          <p:cNvSpPr/>
          <p:nvPr/>
        </p:nvSpPr>
        <p:spPr>
          <a:xfrm>
            <a:off x="7797205" y="539918"/>
            <a:ext cx="2620355" cy="916503"/>
          </a:xfrm>
          <a:custGeom>
            <a:avLst/>
            <a:gdLst/>
            <a:ahLst/>
            <a:cxnLst/>
            <a:rect l="l" t="t" r="r" b="b"/>
            <a:pathLst>
              <a:path w="18564" h="6493" extrusionOk="0">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823"/>
                </a:srgbClr>
              </a:gs>
              <a:gs pos="100000">
                <a:srgbClr val="FEFAF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 name="Google Shape;46;p5"/>
          <p:cNvGrpSpPr/>
          <p:nvPr/>
        </p:nvGrpSpPr>
        <p:grpSpPr>
          <a:xfrm>
            <a:off x="781650" y="-244100"/>
            <a:ext cx="7580700" cy="1303550"/>
            <a:chOff x="781650" y="-244100"/>
            <a:chExt cx="7580700" cy="1303550"/>
          </a:xfrm>
        </p:grpSpPr>
        <p:sp>
          <p:nvSpPr>
            <p:cNvPr id="47" name="Google Shape;47;p5"/>
            <p:cNvSpPr/>
            <p:nvPr/>
          </p:nvSpPr>
          <p:spPr>
            <a:xfrm>
              <a:off x="781650" y="395550"/>
              <a:ext cx="7580700" cy="663900"/>
            </a:xfrm>
            <a:prstGeom prst="roundRect">
              <a:avLst>
                <a:gd name="adj" fmla="val 16667"/>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5"/>
            <p:cNvSpPr/>
            <p:nvPr/>
          </p:nvSpPr>
          <p:spPr>
            <a:xfrm>
              <a:off x="832500" y="445025"/>
              <a:ext cx="7479000" cy="5727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5"/>
            <p:cNvSpPr/>
            <p:nvPr/>
          </p:nvSpPr>
          <p:spPr>
            <a:xfrm>
              <a:off x="7095638" y="-244100"/>
              <a:ext cx="53100" cy="663900"/>
            </a:xfrm>
            <a:prstGeom prst="roundRect">
              <a:avLst>
                <a:gd name="adj" fmla="val 16667"/>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5"/>
            <p:cNvSpPr/>
            <p:nvPr/>
          </p:nvSpPr>
          <p:spPr>
            <a:xfrm>
              <a:off x="1995263" y="-244100"/>
              <a:ext cx="53100" cy="663900"/>
            </a:xfrm>
            <a:prstGeom prst="roundRect">
              <a:avLst>
                <a:gd name="adj" fmla="val 16667"/>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 name="Google Shape;51;p5"/>
          <p:cNvSpPr txBox="1">
            <a:spLocks noGrp="1"/>
          </p:cNvSpPr>
          <p:nvPr>
            <p:ph type="subTitle" idx="1"/>
          </p:nvPr>
        </p:nvSpPr>
        <p:spPr>
          <a:xfrm>
            <a:off x="717537" y="2035409"/>
            <a:ext cx="3054300" cy="4959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2500"/>
              <a:buFont typeface="Bebas Neue"/>
              <a:buNone/>
              <a:defRPr sz="2200" b="1">
                <a:solidFill>
                  <a:schemeClr val="accent1"/>
                </a:solidFill>
                <a:latin typeface="Limelight"/>
                <a:ea typeface="Limelight"/>
                <a:cs typeface="Limelight"/>
                <a:sym typeface="Limelight"/>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a:endParaRPr/>
          </a:p>
        </p:txBody>
      </p:sp>
      <p:sp>
        <p:nvSpPr>
          <p:cNvPr id="52" name="Google Shape;52;p5"/>
          <p:cNvSpPr txBox="1">
            <a:spLocks noGrp="1"/>
          </p:cNvSpPr>
          <p:nvPr>
            <p:ph type="subTitle" idx="2"/>
          </p:nvPr>
        </p:nvSpPr>
        <p:spPr>
          <a:xfrm>
            <a:off x="5372163" y="3007811"/>
            <a:ext cx="3054300" cy="495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500"/>
              <a:buFont typeface="Bebas Neue"/>
              <a:buNone/>
              <a:defRPr sz="2200" b="1">
                <a:solidFill>
                  <a:schemeClr val="lt2"/>
                </a:solidFill>
                <a:latin typeface="Limelight"/>
                <a:ea typeface="Limelight"/>
                <a:cs typeface="Limelight"/>
                <a:sym typeface="Limelight"/>
              </a:defRPr>
            </a:lvl1pPr>
            <a:lvl2pPr lvl="1" algn="ctr" rtl="0">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rtl="0">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rtl="0">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rtl="0">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rtl="0">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rtl="0">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rtl="0">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rtl="0">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a:endParaRPr/>
          </a:p>
        </p:txBody>
      </p:sp>
      <p:sp>
        <p:nvSpPr>
          <p:cNvPr id="53" name="Google Shape;53;p5"/>
          <p:cNvSpPr txBox="1">
            <a:spLocks noGrp="1"/>
          </p:cNvSpPr>
          <p:nvPr>
            <p:ph type="subTitle" idx="3"/>
          </p:nvPr>
        </p:nvSpPr>
        <p:spPr>
          <a:xfrm>
            <a:off x="717537" y="2465907"/>
            <a:ext cx="3054300" cy="1111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500"/>
              <a:buNone/>
              <a:defRPr sz="1600"/>
            </a:lvl1pPr>
            <a:lvl2pPr lvl="1" algn="ctr" rtl="0">
              <a:lnSpc>
                <a:spcPct val="100000"/>
              </a:lnSpc>
              <a:spcBef>
                <a:spcPts val="0"/>
              </a:spcBef>
              <a:spcAft>
                <a:spcPts val="0"/>
              </a:spcAft>
              <a:buSzPts val="1500"/>
              <a:buNone/>
              <a:defRPr/>
            </a:lvl2pPr>
            <a:lvl3pPr lvl="2" algn="ctr" rtl="0">
              <a:lnSpc>
                <a:spcPct val="100000"/>
              </a:lnSpc>
              <a:spcBef>
                <a:spcPts val="0"/>
              </a:spcBef>
              <a:spcAft>
                <a:spcPts val="0"/>
              </a:spcAft>
              <a:buSzPts val="1500"/>
              <a:buNone/>
              <a:defRPr/>
            </a:lvl3pPr>
            <a:lvl4pPr lvl="3" algn="ctr" rtl="0">
              <a:lnSpc>
                <a:spcPct val="100000"/>
              </a:lnSpc>
              <a:spcBef>
                <a:spcPts val="0"/>
              </a:spcBef>
              <a:spcAft>
                <a:spcPts val="0"/>
              </a:spcAft>
              <a:buSzPts val="1500"/>
              <a:buNone/>
              <a:defRPr/>
            </a:lvl4pPr>
            <a:lvl5pPr lvl="4" algn="ctr" rtl="0">
              <a:lnSpc>
                <a:spcPct val="100000"/>
              </a:lnSpc>
              <a:spcBef>
                <a:spcPts val="0"/>
              </a:spcBef>
              <a:spcAft>
                <a:spcPts val="0"/>
              </a:spcAft>
              <a:buSzPts val="1500"/>
              <a:buNone/>
              <a:defRPr/>
            </a:lvl5pPr>
            <a:lvl6pPr lvl="5" algn="ctr" rtl="0">
              <a:lnSpc>
                <a:spcPct val="100000"/>
              </a:lnSpc>
              <a:spcBef>
                <a:spcPts val="0"/>
              </a:spcBef>
              <a:spcAft>
                <a:spcPts val="0"/>
              </a:spcAft>
              <a:buSzPts val="1500"/>
              <a:buNone/>
              <a:defRPr/>
            </a:lvl6pPr>
            <a:lvl7pPr lvl="6" algn="ctr" rtl="0">
              <a:lnSpc>
                <a:spcPct val="100000"/>
              </a:lnSpc>
              <a:spcBef>
                <a:spcPts val="0"/>
              </a:spcBef>
              <a:spcAft>
                <a:spcPts val="0"/>
              </a:spcAft>
              <a:buSzPts val="1500"/>
              <a:buNone/>
              <a:defRPr/>
            </a:lvl7pPr>
            <a:lvl8pPr lvl="7" algn="ctr" rtl="0">
              <a:lnSpc>
                <a:spcPct val="100000"/>
              </a:lnSpc>
              <a:spcBef>
                <a:spcPts val="0"/>
              </a:spcBef>
              <a:spcAft>
                <a:spcPts val="0"/>
              </a:spcAft>
              <a:buSzPts val="1500"/>
              <a:buNone/>
              <a:defRPr/>
            </a:lvl8pPr>
            <a:lvl9pPr lvl="8" algn="ctr" rtl="0">
              <a:lnSpc>
                <a:spcPct val="100000"/>
              </a:lnSpc>
              <a:spcBef>
                <a:spcPts val="0"/>
              </a:spcBef>
              <a:spcAft>
                <a:spcPts val="0"/>
              </a:spcAft>
              <a:buSzPts val="1500"/>
              <a:buNone/>
              <a:defRPr/>
            </a:lvl9pPr>
          </a:lstStyle>
          <a:p>
            <a:endParaRPr/>
          </a:p>
        </p:txBody>
      </p:sp>
      <p:sp>
        <p:nvSpPr>
          <p:cNvPr id="54" name="Google Shape;54;p5"/>
          <p:cNvSpPr txBox="1">
            <a:spLocks noGrp="1"/>
          </p:cNvSpPr>
          <p:nvPr>
            <p:ph type="subTitle" idx="4"/>
          </p:nvPr>
        </p:nvSpPr>
        <p:spPr>
          <a:xfrm>
            <a:off x="5372163" y="3439315"/>
            <a:ext cx="3054300" cy="1111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500"/>
              <a:buNone/>
              <a:defRPr sz="1600"/>
            </a:lvl1pPr>
            <a:lvl2pPr lvl="1" algn="ctr" rtl="0">
              <a:lnSpc>
                <a:spcPct val="100000"/>
              </a:lnSpc>
              <a:spcBef>
                <a:spcPts val="0"/>
              </a:spcBef>
              <a:spcAft>
                <a:spcPts val="0"/>
              </a:spcAft>
              <a:buSzPts val="1500"/>
              <a:buNone/>
              <a:defRPr/>
            </a:lvl2pPr>
            <a:lvl3pPr lvl="2" algn="ctr" rtl="0">
              <a:lnSpc>
                <a:spcPct val="100000"/>
              </a:lnSpc>
              <a:spcBef>
                <a:spcPts val="0"/>
              </a:spcBef>
              <a:spcAft>
                <a:spcPts val="0"/>
              </a:spcAft>
              <a:buSzPts val="1500"/>
              <a:buNone/>
              <a:defRPr/>
            </a:lvl3pPr>
            <a:lvl4pPr lvl="3" algn="ctr" rtl="0">
              <a:lnSpc>
                <a:spcPct val="100000"/>
              </a:lnSpc>
              <a:spcBef>
                <a:spcPts val="0"/>
              </a:spcBef>
              <a:spcAft>
                <a:spcPts val="0"/>
              </a:spcAft>
              <a:buSzPts val="1500"/>
              <a:buNone/>
              <a:defRPr/>
            </a:lvl4pPr>
            <a:lvl5pPr lvl="4" algn="ctr" rtl="0">
              <a:lnSpc>
                <a:spcPct val="100000"/>
              </a:lnSpc>
              <a:spcBef>
                <a:spcPts val="0"/>
              </a:spcBef>
              <a:spcAft>
                <a:spcPts val="0"/>
              </a:spcAft>
              <a:buSzPts val="1500"/>
              <a:buNone/>
              <a:defRPr/>
            </a:lvl5pPr>
            <a:lvl6pPr lvl="5" algn="ctr" rtl="0">
              <a:lnSpc>
                <a:spcPct val="100000"/>
              </a:lnSpc>
              <a:spcBef>
                <a:spcPts val="0"/>
              </a:spcBef>
              <a:spcAft>
                <a:spcPts val="0"/>
              </a:spcAft>
              <a:buSzPts val="1500"/>
              <a:buNone/>
              <a:defRPr/>
            </a:lvl6pPr>
            <a:lvl7pPr lvl="6" algn="ctr" rtl="0">
              <a:lnSpc>
                <a:spcPct val="100000"/>
              </a:lnSpc>
              <a:spcBef>
                <a:spcPts val="0"/>
              </a:spcBef>
              <a:spcAft>
                <a:spcPts val="0"/>
              </a:spcAft>
              <a:buSzPts val="1500"/>
              <a:buNone/>
              <a:defRPr/>
            </a:lvl7pPr>
            <a:lvl8pPr lvl="7" algn="ctr" rtl="0">
              <a:lnSpc>
                <a:spcPct val="100000"/>
              </a:lnSpc>
              <a:spcBef>
                <a:spcPts val="0"/>
              </a:spcBef>
              <a:spcAft>
                <a:spcPts val="0"/>
              </a:spcAft>
              <a:buSzPts val="1500"/>
              <a:buNone/>
              <a:defRPr/>
            </a:lvl8pPr>
            <a:lvl9pPr lvl="8" algn="ctr" rtl="0">
              <a:lnSpc>
                <a:spcPct val="100000"/>
              </a:lnSpc>
              <a:spcBef>
                <a:spcPts val="0"/>
              </a:spcBef>
              <a:spcAft>
                <a:spcPts val="0"/>
              </a:spcAft>
              <a:buSzPts val="1500"/>
              <a:buNone/>
              <a:defRPr/>
            </a:lvl9pPr>
          </a:lstStyle>
          <a:p>
            <a:endParaRPr/>
          </a:p>
        </p:txBody>
      </p:sp>
      <p:sp>
        <p:nvSpPr>
          <p:cNvPr id="55" name="Google Shape;55;p5"/>
          <p:cNvSpPr txBox="1">
            <a:spLocks noGrp="1"/>
          </p:cNvSpPr>
          <p:nvPr>
            <p:ph type="title"/>
          </p:nvPr>
        </p:nvSpPr>
        <p:spPr>
          <a:xfrm>
            <a:off x="539400" y="445025"/>
            <a:ext cx="80652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3000">
                <a:solidFill>
                  <a:schemeClr val="dk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4"/>
        <p:cNvGrpSpPr/>
        <p:nvPr/>
      </p:nvGrpSpPr>
      <p:grpSpPr>
        <a:xfrm>
          <a:off x="0" y="0"/>
          <a:ext cx="0" cy="0"/>
          <a:chOff x="0" y="0"/>
          <a:chExt cx="0" cy="0"/>
        </a:xfrm>
      </p:grpSpPr>
      <p:sp>
        <p:nvSpPr>
          <p:cNvPr id="95" name="Google Shape;95;p9"/>
          <p:cNvSpPr/>
          <p:nvPr/>
        </p:nvSpPr>
        <p:spPr>
          <a:xfrm>
            <a:off x="-1" y="2933026"/>
            <a:ext cx="2482327" cy="2210478"/>
          </a:xfrm>
          <a:custGeom>
            <a:avLst/>
            <a:gdLst/>
            <a:ahLst/>
            <a:cxnLst/>
            <a:rect l="l" t="t" r="r" b="b"/>
            <a:pathLst>
              <a:path w="25407" h="22624" extrusionOk="0">
                <a:moveTo>
                  <a:pt x="1" y="1129"/>
                </a:moveTo>
                <a:cubicBezTo>
                  <a:pt x="1" y="1129"/>
                  <a:pt x="7058" y="0"/>
                  <a:pt x="11494" y="9625"/>
                </a:cubicBezTo>
                <a:cubicBezTo>
                  <a:pt x="16441" y="9625"/>
                  <a:pt x="19156" y="13725"/>
                  <a:pt x="19156" y="18335"/>
                </a:cubicBezTo>
                <a:cubicBezTo>
                  <a:pt x="23498" y="18335"/>
                  <a:pt x="25407" y="22623"/>
                  <a:pt x="25407" y="22623"/>
                </a:cubicBezTo>
                <a:lnTo>
                  <a:pt x="1" y="22623"/>
                </a:lnTo>
                <a:close/>
              </a:path>
            </a:pathLst>
          </a:custGeom>
          <a:gradFill>
            <a:gsLst>
              <a:gs pos="0">
                <a:srgbClr val="FEFAF9">
                  <a:alpha val="18823"/>
                </a:srgbClr>
              </a:gs>
              <a:gs pos="100000">
                <a:srgbClr val="FEFAF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9"/>
          <p:cNvSpPr/>
          <p:nvPr/>
        </p:nvSpPr>
        <p:spPr>
          <a:xfrm>
            <a:off x="6345121" y="2666059"/>
            <a:ext cx="2798869" cy="2491016"/>
          </a:xfrm>
          <a:custGeom>
            <a:avLst/>
            <a:gdLst/>
            <a:ahLst/>
            <a:cxnLst/>
            <a:rect l="l" t="t" r="r" b="b"/>
            <a:pathLst>
              <a:path w="25420" h="22624" extrusionOk="0">
                <a:moveTo>
                  <a:pt x="25406" y="1129"/>
                </a:moveTo>
                <a:cubicBezTo>
                  <a:pt x="25406" y="1129"/>
                  <a:pt x="18349" y="0"/>
                  <a:pt x="13913" y="9625"/>
                </a:cubicBezTo>
                <a:cubicBezTo>
                  <a:pt x="8966" y="9625"/>
                  <a:pt x="6251" y="13725"/>
                  <a:pt x="6251" y="18335"/>
                </a:cubicBezTo>
                <a:cubicBezTo>
                  <a:pt x="1909" y="18335"/>
                  <a:pt x="0" y="22623"/>
                  <a:pt x="0" y="22623"/>
                </a:cubicBezTo>
                <a:lnTo>
                  <a:pt x="25419" y="22623"/>
                </a:lnTo>
                <a:lnTo>
                  <a:pt x="25419" y="1129"/>
                </a:lnTo>
                <a:close/>
              </a:path>
            </a:pathLst>
          </a:custGeom>
          <a:gradFill>
            <a:gsLst>
              <a:gs pos="0">
                <a:srgbClr val="FEFAF9">
                  <a:alpha val="18823"/>
                </a:srgbClr>
              </a:gs>
              <a:gs pos="100000">
                <a:srgbClr val="FEFAF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9"/>
          <p:cNvSpPr/>
          <p:nvPr/>
        </p:nvSpPr>
        <p:spPr>
          <a:xfrm>
            <a:off x="6152905" y="-383574"/>
            <a:ext cx="3915937" cy="1369650"/>
          </a:xfrm>
          <a:custGeom>
            <a:avLst/>
            <a:gdLst/>
            <a:ahLst/>
            <a:cxnLst/>
            <a:rect l="l" t="t" r="r" b="b"/>
            <a:pathLst>
              <a:path w="18564" h="6493" extrusionOk="0">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823"/>
                </a:srgbClr>
              </a:gs>
              <a:gs pos="100000">
                <a:srgbClr val="FEFAF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9"/>
          <p:cNvSpPr/>
          <p:nvPr/>
        </p:nvSpPr>
        <p:spPr>
          <a:xfrm flipH="1">
            <a:off x="-2246275" y="382013"/>
            <a:ext cx="3509803" cy="1227599"/>
          </a:xfrm>
          <a:custGeom>
            <a:avLst/>
            <a:gdLst/>
            <a:ahLst/>
            <a:cxnLst/>
            <a:rect l="l" t="t" r="r" b="b"/>
            <a:pathLst>
              <a:path w="18564" h="6493" extrusionOk="0">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823"/>
                </a:srgbClr>
              </a:gs>
              <a:gs pos="100000">
                <a:srgbClr val="FEFAF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9" name="Google Shape;99;p9"/>
          <p:cNvGrpSpPr/>
          <p:nvPr/>
        </p:nvGrpSpPr>
        <p:grpSpPr>
          <a:xfrm>
            <a:off x="2027250" y="1454410"/>
            <a:ext cx="5089500" cy="1030678"/>
            <a:chOff x="3097375" y="3240075"/>
            <a:chExt cx="5089500" cy="1370400"/>
          </a:xfrm>
        </p:grpSpPr>
        <p:sp>
          <p:nvSpPr>
            <p:cNvPr id="100" name="Google Shape;100;p9"/>
            <p:cNvSpPr/>
            <p:nvPr/>
          </p:nvSpPr>
          <p:spPr>
            <a:xfrm>
              <a:off x="3097375" y="3240075"/>
              <a:ext cx="5089500" cy="1370400"/>
            </a:xfrm>
            <a:prstGeom prst="roundRect">
              <a:avLst>
                <a:gd name="adj" fmla="val 7713"/>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9"/>
            <p:cNvSpPr/>
            <p:nvPr/>
          </p:nvSpPr>
          <p:spPr>
            <a:xfrm>
              <a:off x="3177925" y="3327286"/>
              <a:ext cx="4928400" cy="1195800"/>
            </a:xfrm>
            <a:prstGeom prst="roundRect">
              <a:avLst>
                <a:gd name="adj" fmla="val 7713"/>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2" name="Google Shape;102;p9"/>
          <p:cNvSpPr txBox="1">
            <a:spLocks noGrp="1"/>
          </p:cNvSpPr>
          <p:nvPr>
            <p:ph type="title"/>
          </p:nvPr>
        </p:nvSpPr>
        <p:spPr>
          <a:xfrm>
            <a:off x="2572500" y="1632549"/>
            <a:ext cx="3999000" cy="67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03" name="Google Shape;103;p9"/>
          <p:cNvSpPr txBox="1">
            <a:spLocks noGrp="1"/>
          </p:cNvSpPr>
          <p:nvPr>
            <p:ph type="subTitle" idx="1"/>
          </p:nvPr>
        </p:nvSpPr>
        <p:spPr>
          <a:xfrm>
            <a:off x="2027250" y="2508249"/>
            <a:ext cx="5089500" cy="122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500"/>
              <a:buNone/>
              <a:defRPr sz="1600">
                <a:solidFill>
                  <a:schemeClr val="dk1"/>
                </a:solidFill>
              </a:defRPr>
            </a:lvl1pPr>
            <a:lvl2pPr lvl="1" algn="ctr" rtl="0">
              <a:lnSpc>
                <a:spcPct val="100000"/>
              </a:lnSpc>
              <a:spcBef>
                <a:spcPts val="0"/>
              </a:spcBef>
              <a:spcAft>
                <a:spcPts val="0"/>
              </a:spcAft>
              <a:buSzPts val="1500"/>
              <a:buNone/>
              <a:defRPr/>
            </a:lvl2pPr>
            <a:lvl3pPr lvl="2" algn="ctr" rtl="0">
              <a:lnSpc>
                <a:spcPct val="100000"/>
              </a:lnSpc>
              <a:spcBef>
                <a:spcPts val="0"/>
              </a:spcBef>
              <a:spcAft>
                <a:spcPts val="0"/>
              </a:spcAft>
              <a:buSzPts val="1500"/>
              <a:buNone/>
              <a:defRPr/>
            </a:lvl3pPr>
            <a:lvl4pPr lvl="3" algn="ctr" rtl="0">
              <a:lnSpc>
                <a:spcPct val="100000"/>
              </a:lnSpc>
              <a:spcBef>
                <a:spcPts val="0"/>
              </a:spcBef>
              <a:spcAft>
                <a:spcPts val="0"/>
              </a:spcAft>
              <a:buSzPts val="1500"/>
              <a:buNone/>
              <a:defRPr/>
            </a:lvl4pPr>
            <a:lvl5pPr lvl="4" algn="ctr" rtl="0">
              <a:lnSpc>
                <a:spcPct val="100000"/>
              </a:lnSpc>
              <a:spcBef>
                <a:spcPts val="0"/>
              </a:spcBef>
              <a:spcAft>
                <a:spcPts val="0"/>
              </a:spcAft>
              <a:buSzPts val="1500"/>
              <a:buNone/>
              <a:defRPr/>
            </a:lvl5pPr>
            <a:lvl6pPr lvl="5" algn="ctr" rtl="0">
              <a:lnSpc>
                <a:spcPct val="100000"/>
              </a:lnSpc>
              <a:spcBef>
                <a:spcPts val="0"/>
              </a:spcBef>
              <a:spcAft>
                <a:spcPts val="0"/>
              </a:spcAft>
              <a:buSzPts val="1500"/>
              <a:buNone/>
              <a:defRPr/>
            </a:lvl6pPr>
            <a:lvl7pPr lvl="6" algn="ctr" rtl="0">
              <a:lnSpc>
                <a:spcPct val="100000"/>
              </a:lnSpc>
              <a:spcBef>
                <a:spcPts val="0"/>
              </a:spcBef>
              <a:spcAft>
                <a:spcPts val="0"/>
              </a:spcAft>
              <a:buSzPts val="1500"/>
              <a:buNone/>
              <a:defRPr/>
            </a:lvl7pPr>
            <a:lvl8pPr lvl="7" algn="ctr" rtl="0">
              <a:lnSpc>
                <a:spcPct val="100000"/>
              </a:lnSpc>
              <a:spcBef>
                <a:spcPts val="0"/>
              </a:spcBef>
              <a:spcAft>
                <a:spcPts val="0"/>
              </a:spcAft>
              <a:buSzPts val="1500"/>
              <a:buNone/>
              <a:defRPr/>
            </a:lvl8pPr>
            <a:lvl9pPr lvl="8" algn="ctr" rtl="0">
              <a:lnSpc>
                <a:spcPct val="100000"/>
              </a:lnSpc>
              <a:spcBef>
                <a:spcPts val="0"/>
              </a:spcBef>
              <a:spcAft>
                <a:spcPts val="0"/>
              </a:spcAft>
              <a:buSzPts val="15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27"/>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3">
  <p:cSld name="TITLE_ONLY_1_2_1">
    <p:spTree>
      <p:nvGrpSpPr>
        <p:cNvPr id="1" name="Shape 176"/>
        <p:cNvGrpSpPr/>
        <p:nvPr/>
      </p:nvGrpSpPr>
      <p:grpSpPr>
        <a:xfrm>
          <a:off x="0" y="0"/>
          <a:ext cx="0" cy="0"/>
          <a:chOff x="0" y="0"/>
          <a:chExt cx="0" cy="0"/>
        </a:xfrm>
      </p:grpSpPr>
      <p:sp>
        <p:nvSpPr>
          <p:cNvPr id="177" name="Google Shape;177;p16"/>
          <p:cNvSpPr/>
          <p:nvPr/>
        </p:nvSpPr>
        <p:spPr>
          <a:xfrm>
            <a:off x="-1111195" y="-26495"/>
            <a:ext cx="2478466" cy="868334"/>
          </a:xfrm>
          <a:custGeom>
            <a:avLst/>
            <a:gdLst/>
            <a:ahLst/>
            <a:cxnLst/>
            <a:rect l="l" t="t" r="r" b="b"/>
            <a:pathLst>
              <a:path w="25326" h="8873" extrusionOk="0">
                <a:moveTo>
                  <a:pt x="1" y="1305"/>
                </a:moveTo>
                <a:cubicBezTo>
                  <a:pt x="1" y="1305"/>
                  <a:pt x="4706" y="1"/>
                  <a:pt x="10284" y="5579"/>
                </a:cubicBezTo>
                <a:cubicBezTo>
                  <a:pt x="14518" y="2353"/>
                  <a:pt x="17140" y="4504"/>
                  <a:pt x="19465" y="6816"/>
                </a:cubicBezTo>
                <a:cubicBezTo>
                  <a:pt x="23968" y="5378"/>
                  <a:pt x="25326" y="8873"/>
                  <a:pt x="25326" y="8873"/>
                </a:cubicBezTo>
                <a:lnTo>
                  <a:pt x="1" y="8873"/>
                </a:lnTo>
                <a:close/>
              </a:path>
            </a:pathLst>
          </a:custGeom>
          <a:gradFill>
            <a:gsLst>
              <a:gs pos="0">
                <a:srgbClr val="FEFAF9">
                  <a:alpha val="18823"/>
                </a:srgbClr>
              </a:gs>
              <a:gs pos="100000">
                <a:srgbClr val="FEFAF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16"/>
          <p:cNvSpPr/>
          <p:nvPr/>
        </p:nvSpPr>
        <p:spPr>
          <a:xfrm>
            <a:off x="-1427076" y="2934601"/>
            <a:ext cx="2480612" cy="2208894"/>
          </a:xfrm>
          <a:custGeom>
            <a:avLst/>
            <a:gdLst/>
            <a:ahLst/>
            <a:cxnLst/>
            <a:rect l="l" t="t" r="r" b="b"/>
            <a:pathLst>
              <a:path w="25407" h="22624" extrusionOk="0">
                <a:moveTo>
                  <a:pt x="1" y="1129"/>
                </a:moveTo>
                <a:cubicBezTo>
                  <a:pt x="1" y="1129"/>
                  <a:pt x="7058" y="0"/>
                  <a:pt x="11494" y="9625"/>
                </a:cubicBezTo>
                <a:cubicBezTo>
                  <a:pt x="16441" y="9625"/>
                  <a:pt x="19156" y="13725"/>
                  <a:pt x="19156" y="18335"/>
                </a:cubicBezTo>
                <a:cubicBezTo>
                  <a:pt x="23498" y="18335"/>
                  <a:pt x="25407" y="22623"/>
                  <a:pt x="25407" y="22623"/>
                </a:cubicBezTo>
                <a:lnTo>
                  <a:pt x="1" y="22623"/>
                </a:lnTo>
                <a:close/>
              </a:path>
            </a:pathLst>
          </a:custGeom>
          <a:gradFill>
            <a:gsLst>
              <a:gs pos="0">
                <a:srgbClr val="FEFAF9">
                  <a:alpha val="18823"/>
                </a:srgbClr>
              </a:gs>
              <a:gs pos="100000">
                <a:srgbClr val="FEFAF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16"/>
          <p:cNvSpPr/>
          <p:nvPr/>
        </p:nvSpPr>
        <p:spPr>
          <a:xfrm>
            <a:off x="7938573" y="3481700"/>
            <a:ext cx="2090160" cy="1860258"/>
          </a:xfrm>
          <a:custGeom>
            <a:avLst/>
            <a:gdLst/>
            <a:ahLst/>
            <a:cxnLst/>
            <a:rect l="l" t="t" r="r" b="b"/>
            <a:pathLst>
              <a:path w="25420" h="22624" extrusionOk="0">
                <a:moveTo>
                  <a:pt x="25406" y="1129"/>
                </a:moveTo>
                <a:cubicBezTo>
                  <a:pt x="25406" y="1129"/>
                  <a:pt x="18349" y="0"/>
                  <a:pt x="13913" y="9625"/>
                </a:cubicBezTo>
                <a:cubicBezTo>
                  <a:pt x="8966" y="9625"/>
                  <a:pt x="6251" y="13725"/>
                  <a:pt x="6251" y="18335"/>
                </a:cubicBezTo>
                <a:cubicBezTo>
                  <a:pt x="1909" y="18335"/>
                  <a:pt x="0" y="22623"/>
                  <a:pt x="0" y="22623"/>
                </a:cubicBezTo>
                <a:lnTo>
                  <a:pt x="25419" y="22623"/>
                </a:lnTo>
                <a:lnTo>
                  <a:pt x="25419" y="1129"/>
                </a:lnTo>
                <a:close/>
              </a:path>
            </a:pathLst>
          </a:custGeom>
          <a:gradFill>
            <a:gsLst>
              <a:gs pos="0">
                <a:srgbClr val="FEFAF9">
                  <a:alpha val="18823"/>
                </a:srgbClr>
              </a:gs>
              <a:gs pos="100000">
                <a:srgbClr val="FEFAF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6"/>
          <p:cNvSpPr/>
          <p:nvPr/>
        </p:nvSpPr>
        <p:spPr>
          <a:xfrm>
            <a:off x="7002280" y="-184857"/>
            <a:ext cx="2620355" cy="916503"/>
          </a:xfrm>
          <a:custGeom>
            <a:avLst/>
            <a:gdLst/>
            <a:ahLst/>
            <a:cxnLst/>
            <a:rect l="l" t="t" r="r" b="b"/>
            <a:pathLst>
              <a:path w="18564" h="6493" extrusionOk="0">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823"/>
                </a:srgbClr>
              </a:gs>
              <a:gs pos="100000">
                <a:srgbClr val="FEFAF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1" name="Google Shape;181;p16"/>
          <p:cNvGrpSpPr/>
          <p:nvPr/>
        </p:nvGrpSpPr>
        <p:grpSpPr>
          <a:xfrm>
            <a:off x="781650" y="-244100"/>
            <a:ext cx="7580700" cy="1303550"/>
            <a:chOff x="781650" y="-244100"/>
            <a:chExt cx="7580700" cy="1303550"/>
          </a:xfrm>
        </p:grpSpPr>
        <p:sp>
          <p:nvSpPr>
            <p:cNvPr id="182" name="Google Shape;182;p16"/>
            <p:cNvSpPr/>
            <p:nvPr/>
          </p:nvSpPr>
          <p:spPr>
            <a:xfrm>
              <a:off x="781650" y="395550"/>
              <a:ext cx="7580700" cy="663900"/>
            </a:xfrm>
            <a:prstGeom prst="roundRect">
              <a:avLst>
                <a:gd name="adj" fmla="val 16667"/>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6"/>
            <p:cNvSpPr/>
            <p:nvPr/>
          </p:nvSpPr>
          <p:spPr>
            <a:xfrm>
              <a:off x="832500" y="445025"/>
              <a:ext cx="7479000" cy="5727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16"/>
            <p:cNvSpPr/>
            <p:nvPr/>
          </p:nvSpPr>
          <p:spPr>
            <a:xfrm>
              <a:off x="7095638" y="-244100"/>
              <a:ext cx="53100" cy="663900"/>
            </a:xfrm>
            <a:prstGeom prst="roundRect">
              <a:avLst>
                <a:gd name="adj" fmla="val 16667"/>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6"/>
            <p:cNvSpPr/>
            <p:nvPr/>
          </p:nvSpPr>
          <p:spPr>
            <a:xfrm>
              <a:off x="1995263" y="-244100"/>
              <a:ext cx="53100" cy="663900"/>
            </a:xfrm>
            <a:prstGeom prst="roundRect">
              <a:avLst>
                <a:gd name="adj" fmla="val 16667"/>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6" name="Google Shape;186;p16"/>
          <p:cNvSpPr txBox="1">
            <a:spLocks noGrp="1"/>
          </p:cNvSpPr>
          <p:nvPr>
            <p:ph type="title"/>
          </p:nvPr>
        </p:nvSpPr>
        <p:spPr>
          <a:xfrm>
            <a:off x="717613" y="433350"/>
            <a:ext cx="77088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3000">
                <a:solidFill>
                  <a:schemeClr val="dk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87"/>
        <p:cNvGrpSpPr/>
        <p:nvPr/>
      </p:nvGrpSpPr>
      <p:grpSpPr>
        <a:xfrm>
          <a:off x="0" y="0"/>
          <a:ext cx="0" cy="0"/>
          <a:chOff x="0" y="0"/>
          <a:chExt cx="0" cy="0"/>
        </a:xfrm>
      </p:grpSpPr>
      <p:sp>
        <p:nvSpPr>
          <p:cNvPr id="188" name="Google Shape;188;p17"/>
          <p:cNvSpPr/>
          <p:nvPr/>
        </p:nvSpPr>
        <p:spPr>
          <a:xfrm>
            <a:off x="-7191" y="2946291"/>
            <a:ext cx="2480612" cy="2208894"/>
          </a:xfrm>
          <a:custGeom>
            <a:avLst/>
            <a:gdLst/>
            <a:ahLst/>
            <a:cxnLst/>
            <a:rect l="l" t="t" r="r" b="b"/>
            <a:pathLst>
              <a:path w="25407" h="22624" extrusionOk="0">
                <a:moveTo>
                  <a:pt x="1" y="1129"/>
                </a:moveTo>
                <a:cubicBezTo>
                  <a:pt x="1" y="1129"/>
                  <a:pt x="7058" y="0"/>
                  <a:pt x="11494" y="9625"/>
                </a:cubicBezTo>
                <a:cubicBezTo>
                  <a:pt x="16441" y="9625"/>
                  <a:pt x="19156" y="13725"/>
                  <a:pt x="19156" y="18335"/>
                </a:cubicBezTo>
                <a:cubicBezTo>
                  <a:pt x="23498" y="18335"/>
                  <a:pt x="25407" y="22623"/>
                  <a:pt x="25407" y="22623"/>
                </a:cubicBezTo>
                <a:lnTo>
                  <a:pt x="1" y="22623"/>
                </a:lnTo>
                <a:close/>
              </a:path>
            </a:pathLst>
          </a:custGeom>
          <a:gradFill>
            <a:gsLst>
              <a:gs pos="0">
                <a:srgbClr val="FEFAF9">
                  <a:alpha val="18823"/>
                </a:srgbClr>
              </a:gs>
              <a:gs pos="100000">
                <a:srgbClr val="FEFAF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17"/>
          <p:cNvSpPr/>
          <p:nvPr/>
        </p:nvSpPr>
        <p:spPr>
          <a:xfrm>
            <a:off x="7053848" y="3294926"/>
            <a:ext cx="2090160" cy="1860258"/>
          </a:xfrm>
          <a:custGeom>
            <a:avLst/>
            <a:gdLst/>
            <a:ahLst/>
            <a:cxnLst/>
            <a:rect l="l" t="t" r="r" b="b"/>
            <a:pathLst>
              <a:path w="25420" h="22624" extrusionOk="0">
                <a:moveTo>
                  <a:pt x="25406" y="1129"/>
                </a:moveTo>
                <a:cubicBezTo>
                  <a:pt x="25406" y="1129"/>
                  <a:pt x="18349" y="0"/>
                  <a:pt x="13913" y="9625"/>
                </a:cubicBezTo>
                <a:cubicBezTo>
                  <a:pt x="8966" y="9625"/>
                  <a:pt x="6251" y="13725"/>
                  <a:pt x="6251" y="18335"/>
                </a:cubicBezTo>
                <a:cubicBezTo>
                  <a:pt x="1909" y="18335"/>
                  <a:pt x="0" y="22623"/>
                  <a:pt x="0" y="22623"/>
                </a:cubicBezTo>
                <a:lnTo>
                  <a:pt x="25419" y="22623"/>
                </a:lnTo>
                <a:lnTo>
                  <a:pt x="25419" y="1129"/>
                </a:lnTo>
                <a:close/>
              </a:path>
            </a:pathLst>
          </a:custGeom>
          <a:gradFill>
            <a:gsLst>
              <a:gs pos="0">
                <a:srgbClr val="FEFAF9">
                  <a:alpha val="18823"/>
                </a:srgbClr>
              </a:gs>
              <a:gs pos="100000">
                <a:srgbClr val="FEFAF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7"/>
          <p:cNvSpPr/>
          <p:nvPr/>
        </p:nvSpPr>
        <p:spPr>
          <a:xfrm>
            <a:off x="6535345" y="598368"/>
            <a:ext cx="2620355" cy="916503"/>
          </a:xfrm>
          <a:custGeom>
            <a:avLst/>
            <a:gdLst/>
            <a:ahLst/>
            <a:cxnLst/>
            <a:rect l="l" t="t" r="r" b="b"/>
            <a:pathLst>
              <a:path w="18564" h="6493" extrusionOk="0">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823"/>
                </a:srgbClr>
              </a:gs>
              <a:gs pos="100000">
                <a:srgbClr val="FEFAF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7"/>
          <p:cNvSpPr/>
          <p:nvPr/>
        </p:nvSpPr>
        <p:spPr>
          <a:xfrm>
            <a:off x="-7189" y="303918"/>
            <a:ext cx="2724634" cy="954602"/>
          </a:xfrm>
          <a:custGeom>
            <a:avLst/>
            <a:gdLst/>
            <a:ahLst/>
            <a:cxnLst/>
            <a:rect l="l" t="t" r="r" b="b"/>
            <a:pathLst>
              <a:path w="25326" h="8873" extrusionOk="0">
                <a:moveTo>
                  <a:pt x="1" y="1305"/>
                </a:moveTo>
                <a:cubicBezTo>
                  <a:pt x="1" y="1305"/>
                  <a:pt x="4706" y="1"/>
                  <a:pt x="10284" y="5579"/>
                </a:cubicBezTo>
                <a:cubicBezTo>
                  <a:pt x="14518" y="2353"/>
                  <a:pt x="17140" y="4504"/>
                  <a:pt x="19465" y="6816"/>
                </a:cubicBezTo>
                <a:cubicBezTo>
                  <a:pt x="23968" y="5378"/>
                  <a:pt x="25326" y="8873"/>
                  <a:pt x="25326" y="8873"/>
                </a:cubicBezTo>
                <a:lnTo>
                  <a:pt x="1" y="8873"/>
                </a:lnTo>
                <a:close/>
              </a:path>
            </a:pathLst>
          </a:custGeom>
          <a:gradFill>
            <a:gsLst>
              <a:gs pos="0">
                <a:srgbClr val="FEFAF9">
                  <a:alpha val="18823"/>
                </a:srgbClr>
              </a:gs>
              <a:gs pos="100000">
                <a:srgbClr val="FEFAF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7"/>
          <p:cNvSpPr txBox="1">
            <a:spLocks noGrp="1"/>
          </p:cNvSpPr>
          <p:nvPr>
            <p:ph type="title"/>
          </p:nvPr>
        </p:nvSpPr>
        <p:spPr>
          <a:xfrm>
            <a:off x="3036750" y="2931891"/>
            <a:ext cx="3070500" cy="354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2200">
                <a:solidFill>
                  <a:schemeClr val="dk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93" name="Google Shape;193;p17"/>
          <p:cNvSpPr txBox="1">
            <a:spLocks noGrp="1"/>
          </p:cNvSpPr>
          <p:nvPr>
            <p:ph type="subTitle" idx="1"/>
          </p:nvPr>
        </p:nvSpPr>
        <p:spPr>
          <a:xfrm>
            <a:off x="2298450" y="1809789"/>
            <a:ext cx="4547100" cy="1143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500"/>
              <a:buNone/>
              <a:defRPr sz="2000"/>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ext 1">
  <p:cSld name="CUSTOM_1_1_1_1">
    <p:spTree>
      <p:nvGrpSpPr>
        <p:cNvPr id="1" name="Shape 194"/>
        <p:cNvGrpSpPr/>
        <p:nvPr/>
      </p:nvGrpSpPr>
      <p:grpSpPr>
        <a:xfrm>
          <a:off x="0" y="0"/>
          <a:ext cx="0" cy="0"/>
          <a:chOff x="0" y="0"/>
          <a:chExt cx="0" cy="0"/>
        </a:xfrm>
      </p:grpSpPr>
      <p:sp>
        <p:nvSpPr>
          <p:cNvPr id="195" name="Google Shape;195;p18"/>
          <p:cNvSpPr/>
          <p:nvPr/>
        </p:nvSpPr>
        <p:spPr>
          <a:xfrm>
            <a:off x="3369577" y="4559724"/>
            <a:ext cx="2724649" cy="432599"/>
          </a:xfrm>
          <a:custGeom>
            <a:avLst/>
            <a:gdLst/>
            <a:ahLst/>
            <a:cxnLst/>
            <a:rect l="l" t="t" r="r" b="b"/>
            <a:pathLst>
              <a:path w="50217" h="7023" extrusionOk="0">
                <a:moveTo>
                  <a:pt x="25108" y="1"/>
                </a:moveTo>
                <a:cubicBezTo>
                  <a:pt x="21300" y="1"/>
                  <a:pt x="17492" y="1237"/>
                  <a:pt x="15020" y="3709"/>
                </a:cubicBezTo>
                <a:cubicBezTo>
                  <a:pt x="13484" y="2533"/>
                  <a:pt x="12160" y="2071"/>
                  <a:pt x="10986" y="2071"/>
                </a:cubicBezTo>
                <a:cubicBezTo>
                  <a:pt x="8931" y="2071"/>
                  <a:pt x="7332" y="3485"/>
                  <a:pt x="5853" y="4965"/>
                </a:cubicBezTo>
                <a:cubicBezTo>
                  <a:pt x="5079" y="4711"/>
                  <a:pt x="4398" y="4607"/>
                  <a:pt x="3800" y="4607"/>
                </a:cubicBezTo>
                <a:cubicBezTo>
                  <a:pt x="934" y="4607"/>
                  <a:pt x="0" y="7023"/>
                  <a:pt x="0" y="7023"/>
                </a:cubicBezTo>
                <a:lnTo>
                  <a:pt x="50216" y="7023"/>
                </a:lnTo>
                <a:cubicBezTo>
                  <a:pt x="50216" y="7023"/>
                  <a:pt x="49283" y="4607"/>
                  <a:pt x="46416" y="4607"/>
                </a:cubicBezTo>
                <a:cubicBezTo>
                  <a:pt x="45819" y="4607"/>
                  <a:pt x="45137" y="4711"/>
                  <a:pt x="44363" y="4965"/>
                </a:cubicBezTo>
                <a:cubicBezTo>
                  <a:pt x="42884" y="3485"/>
                  <a:pt x="41285" y="2071"/>
                  <a:pt x="39230" y="2071"/>
                </a:cubicBezTo>
                <a:cubicBezTo>
                  <a:pt x="38056" y="2071"/>
                  <a:pt x="36732" y="2533"/>
                  <a:pt x="35197" y="3709"/>
                </a:cubicBezTo>
                <a:cubicBezTo>
                  <a:pt x="32725" y="1237"/>
                  <a:pt x="28916" y="1"/>
                  <a:pt x="25108" y="1"/>
                </a:cubicBezTo>
                <a:close/>
              </a:path>
            </a:pathLst>
          </a:custGeom>
          <a:gradFill>
            <a:gsLst>
              <a:gs pos="0">
                <a:srgbClr val="FEFAF9">
                  <a:alpha val="18823"/>
                </a:srgbClr>
              </a:gs>
              <a:gs pos="100000">
                <a:srgbClr val="FEFAF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8"/>
          <p:cNvSpPr/>
          <p:nvPr/>
        </p:nvSpPr>
        <p:spPr>
          <a:xfrm>
            <a:off x="-291151" y="3108926"/>
            <a:ext cx="2480612" cy="2208894"/>
          </a:xfrm>
          <a:custGeom>
            <a:avLst/>
            <a:gdLst/>
            <a:ahLst/>
            <a:cxnLst/>
            <a:rect l="l" t="t" r="r" b="b"/>
            <a:pathLst>
              <a:path w="25407" h="22624" extrusionOk="0">
                <a:moveTo>
                  <a:pt x="1" y="1129"/>
                </a:moveTo>
                <a:cubicBezTo>
                  <a:pt x="1" y="1129"/>
                  <a:pt x="7058" y="0"/>
                  <a:pt x="11494" y="9625"/>
                </a:cubicBezTo>
                <a:cubicBezTo>
                  <a:pt x="16441" y="9625"/>
                  <a:pt x="19156" y="13725"/>
                  <a:pt x="19156" y="18335"/>
                </a:cubicBezTo>
                <a:cubicBezTo>
                  <a:pt x="23498" y="18335"/>
                  <a:pt x="25407" y="22623"/>
                  <a:pt x="25407" y="22623"/>
                </a:cubicBezTo>
                <a:lnTo>
                  <a:pt x="1" y="22623"/>
                </a:lnTo>
                <a:close/>
              </a:path>
            </a:pathLst>
          </a:custGeom>
          <a:gradFill>
            <a:gsLst>
              <a:gs pos="0">
                <a:srgbClr val="FEFAF9">
                  <a:alpha val="18823"/>
                </a:srgbClr>
              </a:gs>
              <a:gs pos="100000">
                <a:srgbClr val="FEFAF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8"/>
          <p:cNvSpPr/>
          <p:nvPr/>
        </p:nvSpPr>
        <p:spPr>
          <a:xfrm>
            <a:off x="7053848" y="3283250"/>
            <a:ext cx="2090160" cy="1860258"/>
          </a:xfrm>
          <a:custGeom>
            <a:avLst/>
            <a:gdLst/>
            <a:ahLst/>
            <a:cxnLst/>
            <a:rect l="l" t="t" r="r" b="b"/>
            <a:pathLst>
              <a:path w="25420" h="22624" extrusionOk="0">
                <a:moveTo>
                  <a:pt x="25406" y="1129"/>
                </a:moveTo>
                <a:cubicBezTo>
                  <a:pt x="25406" y="1129"/>
                  <a:pt x="18349" y="0"/>
                  <a:pt x="13913" y="9625"/>
                </a:cubicBezTo>
                <a:cubicBezTo>
                  <a:pt x="8966" y="9625"/>
                  <a:pt x="6251" y="13725"/>
                  <a:pt x="6251" y="18335"/>
                </a:cubicBezTo>
                <a:cubicBezTo>
                  <a:pt x="1909" y="18335"/>
                  <a:pt x="0" y="22623"/>
                  <a:pt x="0" y="22623"/>
                </a:cubicBezTo>
                <a:lnTo>
                  <a:pt x="25419" y="22623"/>
                </a:lnTo>
                <a:lnTo>
                  <a:pt x="25419" y="1129"/>
                </a:lnTo>
                <a:close/>
              </a:path>
            </a:pathLst>
          </a:custGeom>
          <a:gradFill>
            <a:gsLst>
              <a:gs pos="0">
                <a:srgbClr val="FEFAF9">
                  <a:alpha val="18823"/>
                </a:srgbClr>
              </a:gs>
              <a:gs pos="100000">
                <a:srgbClr val="FEFAF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8"/>
          <p:cNvSpPr/>
          <p:nvPr/>
        </p:nvSpPr>
        <p:spPr>
          <a:xfrm>
            <a:off x="7797205" y="539918"/>
            <a:ext cx="2620355" cy="916503"/>
          </a:xfrm>
          <a:custGeom>
            <a:avLst/>
            <a:gdLst/>
            <a:ahLst/>
            <a:cxnLst/>
            <a:rect l="l" t="t" r="r" b="b"/>
            <a:pathLst>
              <a:path w="18564" h="6493" extrusionOk="0">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823"/>
                </a:srgbClr>
              </a:gs>
              <a:gs pos="100000">
                <a:srgbClr val="FEFAF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8"/>
          <p:cNvSpPr/>
          <p:nvPr/>
        </p:nvSpPr>
        <p:spPr>
          <a:xfrm>
            <a:off x="-1111195" y="-26495"/>
            <a:ext cx="2478466" cy="868334"/>
          </a:xfrm>
          <a:custGeom>
            <a:avLst/>
            <a:gdLst/>
            <a:ahLst/>
            <a:cxnLst/>
            <a:rect l="l" t="t" r="r" b="b"/>
            <a:pathLst>
              <a:path w="25326" h="8873" extrusionOk="0">
                <a:moveTo>
                  <a:pt x="1" y="1305"/>
                </a:moveTo>
                <a:cubicBezTo>
                  <a:pt x="1" y="1305"/>
                  <a:pt x="4706" y="1"/>
                  <a:pt x="10284" y="5579"/>
                </a:cubicBezTo>
                <a:cubicBezTo>
                  <a:pt x="14518" y="2353"/>
                  <a:pt x="17140" y="4504"/>
                  <a:pt x="19465" y="6816"/>
                </a:cubicBezTo>
                <a:cubicBezTo>
                  <a:pt x="23968" y="5378"/>
                  <a:pt x="25326" y="8873"/>
                  <a:pt x="25326" y="8873"/>
                </a:cubicBezTo>
                <a:lnTo>
                  <a:pt x="1" y="8873"/>
                </a:lnTo>
                <a:close/>
              </a:path>
            </a:pathLst>
          </a:custGeom>
          <a:gradFill>
            <a:gsLst>
              <a:gs pos="0">
                <a:srgbClr val="FEFAF9">
                  <a:alpha val="18823"/>
                </a:srgbClr>
              </a:gs>
              <a:gs pos="100000">
                <a:srgbClr val="FEFAF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0" name="Google Shape;200;p18"/>
          <p:cNvGrpSpPr/>
          <p:nvPr/>
        </p:nvGrpSpPr>
        <p:grpSpPr>
          <a:xfrm>
            <a:off x="781650" y="-244100"/>
            <a:ext cx="7580700" cy="1303550"/>
            <a:chOff x="781650" y="-244100"/>
            <a:chExt cx="7580700" cy="1303550"/>
          </a:xfrm>
        </p:grpSpPr>
        <p:sp>
          <p:nvSpPr>
            <p:cNvPr id="201" name="Google Shape;201;p18"/>
            <p:cNvSpPr/>
            <p:nvPr/>
          </p:nvSpPr>
          <p:spPr>
            <a:xfrm>
              <a:off x="781650" y="395550"/>
              <a:ext cx="7580700" cy="663900"/>
            </a:xfrm>
            <a:prstGeom prst="roundRect">
              <a:avLst>
                <a:gd name="adj" fmla="val 16667"/>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8"/>
            <p:cNvSpPr/>
            <p:nvPr/>
          </p:nvSpPr>
          <p:spPr>
            <a:xfrm>
              <a:off x="832500" y="445025"/>
              <a:ext cx="7479000" cy="5727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8"/>
            <p:cNvSpPr/>
            <p:nvPr/>
          </p:nvSpPr>
          <p:spPr>
            <a:xfrm>
              <a:off x="7095638" y="-244100"/>
              <a:ext cx="53100" cy="663900"/>
            </a:xfrm>
            <a:prstGeom prst="roundRect">
              <a:avLst>
                <a:gd name="adj" fmla="val 16667"/>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8"/>
            <p:cNvSpPr/>
            <p:nvPr/>
          </p:nvSpPr>
          <p:spPr>
            <a:xfrm>
              <a:off x="1995263" y="-244100"/>
              <a:ext cx="53100" cy="663900"/>
            </a:xfrm>
            <a:prstGeom prst="roundRect">
              <a:avLst>
                <a:gd name="adj" fmla="val 16667"/>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5" name="Google Shape;205;p18"/>
          <p:cNvSpPr txBox="1">
            <a:spLocks noGrp="1"/>
          </p:cNvSpPr>
          <p:nvPr>
            <p:ph type="body" idx="1"/>
          </p:nvPr>
        </p:nvSpPr>
        <p:spPr>
          <a:xfrm>
            <a:off x="985337" y="1377838"/>
            <a:ext cx="4566600" cy="3020400"/>
          </a:xfrm>
          <a:prstGeom prst="rect">
            <a:avLst/>
          </a:prstGeom>
        </p:spPr>
        <p:txBody>
          <a:bodyPr spcFirstLastPara="1" wrap="square" lIns="91425" tIns="91425" rIns="91425" bIns="91425" anchor="ctr" anchorCtr="0">
            <a:noAutofit/>
          </a:bodyPr>
          <a:lstStyle>
            <a:lvl1pPr marL="457200" lvl="0" indent="-330200" rtl="0">
              <a:lnSpc>
                <a:spcPct val="100000"/>
              </a:lnSpc>
              <a:spcBef>
                <a:spcPts val="0"/>
              </a:spcBef>
              <a:spcAft>
                <a:spcPts val="0"/>
              </a:spcAft>
              <a:buClr>
                <a:schemeClr val="lt1"/>
              </a:buClr>
              <a:buSzPts val="1600"/>
              <a:buChar char="●"/>
              <a:defRPr/>
            </a:lvl1pPr>
            <a:lvl2pPr marL="914400" lvl="1" indent="-330200" rtl="0">
              <a:lnSpc>
                <a:spcPct val="115000"/>
              </a:lnSpc>
              <a:spcBef>
                <a:spcPts val="0"/>
              </a:spcBef>
              <a:spcAft>
                <a:spcPts val="0"/>
              </a:spcAft>
              <a:buSzPts val="1600"/>
              <a:buFont typeface="Roboto Condensed Light"/>
              <a:buChar char="○"/>
              <a:defRPr sz="1600"/>
            </a:lvl2pPr>
            <a:lvl3pPr marL="1371600" lvl="2" indent="-330200" rtl="0">
              <a:lnSpc>
                <a:spcPct val="115000"/>
              </a:lnSpc>
              <a:spcBef>
                <a:spcPts val="0"/>
              </a:spcBef>
              <a:spcAft>
                <a:spcPts val="0"/>
              </a:spcAft>
              <a:buSzPts val="1600"/>
              <a:buFont typeface="Roboto Condensed Light"/>
              <a:buChar char="■"/>
              <a:defRPr sz="1600"/>
            </a:lvl3pPr>
            <a:lvl4pPr marL="1828800" lvl="3" indent="-330200" rtl="0">
              <a:lnSpc>
                <a:spcPct val="115000"/>
              </a:lnSpc>
              <a:spcBef>
                <a:spcPts val="0"/>
              </a:spcBef>
              <a:spcAft>
                <a:spcPts val="0"/>
              </a:spcAft>
              <a:buSzPts val="1600"/>
              <a:buFont typeface="Roboto Condensed Light"/>
              <a:buChar char="●"/>
              <a:defRPr sz="1600"/>
            </a:lvl4pPr>
            <a:lvl5pPr marL="2286000" lvl="4" indent="-330200" rtl="0">
              <a:lnSpc>
                <a:spcPct val="115000"/>
              </a:lnSpc>
              <a:spcBef>
                <a:spcPts val="0"/>
              </a:spcBef>
              <a:spcAft>
                <a:spcPts val="0"/>
              </a:spcAft>
              <a:buSzPts val="1600"/>
              <a:buFont typeface="Roboto Condensed Light"/>
              <a:buChar char="○"/>
              <a:defRPr sz="1600"/>
            </a:lvl5pPr>
            <a:lvl6pPr marL="2743200" lvl="5" indent="-330200" rtl="0">
              <a:lnSpc>
                <a:spcPct val="115000"/>
              </a:lnSpc>
              <a:spcBef>
                <a:spcPts val="0"/>
              </a:spcBef>
              <a:spcAft>
                <a:spcPts val="0"/>
              </a:spcAft>
              <a:buSzPts val="1600"/>
              <a:buFont typeface="Roboto Condensed Light"/>
              <a:buChar char="■"/>
              <a:defRPr sz="1600"/>
            </a:lvl6pPr>
            <a:lvl7pPr marL="3200400" lvl="6" indent="-330200" rtl="0">
              <a:lnSpc>
                <a:spcPct val="115000"/>
              </a:lnSpc>
              <a:spcBef>
                <a:spcPts val="0"/>
              </a:spcBef>
              <a:spcAft>
                <a:spcPts val="0"/>
              </a:spcAft>
              <a:buSzPts val="1600"/>
              <a:buFont typeface="Roboto Condensed Light"/>
              <a:buChar char="●"/>
              <a:defRPr sz="1600"/>
            </a:lvl7pPr>
            <a:lvl8pPr marL="3657600" lvl="7" indent="-330200" rtl="0">
              <a:lnSpc>
                <a:spcPct val="115000"/>
              </a:lnSpc>
              <a:spcBef>
                <a:spcPts val="0"/>
              </a:spcBef>
              <a:spcAft>
                <a:spcPts val="0"/>
              </a:spcAft>
              <a:buSzPts val="1600"/>
              <a:buFont typeface="Roboto Condensed Light"/>
              <a:buChar char="○"/>
              <a:defRPr sz="1600"/>
            </a:lvl8pPr>
            <a:lvl9pPr marL="4114800" lvl="8" indent="-330200" rtl="0">
              <a:lnSpc>
                <a:spcPct val="115000"/>
              </a:lnSpc>
              <a:spcBef>
                <a:spcPts val="0"/>
              </a:spcBef>
              <a:spcAft>
                <a:spcPts val="0"/>
              </a:spcAft>
              <a:buSzPts val="1600"/>
              <a:buFont typeface="Roboto Condensed Light"/>
              <a:buChar char="■"/>
              <a:defRPr sz="1600"/>
            </a:lvl9pPr>
          </a:lstStyle>
          <a:p>
            <a:endParaRPr/>
          </a:p>
        </p:txBody>
      </p:sp>
      <p:sp>
        <p:nvSpPr>
          <p:cNvPr id="206" name="Google Shape;206;p18"/>
          <p:cNvSpPr txBox="1">
            <a:spLocks noGrp="1"/>
          </p:cNvSpPr>
          <p:nvPr>
            <p:ph type="title"/>
          </p:nvPr>
        </p:nvSpPr>
        <p:spPr>
          <a:xfrm>
            <a:off x="539400" y="445025"/>
            <a:ext cx="80652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3000">
                <a:solidFill>
                  <a:schemeClr val="accen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2">
  <p:cSld name="SECTION_HEADER_1_1">
    <p:spTree>
      <p:nvGrpSpPr>
        <p:cNvPr id="1" name="Shape 292"/>
        <p:cNvGrpSpPr/>
        <p:nvPr/>
      </p:nvGrpSpPr>
      <p:grpSpPr>
        <a:xfrm>
          <a:off x="0" y="0"/>
          <a:ext cx="0" cy="0"/>
          <a:chOff x="0" y="0"/>
          <a:chExt cx="0" cy="0"/>
        </a:xfrm>
      </p:grpSpPr>
      <p:sp>
        <p:nvSpPr>
          <p:cNvPr id="293" name="Google Shape;293;p25"/>
          <p:cNvSpPr/>
          <p:nvPr/>
        </p:nvSpPr>
        <p:spPr>
          <a:xfrm>
            <a:off x="-7104" y="2063079"/>
            <a:ext cx="3511946" cy="3127259"/>
          </a:xfrm>
          <a:custGeom>
            <a:avLst/>
            <a:gdLst/>
            <a:ahLst/>
            <a:cxnLst/>
            <a:rect l="l" t="t" r="r" b="b"/>
            <a:pathLst>
              <a:path w="25407" h="22624" extrusionOk="0">
                <a:moveTo>
                  <a:pt x="1" y="1129"/>
                </a:moveTo>
                <a:cubicBezTo>
                  <a:pt x="1" y="1129"/>
                  <a:pt x="7058" y="0"/>
                  <a:pt x="11494" y="9625"/>
                </a:cubicBezTo>
                <a:cubicBezTo>
                  <a:pt x="16441" y="9625"/>
                  <a:pt x="19156" y="13725"/>
                  <a:pt x="19156" y="18335"/>
                </a:cubicBezTo>
                <a:cubicBezTo>
                  <a:pt x="23498" y="18335"/>
                  <a:pt x="25407" y="22623"/>
                  <a:pt x="25407" y="22623"/>
                </a:cubicBezTo>
                <a:lnTo>
                  <a:pt x="1" y="22623"/>
                </a:lnTo>
                <a:close/>
              </a:path>
            </a:pathLst>
          </a:custGeom>
          <a:gradFill>
            <a:gsLst>
              <a:gs pos="0">
                <a:srgbClr val="FEFAF9">
                  <a:alpha val="18823"/>
                </a:srgbClr>
              </a:gs>
              <a:gs pos="100000">
                <a:srgbClr val="FEFAF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25"/>
          <p:cNvSpPr/>
          <p:nvPr/>
        </p:nvSpPr>
        <p:spPr>
          <a:xfrm>
            <a:off x="7455403" y="4093211"/>
            <a:ext cx="1688587" cy="1502856"/>
          </a:xfrm>
          <a:custGeom>
            <a:avLst/>
            <a:gdLst/>
            <a:ahLst/>
            <a:cxnLst/>
            <a:rect l="l" t="t" r="r" b="b"/>
            <a:pathLst>
              <a:path w="25420" h="22624" extrusionOk="0">
                <a:moveTo>
                  <a:pt x="25406" y="1129"/>
                </a:moveTo>
                <a:cubicBezTo>
                  <a:pt x="25406" y="1129"/>
                  <a:pt x="18349" y="0"/>
                  <a:pt x="13913" y="9625"/>
                </a:cubicBezTo>
                <a:cubicBezTo>
                  <a:pt x="8966" y="9625"/>
                  <a:pt x="6251" y="13725"/>
                  <a:pt x="6251" y="18335"/>
                </a:cubicBezTo>
                <a:cubicBezTo>
                  <a:pt x="1909" y="18335"/>
                  <a:pt x="0" y="22623"/>
                  <a:pt x="0" y="22623"/>
                </a:cubicBezTo>
                <a:lnTo>
                  <a:pt x="25419" y="22623"/>
                </a:lnTo>
                <a:lnTo>
                  <a:pt x="25419" y="1129"/>
                </a:lnTo>
                <a:close/>
              </a:path>
            </a:pathLst>
          </a:custGeom>
          <a:gradFill>
            <a:gsLst>
              <a:gs pos="0">
                <a:srgbClr val="FEFAF9">
                  <a:alpha val="18823"/>
                </a:srgbClr>
              </a:gs>
              <a:gs pos="100000">
                <a:srgbClr val="FEFAF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25"/>
          <p:cNvSpPr/>
          <p:nvPr/>
        </p:nvSpPr>
        <p:spPr>
          <a:xfrm>
            <a:off x="-7112" y="365778"/>
            <a:ext cx="1449280" cy="507757"/>
          </a:xfrm>
          <a:custGeom>
            <a:avLst/>
            <a:gdLst/>
            <a:ahLst/>
            <a:cxnLst/>
            <a:rect l="l" t="t" r="r" b="b"/>
            <a:pathLst>
              <a:path w="25326" h="8873" extrusionOk="0">
                <a:moveTo>
                  <a:pt x="1" y="1305"/>
                </a:moveTo>
                <a:cubicBezTo>
                  <a:pt x="1" y="1305"/>
                  <a:pt x="4706" y="1"/>
                  <a:pt x="10284" y="5579"/>
                </a:cubicBezTo>
                <a:cubicBezTo>
                  <a:pt x="14518" y="2353"/>
                  <a:pt x="17140" y="4504"/>
                  <a:pt x="19465" y="6816"/>
                </a:cubicBezTo>
                <a:cubicBezTo>
                  <a:pt x="23968" y="5378"/>
                  <a:pt x="25326" y="8873"/>
                  <a:pt x="25326" y="8873"/>
                </a:cubicBezTo>
                <a:lnTo>
                  <a:pt x="1" y="8873"/>
                </a:lnTo>
                <a:close/>
              </a:path>
            </a:pathLst>
          </a:custGeom>
          <a:gradFill>
            <a:gsLst>
              <a:gs pos="0">
                <a:srgbClr val="FEFAF9">
                  <a:alpha val="18823"/>
                </a:srgbClr>
              </a:gs>
              <a:gs pos="100000">
                <a:srgbClr val="FEFAF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25"/>
          <p:cNvSpPr/>
          <p:nvPr/>
        </p:nvSpPr>
        <p:spPr>
          <a:xfrm>
            <a:off x="7765162" y="-472900"/>
            <a:ext cx="3068026" cy="1073082"/>
          </a:xfrm>
          <a:custGeom>
            <a:avLst/>
            <a:gdLst/>
            <a:ahLst/>
            <a:cxnLst/>
            <a:rect l="l" t="t" r="r" b="b"/>
            <a:pathLst>
              <a:path w="18564" h="6493" extrusionOk="0">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823"/>
                </a:srgbClr>
              </a:gs>
              <a:gs pos="100000">
                <a:srgbClr val="FEFAF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25"/>
          <p:cNvSpPr txBox="1">
            <a:spLocks noGrp="1"/>
          </p:cNvSpPr>
          <p:nvPr>
            <p:ph type="title"/>
          </p:nvPr>
        </p:nvSpPr>
        <p:spPr>
          <a:xfrm>
            <a:off x="4289100" y="1828995"/>
            <a:ext cx="3752400" cy="1716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600"/>
              <a:buNone/>
              <a:defRPr sz="4500">
                <a:solidFill>
                  <a:schemeClr val="dk2"/>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298" name="Google Shape;298;p25"/>
          <p:cNvSpPr txBox="1">
            <a:spLocks noGrp="1"/>
          </p:cNvSpPr>
          <p:nvPr>
            <p:ph type="title" idx="2" hasCustomPrompt="1"/>
          </p:nvPr>
        </p:nvSpPr>
        <p:spPr>
          <a:xfrm>
            <a:off x="6790725" y="1221805"/>
            <a:ext cx="1250700" cy="882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6000"/>
              <a:buNone/>
              <a:defRPr sz="45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99" name="Google Shape;299;p25"/>
          <p:cNvSpPr txBox="1">
            <a:spLocks noGrp="1"/>
          </p:cNvSpPr>
          <p:nvPr>
            <p:ph type="subTitle" idx="1"/>
          </p:nvPr>
        </p:nvSpPr>
        <p:spPr>
          <a:xfrm>
            <a:off x="4803450" y="3276490"/>
            <a:ext cx="3237900" cy="6960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500"/>
              <a:buNone/>
              <a:defRPr sz="1600">
                <a:solidFill>
                  <a:schemeClr val="lt1"/>
                </a:solidFill>
              </a:defRPr>
            </a:lvl1pPr>
            <a:lvl2pPr lvl="1" algn="ctr" rtl="0">
              <a:lnSpc>
                <a:spcPct val="100000"/>
              </a:lnSpc>
              <a:spcBef>
                <a:spcPts val="0"/>
              </a:spcBef>
              <a:spcAft>
                <a:spcPts val="0"/>
              </a:spcAft>
              <a:buSzPts val="1500"/>
              <a:buNone/>
              <a:defRPr/>
            </a:lvl2pPr>
            <a:lvl3pPr lvl="2" algn="ctr" rtl="0">
              <a:lnSpc>
                <a:spcPct val="100000"/>
              </a:lnSpc>
              <a:spcBef>
                <a:spcPts val="0"/>
              </a:spcBef>
              <a:spcAft>
                <a:spcPts val="0"/>
              </a:spcAft>
              <a:buSzPts val="1500"/>
              <a:buNone/>
              <a:defRPr/>
            </a:lvl3pPr>
            <a:lvl4pPr lvl="3" algn="ctr" rtl="0">
              <a:lnSpc>
                <a:spcPct val="100000"/>
              </a:lnSpc>
              <a:spcBef>
                <a:spcPts val="0"/>
              </a:spcBef>
              <a:spcAft>
                <a:spcPts val="0"/>
              </a:spcAft>
              <a:buSzPts val="1500"/>
              <a:buNone/>
              <a:defRPr/>
            </a:lvl4pPr>
            <a:lvl5pPr lvl="4" algn="ctr" rtl="0">
              <a:lnSpc>
                <a:spcPct val="100000"/>
              </a:lnSpc>
              <a:spcBef>
                <a:spcPts val="0"/>
              </a:spcBef>
              <a:spcAft>
                <a:spcPts val="0"/>
              </a:spcAft>
              <a:buSzPts val="1500"/>
              <a:buNone/>
              <a:defRPr/>
            </a:lvl5pPr>
            <a:lvl6pPr lvl="5" algn="ctr" rtl="0">
              <a:lnSpc>
                <a:spcPct val="100000"/>
              </a:lnSpc>
              <a:spcBef>
                <a:spcPts val="0"/>
              </a:spcBef>
              <a:spcAft>
                <a:spcPts val="0"/>
              </a:spcAft>
              <a:buSzPts val="1500"/>
              <a:buNone/>
              <a:defRPr/>
            </a:lvl6pPr>
            <a:lvl7pPr lvl="6" algn="ctr" rtl="0">
              <a:lnSpc>
                <a:spcPct val="100000"/>
              </a:lnSpc>
              <a:spcBef>
                <a:spcPts val="0"/>
              </a:spcBef>
              <a:spcAft>
                <a:spcPts val="0"/>
              </a:spcAft>
              <a:buSzPts val="1500"/>
              <a:buNone/>
              <a:defRPr/>
            </a:lvl7pPr>
            <a:lvl8pPr lvl="7" algn="ctr" rtl="0">
              <a:lnSpc>
                <a:spcPct val="100000"/>
              </a:lnSpc>
              <a:spcBef>
                <a:spcPts val="0"/>
              </a:spcBef>
              <a:spcAft>
                <a:spcPts val="0"/>
              </a:spcAft>
              <a:buSzPts val="1500"/>
              <a:buNone/>
              <a:defRPr/>
            </a:lvl8pPr>
            <a:lvl9pPr lvl="8" algn="ctr" rtl="0">
              <a:lnSpc>
                <a:spcPct val="100000"/>
              </a:lnSpc>
              <a:spcBef>
                <a:spcPts val="0"/>
              </a:spcBef>
              <a:spcAft>
                <a:spcPts val="0"/>
              </a:spcAft>
              <a:buSzPts val="15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389"/>
        <p:cNvGrpSpPr/>
        <p:nvPr/>
      </p:nvGrpSpPr>
      <p:grpSpPr>
        <a:xfrm>
          <a:off x="0" y="0"/>
          <a:ext cx="0" cy="0"/>
          <a:chOff x="0" y="0"/>
          <a:chExt cx="0" cy="0"/>
        </a:xfrm>
      </p:grpSpPr>
      <p:sp>
        <p:nvSpPr>
          <p:cNvPr id="390" name="Google Shape;390;p31"/>
          <p:cNvSpPr/>
          <p:nvPr/>
        </p:nvSpPr>
        <p:spPr>
          <a:xfrm>
            <a:off x="6012630" y="-468024"/>
            <a:ext cx="3915937" cy="1369650"/>
          </a:xfrm>
          <a:custGeom>
            <a:avLst/>
            <a:gdLst/>
            <a:ahLst/>
            <a:cxnLst/>
            <a:rect l="l" t="t" r="r" b="b"/>
            <a:pathLst>
              <a:path w="18564" h="6493" extrusionOk="0">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823"/>
                </a:srgbClr>
              </a:gs>
              <a:gs pos="100000">
                <a:srgbClr val="FEFAF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1"/>
          <p:cNvSpPr/>
          <p:nvPr/>
        </p:nvSpPr>
        <p:spPr>
          <a:xfrm>
            <a:off x="-619551" y="3454488"/>
            <a:ext cx="2482327" cy="2210478"/>
          </a:xfrm>
          <a:custGeom>
            <a:avLst/>
            <a:gdLst/>
            <a:ahLst/>
            <a:cxnLst/>
            <a:rect l="l" t="t" r="r" b="b"/>
            <a:pathLst>
              <a:path w="25407" h="22624" extrusionOk="0">
                <a:moveTo>
                  <a:pt x="1" y="1129"/>
                </a:moveTo>
                <a:cubicBezTo>
                  <a:pt x="1" y="1129"/>
                  <a:pt x="7058" y="0"/>
                  <a:pt x="11494" y="9625"/>
                </a:cubicBezTo>
                <a:cubicBezTo>
                  <a:pt x="16441" y="9625"/>
                  <a:pt x="19156" y="13725"/>
                  <a:pt x="19156" y="18335"/>
                </a:cubicBezTo>
                <a:cubicBezTo>
                  <a:pt x="23498" y="18335"/>
                  <a:pt x="25407" y="22623"/>
                  <a:pt x="25407" y="22623"/>
                </a:cubicBezTo>
                <a:lnTo>
                  <a:pt x="1" y="22623"/>
                </a:lnTo>
                <a:close/>
              </a:path>
            </a:pathLst>
          </a:custGeom>
          <a:gradFill>
            <a:gsLst>
              <a:gs pos="0">
                <a:srgbClr val="FEFAF9">
                  <a:alpha val="18823"/>
                </a:srgbClr>
              </a:gs>
              <a:gs pos="100000">
                <a:srgbClr val="FEFAF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1"/>
          <p:cNvSpPr/>
          <p:nvPr/>
        </p:nvSpPr>
        <p:spPr>
          <a:xfrm>
            <a:off x="6824396" y="3192234"/>
            <a:ext cx="2798869" cy="2491016"/>
          </a:xfrm>
          <a:custGeom>
            <a:avLst/>
            <a:gdLst/>
            <a:ahLst/>
            <a:cxnLst/>
            <a:rect l="l" t="t" r="r" b="b"/>
            <a:pathLst>
              <a:path w="25420" h="22624" extrusionOk="0">
                <a:moveTo>
                  <a:pt x="25406" y="1129"/>
                </a:moveTo>
                <a:cubicBezTo>
                  <a:pt x="25406" y="1129"/>
                  <a:pt x="18349" y="0"/>
                  <a:pt x="13913" y="9625"/>
                </a:cubicBezTo>
                <a:cubicBezTo>
                  <a:pt x="8966" y="9625"/>
                  <a:pt x="6251" y="13725"/>
                  <a:pt x="6251" y="18335"/>
                </a:cubicBezTo>
                <a:cubicBezTo>
                  <a:pt x="1909" y="18335"/>
                  <a:pt x="0" y="22623"/>
                  <a:pt x="0" y="22623"/>
                </a:cubicBezTo>
                <a:lnTo>
                  <a:pt x="25419" y="22623"/>
                </a:lnTo>
                <a:lnTo>
                  <a:pt x="25419" y="1129"/>
                </a:lnTo>
                <a:close/>
              </a:path>
            </a:pathLst>
          </a:custGeom>
          <a:gradFill>
            <a:gsLst>
              <a:gs pos="0">
                <a:srgbClr val="FEFAF9">
                  <a:alpha val="18823"/>
                </a:srgbClr>
              </a:gs>
              <a:gs pos="100000">
                <a:srgbClr val="FEFAF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1"/>
          <p:cNvSpPr/>
          <p:nvPr/>
        </p:nvSpPr>
        <p:spPr>
          <a:xfrm flipH="1">
            <a:off x="-2420250" y="445013"/>
            <a:ext cx="3509803" cy="1227599"/>
          </a:xfrm>
          <a:custGeom>
            <a:avLst/>
            <a:gdLst/>
            <a:ahLst/>
            <a:cxnLst/>
            <a:rect l="l" t="t" r="r" b="b"/>
            <a:pathLst>
              <a:path w="18564" h="6493" extrusionOk="0">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823"/>
                </a:srgbClr>
              </a:gs>
              <a:gs pos="100000">
                <a:srgbClr val="FEFAF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1"/>
          <p:cNvSpPr/>
          <p:nvPr/>
        </p:nvSpPr>
        <p:spPr>
          <a:xfrm>
            <a:off x="8510675" y="1672588"/>
            <a:ext cx="1987589" cy="315579"/>
          </a:xfrm>
          <a:custGeom>
            <a:avLst/>
            <a:gdLst/>
            <a:ahLst/>
            <a:cxnLst/>
            <a:rect l="l" t="t" r="r" b="b"/>
            <a:pathLst>
              <a:path w="50217" h="7023" extrusionOk="0">
                <a:moveTo>
                  <a:pt x="25108" y="1"/>
                </a:moveTo>
                <a:cubicBezTo>
                  <a:pt x="21300" y="1"/>
                  <a:pt x="17492" y="1237"/>
                  <a:pt x="15020" y="3709"/>
                </a:cubicBezTo>
                <a:cubicBezTo>
                  <a:pt x="13484" y="2533"/>
                  <a:pt x="12160" y="2071"/>
                  <a:pt x="10986" y="2071"/>
                </a:cubicBezTo>
                <a:cubicBezTo>
                  <a:pt x="8931" y="2071"/>
                  <a:pt x="7332" y="3485"/>
                  <a:pt x="5853" y="4965"/>
                </a:cubicBezTo>
                <a:cubicBezTo>
                  <a:pt x="5079" y="4711"/>
                  <a:pt x="4398" y="4607"/>
                  <a:pt x="3800" y="4607"/>
                </a:cubicBezTo>
                <a:cubicBezTo>
                  <a:pt x="934" y="4607"/>
                  <a:pt x="0" y="7023"/>
                  <a:pt x="0" y="7023"/>
                </a:cubicBezTo>
                <a:lnTo>
                  <a:pt x="50216" y="7023"/>
                </a:lnTo>
                <a:cubicBezTo>
                  <a:pt x="50216" y="7023"/>
                  <a:pt x="49283" y="4607"/>
                  <a:pt x="46416" y="4607"/>
                </a:cubicBezTo>
                <a:cubicBezTo>
                  <a:pt x="45819" y="4607"/>
                  <a:pt x="45137" y="4711"/>
                  <a:pt x="44363" y="4965"/>
                </a:cubicBezTo>
                <a:cubicBezTo>
                  <a:pt x="42884" y="3485"/>
                  <a:pt x="41285" y="2071"/>
                  <a:pt x="39230" y="2071"/>
                </a:cubicBezTo>
                <a:cubicBezTo>
                  <a:pt x="38056" y="2071"/>
                  <a:pt x="36732" y="2533"/>
                  <a:pt x="35197" y="3709"/>
                </a:cubicBezTo>
                <a:cubicBezTo>
                  <a:pt x="32725" y="1237"/>
                  <a:pt x="28916" y="1"/>
                  <a:pt x="25108" y="1"/>
                </a:cubicBezTo>
                <a:close/>
              </a:path>
            </a:pathLst>
          </a:custGeom>
          <a:gradFill>
            <a:gsLst>
              <a:gs pos="0">
                <a:srgbClr val="FEFAF9">
                  <a:alpha val="18823"/>
                </a:srgbClr>
              </a:gs>
              <a:gs pos="100000">
                <a:srgbClr val="FEFAF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395"/>
        <p:cNvGrpSpPr/>
        <p:nvPr/>
      </p:nvGrpSpPr>
      <p:grpSpPr>
        <a:xfrm>
          <a:off x="0" y="0"/>
          <a:ext cx="0" cy="0"/>
          <a:chOff x="0" y="0"/>
          <a:chExt cx="0" cy="0"/>
        </a:xfrm>
      </p:grpSpPr>
      <p:sp>
        <p:nvSpPr>
          <p:cNvPr id="396" name="Google Shape;396;p32"/>
          <p:cNvSpPr/>
          <p:nvPr/>
        </p:nvSpPr>
        <p:spPr>
          <a:xfrm>
            <a:off x="5228055" y="3805201"/>
            <a:ext cx="3915937" cy="1369650"/>
          </a:xfrm>
          <a:custGeom>
            <a:avLst/>
            <a:gdLst/>
            <a:ahLst/>
            <a:cxnLst/>
            <a:rect l="l" t="t" r="r" b="b"/>
            <a:pathLst>
              <a:path w="18564" h="6493" extrusionOk="0">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823"/>
                </a:srgbClr>
              </a:gs>
              <a:gs pos="100000">
                <a:srgbClr val="FEFAF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2"/>
          <p:cNvSpPr/>
          <p:nvPr/>
        </p:nvSpPr>
        <p:spPr>
          <a:xfrm>
            <a:off x="11" y="2964363"/>
            <a:ext cx="2482327" cy="2210478"/>
          </a:xfrm>
          <a:custGeom>
            <a:avLst/>
            <a:gdLst/>
            <a:ahLst/>
            <a:cxnLst/>
            <a:rect l="l" t="t" r="r" b="b"/>
            <a:pathLst>
              <a:path w="25407" h="22624" extrusionOk="0">
                <a:moveTo>
                  <a:pt x="1" y="1129"/>
                </a:moveTo>
                <a:cubicBezTo>
                  <a:pt x="1" y="1129"/>
                  <a:pt x="7058" y="0"/>
                  <a:pt x="11494" y="9625"/>
                </a:cubicBezTo>
                <a:cubicBezTo>
                  <a:pt x="16441" y="9625"/>
                  <a:pt x="19156" y="13725"/>
                  <a:pt x="19156" y="18335"/>
                </a:cubicBezTo>
                <a:cubicBezTo>
                  <a:pt x="23498" y="18335"/>
                  <a:pt x="25407" y="22623"/>
                  <a:pt x="25407" y="22623"/>
                </a:cubicBezTo>
                <a:lnTo>
                  <a:pt x="1" y="22623"/>
                </a:lnTo>
                <a:close/>
              </a:path>
            </a:pathLst>
          </a:custGeom>
          <a:gradFill>
            <a:gsLst>
              <a:gs pos="0">
                <a:srgbClr val="FEFAF9">
                  <a:alpha val="18823"/>
                </a:srgbClr>
              </a:gs>
              <a:gs pos="100000">
                <a:srgbClr val="FEFAF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2"/>
          <p:cNvSpPr/>
          <p:nvPr/>
        </p:nvSpPr>
        <p:spPr>
          <a:xfrm rot="10800000" flipH="1">
            <a:off x="6345121" y="9"/>
            <a:ext cx="2798869" cy="2491016"/>
          </a:xfrm>
          <a:custGeom>
            <a:avLst/>
            <a:gdLst/>
            <a:ahLst/>
            <a:cxnLst/>
            <a:rect l="l" t="t" r="r" b="b"/>
            <a:pathLst>
              <a:path w="25420" h="22624" extrusionOk="0">
                <a:moveTo>
                  <a:pt x="25406" y="1129"/>
                </a:moveTo>
                <a:cubicBezTo>
                  <a:pt x="25406" y="1129"/>
                  <a:pt x="18349" y="0"/>
                  <a:pt x="13913" y="9625"/>
                </a:cubicBezTo>
                <a:cubicBezTo>
                  <a:pt x="8966" y="9625"/>
                  <a:pt x="6251" y="13725"/>
                  <a:pt x="6251" y="18335"/>
                </a:cubicBezTo>
                <a:cubicBezTo>
                  <a:pt x="1909" y="18335"/>
                  <a:pt x="0" y="22623"/>
                  <a:pt x="0" y="22623"/>
                </a:cubicBezTo>
                <a:lnTo>
                  <a:pt x="25419" y="22623"/>
                </a:lnTo>
                <a:lnTo>
                  <a:pt x="25419" y="1129"/>
                </a:lnTo>
                <a:close/>
              </a:path>
            </a:pathLst>
          </a:custGeom>
          <a:gradFill>
            <a:gsLst>
              <a:gs pos="0">
                <a:srgbClr val="FEFAF9">
                  <a:alpha val="18823"/>
                </a:srgbClr>
              </a:gs>
              <a:gs pos="100000">
                <a:srgbClr val="FEFAF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32"/>
          <p:cNvSpPr/>
          <p:nvPr/>
        </p:nvSpPr>
        <p:spPr>
          <a:xfrm flipH="1">
            <a:off x="-843700" y="-258949"/>
            <a:ext cx="3509803" cy="1227599"/>
          </a:xfrm>
          <a:custGeom>
            <a:avLst/>
            <a:gdLst/>
            <a:ahLst/>
            <a:cxnLst/>
            <a:rect l="l" t="t" r="r" b="b"/>
            <a:pathLst>
              <a:path w="18564" h="6493" extrusionOk="0">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823"/>
                </a:srgbClr>
              </a:gs>
              <a:gs pos="100000">
                <a:srgbClr val="FEFAF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32"/>
          <p:cNvSpPr/>
          <p:nvPr/>
        </p:nvSpPr>
        <p:spPr>
          <a:xfrm>
            <a:off x="152500" y="2129850"/>
            <a:ext cx="1987589" cy="315579"/>
          </a:xfrm>
          <a:custGeom>
            <a:avLst/>
            <a:gdLst/>
            <a:ahLst/>
            <a:cxnLst/>
            <a:rect l="l" t="t" r="r" b="b"/>
            <a:pathLst>
              <a:path w="50217" h="7023" extrusionOk="0">
                <a:moveTo>
                  <a:pt x="25108" y="1"/>
                </a:moveTo>
                <a:cubicBezTo>
                  <a:pt x="21300" y="1"/>
                  <a:pt x="17492" y="1237"/>
                  <a:pt x="15020" y="3709"/>
                </a:cubicBezTo>
                <a:cubicBezTo>
                  <a:pt x="13484" y="2533"/>
                  <a:pt x="12160" y="2071"/>
                  <a:pt x="10986" y="2071"/>
                </a:cubicBezTo>
                <a:cubicBezTo>
                  <a:pt x="8931" y="2071"/>
                  <a:pt x="7332" y="3485"/>
                  <a:pt x="5853" y="4965"/>
                </a:cubicBezTo>
                <a:cubicBezTo>
                  <a:pt x="5079" y="4711"/>
                  <a:pt x="4398" y="4607"/>
                  <a:pt x="3800" y="4607"/>
                </a:cubicBezTo>
                <a:cubicBezTo>
                  <a:pt x="934" y="4607"/>
                  <a:pt x="0" y="7023"/>
                  <a:pt x="0" y="7023"/>
                </a:cubicBezTo>
                <a:lnTo>
                  <a:pt x="50216" y="7023"/>
                </a:lnTo>
                <a:cubicBezTo>
                  <a:pt x="50216" y="7023"/>
                  <a:pt x="49283" y="4607"/>
                  <a:pt x="46416" y="4607"/>
                </a:cubicBezTo>
                <a:cubicBezTo>
                  <a:pt x="45819" y="4607"/>
                  <a:pt x="45137" y="4711"/>
                  <a:pt x="44363" y="4965"/>
                </a:cubicBezTo>
                <a:cubicBezTo>
                  <a:pt x="42884" y="3485"/>
                  <a:pt x="41285" y="2071"/>
                  <a:pt x="39230" y="2071"/>
                </a:cubicBezTo>
                <a:cubicBezTo>
                  <a:pt x="38056" y="2071"/>
                  <a:pt x="36732" y="2533"/>
                  <a:pt x="35197" y="3709"/>
                </a:cubicBezTo>
                <a:cubicBezTo>
                  <a:pt x="32725" y="1237"/>
                  <a:pt x="28916" y="1"/>
                  <a:pt x="25108" y="1"/>
                </a:cubicBezTo>
                <a:close/>
              </a:path>
            </a:pathLst>
          </a:custGeom>
          <a:gradFill>
            <a:gsLst>
              <a:gs pos="0">
                <a:srgbClr val="FEFAF9">
                  <a:alpha val="18823"/>
                </a:srgbClr>
              </a:gs>
              <a:gs pos="100000">
                <a:srgbClr val="FEFAF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rgbClr val="6599CC"/>
            </a:gs>
            <a:gs pos="47000">
              <a:srgbClr val="B2CAE3"/>
            </a:gs>
            <a:gs pos="100000">
              <a:schemeClr val="lt1"/>
            </a:gs>
          </a:gsLst>
          <a:lin ang="16198662"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lt1"/>
              </a:buClr>
              <a:buSzPts val="2500"/>
              <a:buFont typeface="Limelight"/>
              <a:buNone/>
              <a:defRPr sz="2500" b="1">
                <a:solidFill>
                  <a:schemeClr val="lt1"/>
                </a:solidFill>
                <a:latin typeface="Limelight"/>
                <a:ea typeface="Limelight"/>
                <a:cs typeface="Limelight"/>
                <a:sym typeface="Limelight"/>
              </a:defRPr>
            </a:lvl1pPr>
            <a:lvl2pPr lvl="1" rtl="0">
              <a:spcBef>
                <a:spcPts val="0"/>
              </a:spcBef>
              <a:spcAft>
                <a:spcPts val="0"/>
              </a:spcAft>
              <a:buClr>
                <a:schemeClr val="lt1"/>
              </a:buClr>
              <a:buSzPts val="3500"/>
              <a:buFont typeface="Limelight"/>
              <a:buNone/>
              <a:defRPr sz="3500" b="1">
                <a:solidFill>
                  <a:schemeClr val="lt1"/>
                </a:solidFill>
                <a:latin typeface="Limelight"/>
                <a:ea typeface="Limelight"/>
                <a:cs typeface="Limelight"/>
                <a:sym typeface="Limelight"/>
              </a:defRPr>
            </a:lvl2pPr>
            <a:lvl3pPr lvl="2" rtl="0">
              <a:spcBef>
                <a:spcPts val="0"/>
              </a:spcBef>
              <a:spcAft>
                <a:spcPts val="0"/>
              </a:spcAft>
              <a:buClr>
                <a:schemeClr val="lt1"/>
              </a:buClr>
              <a:buSzPts val="3500"/>
              <a:buFont typeface="Limelight"/>
              <a:buNone/>
              <a:defRPr sz="3500" b="1">
                <a:solidFill>
                  <a:schemeClr val="lt1"/>
                </a:solidFill>
                <a:latin typeface="Limelight"/>
                <a:ea typeface="Limelight"/>
                <a:cs typeface="Limelight"/>
                <a:sym typeface="Limelight"/>
              </a:defRPr>
            </a:lvl3pPr>
            <a:lvl4pPr lvl="3" rtl="0">
              <a:spcBef>
                <a:spcPts val="0"/>
              </a:spcBef>
              <a:spcAft>
                <a:spcPts val="0"/>
              </a:spcAft>
              <a:buClr>
                <a:schemeClr val="lt1"/>
              </a:buClr>
              <a:buSzPts val="3500"/>
              <a:buFont typeface="Limelight"/>
              <a:buNone/>
              <a:defRPr sz="3500" b="1">
                <a:solidFill>
                  <a:schemeClr val="lt1"/>
                </a:solidFill>
                <a:latin typeface="Limelight"/>
                <a:ea typeface="Limelight"/>
                <a:cs typeface="Limelight"/>
                <a:sym typeface="Limelight"/>
              </a:defRPr>
            </a:lvl4pPr>
            <a:lvl5pPr lvl="4" rtl="0">
              <a:spcBef>
                <a:spcPts val="0"/>
              </a:spcBef>
              <a:spcAft>
                <a:spcPts val="0"/>
              </a:spcAft>
              <a:buClr>
                <a:schemeClr val="lt1"/>
              </a:buClr>
              <a:buSzPts val="3500"/>
              <a:buFont typeface="Limelight"/>
              <a:buNone/>
              <a:defRPr sz="3500" b="1">
                <a:solidFill>
                  <a:schemeClr val="lt1"/>
                </a:solidFill>
                <a:latin typeface="Limelight"/>
                <a:ea typeface="Limelight"/>
                <a:cs typeface="Limelight"/>
                <a:sym typeface="Limelight"/>
              </a:defRPr>
            </a:lvl5pPr>
            <a:lvl6pPr lvl="5" rtl="0">
              <a:spcBef>
                <a:spcPts val="0"/>
              </a:spcBef>
              <a:spcAft>
                <a:spcPts val="0"/>
              </a:spcAft>
              <a:buClr>
                <a:schemeClr val="lt1"/>
              </a:buClr>
              <a:buSzPts val="3500"/>
              <a:buFont typeface="Limelight"/>
              <a:buNone/>
              <a:defRPr sz="3500" b="1">
                <a:solidFill>
                  <a:schemeClr val="lt1"/>
                </a:solidFill>
                <a:latin typeface="Limelight"/>
                <a:ea typeface="Limelight"/>
                <a:cs typeface="Limelight"/>
                <a:sym typeface="Limelight"/>
              </a:defRPr>
            </a:lvl6pPr>
            <a:lvl7pPr lvl="6" rtl="0">
              <a:spcBef>
                <a:spcPts val="0"/>
              </a:spcBef>
              <a:spcAft>
                <a:spcPts val="0"/>
              </a:spcAft>
              <a:buClr>
                <a:schemeClr val="lt1"/>
              </a:buClr>
              <a:buSzPts val="3500"/>
              <a:buFont typeface="Limelight"/>
              <a:buNone/>
              <a:defRPr sz="3500" b="1">
                <a:solidFill>
                  <a:schemeClr val="lt1"/>
                </a:solidFill>
                <a:latin typeface="Limelight"/>
                <a:ea typeface="Limelight"/>
                <a:cs typeface="Limelight"/>
                <a:sym typeface="Limelight"/>
              </a:defRPr>
            </a:lvl7pPr>
            <a:lvl8pPr lvl="7" rtl="0">
              <a:spcBef>
                <a:spcPts val="0"/>
              </a:spcBef>
              <a:spcAft>
                <a:spcPts val="0"/>
              </a:spcAft>
              <a:buClr>
                <a:schemeClr val="lt1"/>
              </a:buClr>
              <a:buSzPts val="3500"/>
              <a:buFont typeface="Limelight"/>
              <a:buNone/>
              <a:defRPr sz="3500" b="1">
                <a:solidFill>
                  <a:schemeClr val="lt1"/>
                </a:solidFill>
                <a:latin typeface="Limelight"/>
                <a:ea typeface="Limelight"/>
                <a:cs typeface="Limelight"/>
                <a:sym typeface="Limelight"/>
              </a:defRPr>
            </a:lvl8pPr>
            <a:lvl9pPr lvl="8" rtl="0">
              <a:spcBef>
                <a:spcPts val="0"/>
              </a:spcBef>
              <a:spcAft>
                <a:spcPts val="0"/>
              </a:spcAft>
              <a:buClr>
                <a:schemeClr val="lt1"/>
              </a:buClr>
              <a:buSzPts val="3500"/>
              <a:buFont typeface="Limelight"/>
              <a:buNone/>
              <a:defRPr sz="3500" b="1">
                <a:solidFill>
                  <a:schemeClr val="lt1"/>
                </a:solidFill>
                <a:latin typeface="Limelight"/>
                <a:ea typeface="Limelight"/>
                <a:cs typeface="Limelight"/>
                <a:sym typeface="Limelight"/>
              </a:defRPr>
            </a:lvl9pPr>
          </a:lstStyle>
          <a:p>
            <a:endParaRPr/>
          </a:p>
        </p:txBody>
      </p:sp>
      <p:sp>
        <p:nvSpPr>
          <p:cNvPr id="7" name="Google Shape;7;p1"/>
          <p:cNvSpPr txBox="1">
            <a:spLocks noGrp="1"/>
          </p:cNvSpPr>
          <p:nvPr>
            <p:ph type="body" idx="1"/>
          </p:nvPr>
        </p:nvSpPr>
        <p:spPr>
          <a:xfrm>
            <a:off x="311700" y="1143325"/>
            <a:ext cx="8520600" cy="3416400"/>
          </a:xfrm>
          <a:prstGeom prst="rect">
            <a:avLst/>
          </a:prstGeom>
          <a:noFill/>
          <a:ln>
            <a:noFill/>
          </a:ln>
        </p:spPr>
        <p:txBody>
          <a:bodyPr spcFirstLastPara="1" wrap="square" lIns="91425" tIns="91425" rIns="91425" bIns="91425" anchor="t" anchorCtr="0">
            <a:noAutofit/>
          </a:bodyPr>
          <a:lstStyle>
            <a:lvl1pPr marL="457200" lvl="0" indent="-323850">
              <a:lnSpc>
                <a:spcPct val="100000"/>
              </a:lnSpc>
              <a:spcBef>
                <a:spcPts val="0"/>
              </a:spcBef>
              <a:spcAft>
                <a:spcPts val="0"/>
              </a:spcAft>
              <a:buClr>
                <a:schemeClr val="accent4"/>
              </a:buClr>
              <a:buSzPts val="1500"/>
              <a:buFont typeface="Raleway"/>
              <a:buChar char="●"/>
              <a:defRPr sz="1500">
                <a:solidFill>
                  <a:schemeClr val="accent4"/>
                </a:solidFill>
                <a:latin typeface="Raleway"/>
                <a:ea typeface="Raleway"/>
                <a:cs typeface="Raleway"/>
                <a:sym typeface="Raleway"/>
              </a:defRPr>
            </a:lvl1pPr>
            <a:lvl2pPr marL="914400" lvl="1" indent="-323850">
              <a:lnSpc>
                <a:spcPct val="100000"/>
              </a:lnSpc>
              <a:spcBef>
                <a:spcPts val="0"/>
              </a:spcBef>
              <a:spcAft>
                <a:spcPts val="0"/>
              </a:spcAft>
              <a:buClr>
                <a:schemeClr val="accent4"/>
              </a:buClr>
              <a:buSzPts val="1500"/>
              <a:buFont typeface="Raleway"/>
              <a:buChar char="○"/>
              <a:defRPr sz="1500">
                <a:solidFill>
                  <a:schemeClr val="accent4"/>
                </a:solidFill>
                <a:latin typeface="Raleway"/>
                <a:ea typeface="Raleway"/>
                <a:cs typeface="Raleway"/>
                <a:sym typeface="Raleway"/>
              </a:defRPr>
            </a:lvl2pPr>
            <a:lvl3pPr marL="1371600" lvl="2" indent="-323850">
              <a:lnSpc>
                <a:spcPct val="100000"/>
              </a:lnSpc>
              <a:spcBef>
                <a:spcPts val="0"/>
              </a:spcBef>
              <a:spcAft>
                <a:spcPts val="0"/>
              </a:spcAft>
              <a:buClr>
                <a:schemeClr val="accent4"/>
              </a:buClr>
              <a:buSzPts val="1500"/>
              <a:buFont typeface="Raleway"/>
              <a:buChar char="■"/>
              <a:defRPr sz="1500">
                <a:solidFill>
                  <a:schemeClr val="accent4"/>
                </a:solidFill>
                <a:latin typeface="Raleway"/>
                <a:ea typeface="Raleway"/>
                <a:cs typeface="Raleway"/>
                <a:sym typeface="Raleway"/>
              </a:defRPr>
            </a:lvl3pPr>
            <a:lvl4pPr marL="1828800" lvl="3" indent="-323850">
              <a:lnSpc>
                <a:spcPct val="100000"/>
              </a:lnSpc>
              <a:spcBef>
                <a:spcPts val="0"/>
              </a:spcBef>
              <a:spcAft>
                <a:spcPts val="0"/>
              </a:spcAft>
              <a:buClr>
                <a:schemeClr val="accent4"/>
              </a:buClr>
              <a:buSzPts val="1500"/>
              <a:buFont typeface="Raleway"/>
              <a:buChar char="●"/>
              <a:defRPr sz="1500">
                <a:solidFill>
                  <a:schemeClr val="accent4"/>
                </a:solidFill>
                <a:latin typeface="Raleway"/>
                <a:ea typeface="Raleway"/>
                <a:cs typeface="Raleway"/>
                <a:sym typeface="Raleway"/>
              </a:defRPr>
            </a:lvl4pPr>
            <a:lvl5pPr marL="2286000" lvl="4" indent="-323850">
              <a:lnSpc>
                <a:spcPct val="100000"/>
              </a:lnSpc>
              <a:spcBef>
                <a:spcPts val="0"/>
              </a:spcBef>
              <a:spcAft>
                <a:spcPts val="0"/>
              </a:spcAft>
              <a:buClr>
                <a:schemeClr val="accent4"/>
              </a:buClr>
              <a:buSzPts val="1500"/>
              <a:buFont typeface="Raleway"/>
              <a:buChar char="○"/>
              <a:defRPr sz="1500">
                <a:solidFill>
                  <a:schemeClr val="accent4"/>
                </a:solidFill>
                <a:latin typeface="Raleway"/>
                <a:ea typeface="Raleway"/>
                <a:cs typeface="Raleway"/>
                <a:sym typeface="Raleway"/>
              </a:defRPr>
            </a:lvl5pPr>
            <a:lvl6pPr marL="2743200" lvl="5" indent="-323850">
              <a:lnSpc>
                <a:spcPct val="100000"/>
              </a:lnSpc>
              <a:spcBef>
                <a:spcPts val="0"/>
              </a:spcBef>
              <a:spcAft>
                <a:spcPts val="0"/>
              </a:spcAft>
              <a:buClr>
                <a:schemeClr val="accent4"/>
              </a:buClr>
              <a:buSzPts val="1500"/>
              <a:buFont typeface="Raleway"/>
              <a:buChar char="■"/>
              <a:defRPr sz="1500">
                <a:solidFill>
                  <a:schemeClr val="accent4"/>
                </a:solidFill>
                <a:latin typeface="Raleway"/>
                <a:ea typeface="Raleway"/>
                <a:cs typeface="Raleway"/>
                <a:sym typeface="Raleway"/>
              </a:defRPr>
            </a:lvl6pPr>
            <a:lvl7pPr marL="3200400" lvl="6" indent="-323850">
              <a:lnSpc>
                <a:spcPct val="100000"/>
              </a:lnSpc>
              <a:spcBef>
                <a:spcPts val="0"/>
              </a:spcBef>
              <a:spcAft>
                <a:spcPts val="0"/>
              </a:spcAft>
              <a:buClr>
                <a:schemeClr val="accent4"/>
              </a:buClr>
              <a:buSzPts val="1500"/>
              <a:buFont typeface="Raleway"/>
              <a:buChar char="●"/>
              <a:defRPr sz="1500">
                <a:solidFill>
                  <a:schemeClr val="accent4"/>
                </a:solidFill>
                <a:latin typeface="Raleway"/>
                <a:ea typeface="Raleway"/>
                <a:cs typeface="Raleway"/>
                <a:sym typeface="Raleway"/>
              </a:defRPr>
            </a:lvl7pPr>
            <a:lvl8pPr marL="3657600" lvl="7" indent="-323850">
              <a:lnSpc>
                <a:spcPct val="100000"/>
              </a:lnSpc>
              <a:spcBef>
                <a:spcPts val="0"/>
              </a:spcBef>
              <a:spcAft>
                <a:spcPts val="0"/>
              </a:spcAft>
              <a:buClr>
                <a:schemeClr val="accent4"/>
              </a:buClr>
              <a:buSzPts val="1500"/>
              <a:buFont typeface="Raleway"/>
              <a:buChar char="○"/>
              <a:defRPr sz="1500">
                <a:solidFill>
                  <a:schemeClr val="accent4"/>
                </a:solidFill>
                <a:latin typeface="Raleway"/>
                <a:ea typeface="Raleway"/>
                <a:cs typeface="Raleway"/>
                <a:sym typeface="Raleway"/>
              </a:defRPr>
            </a:lvl8pPr>
            <a:lvl9pPr marL="4114800" lvl="8" indent="-323850">
              <a:lnSpc>
                <a:spcPct val="100000"/>
              </a:lnSpc>
              <a:spcBef>
                <a:spcPts val="0"/>
              </a:spcBef>
              <a:spcAft>
                <a:spcPts val="0"/>
              </a:spcAft>
              <a:buClr>
                <a:schemeClr val="accent4"/>
              </a:buClr>
              <a:buSzPts val="1500"/>
              <a:buFont typeface="Raleway"/>
              <a:buChar char="■"/>
              <a:defRPr sz="1500">
                <a:solidFill>
                  <a:schemeClr val="accent4"/>
                </a:solidFill>
                <a:latin typeface="Raleway"/>
                <a:ea typeface="Raleway"/>
                <a:cs typeface="Raleway"/>
                <a:sym typeface="Raleway"/>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5" r:id="rId3"/>
    <p:sldLayoutId id="2147483658" r:id="rId4"/>
    <p:sldLayoutId id="2147483662" r:id="rId5"/>
    <p:sldLayoutId id="2147483663" r:id="rId6"/>
    <p:sldLayoutId id="2147483664" r:id="rId7"/>
    <p:sldLayoutId id="2147483671" r:id="rId8"/>
    <p:sldLayoutId id="2147483677" r:id="rId9"/>
    <p:sldLayoutId id="2147483678"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5.xml"/><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5.xml"/><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4.xml"/><Relationship Id="rId1" Type="http://schemas.openxmlformats.org/officeDocument/2006/relationships/slideLayout" Target="../slideLayouts/slideLayout5.xml"/><Relationship Id="rId4" Type="http://schemas.openxmlformats.org/officeDocument/2006/relationships/image" Target="../media/image36.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6599CC"/>
            </a:gs>
            <a:gs pos="47000">
              <a:srgbClr val="B2CAE3"/>
            </a:gs>
            <a:gs pos="100000">
              <a:schemeClr val="lt1"/>
            </a:gs>
          </a:gsLst>
          <a:lin ang="16200038" scaled="0"/>
        </a:gradFill>
        <a:effectLst/>
      </p:bgPr>
    </p:bg>
    <p:spTree>
      <p:nvGrpSpPr>
        <p:cNvPr id="1" name="Shape 410"/>
        <p:cNvGrpSpPr/>
        <p:nvPr/>
      </p:nvGrpSpPr>
      <p:grpSpPr>
        <a:xfrm>
          <a:off x="0" y="0"/>
          <a:ext cx="0" cy="0"/>
          <a:chOff x="0" y="0"/>
          <a:chExt cx="0" cy="0"/>
        </a:xfrm>
      </p:grpSpPr>
      <p:grpSp>
        <p:nvGrpSpPr>
          <p:cNvPr id="411" name="Google Shape;411;p36"/>
          <p:cNvGrpSpPr/>
          <p:nvPr/>
        </p:nvGrpSpPr>
        <p:grpSpPr>
          <a:xfrm>
            <a:off x="612038" y="296476"/>
            <a:ext cx="3499471" cy="3696144"/>
            <a:chOff x="612038" y="296476"/>
            <a:chExt cx="3499471" cy="3696144"/>
          </a:xfrm>
        </p:grpSpPr>
        <p:sp>
          <p:nvSpPr>
            <p:cNvPr id="412" name="Google Shape;412;p36"/>
            <p:cNvSpPr/>
            <p:nvPr/>
          </p:nvSpPr>
          <p:spPr>
            <a:xfrm>
              <a:off x="612038" y="1324085"/>
              <a:ext cx="3498620" cy="2668535"/>
            </a:xfrm>
            <a:custGeom>
              <a:avLst/>
              <a:gdLst/>
              <a:ahLst/>
              <a:cxnLst/>
              <a:rect l="l" t="t" r="r" b="b"/>
              <a:pathLst>
                <a:path w="57385" h="43768" extrusionOk="0">
                  <a:moveTo>
                    <a:pt x="0" y="7864"/>
                  </a:moveTo>
                  <a:lnTo>
                    <a:pt x="28632" y="0"/>
                  </a:lnTo>
                  <a:lnTo>
                    <a:pt x="57385" y="7864"/>
                  </a:lnTo>
                  <a:lnTo>
                    <a:pt x="28686" y="43768"/>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3" name="Google Shape;413;p36"/>
            <p:cNvGrpSpPr/>
            <p:nvPr/>
          </p:nvGrpSpPr>
          <p:grpSpPr>
            <a:xfrm>
              <a:off x="614474" y="296476"/>
              <a:ext cx="3497035" cy="1533517"/>
              <a:chOff x="835325" y="1238450"/>
              <a:chExt cx="1433975" cy="628800"/>
            </a:xfrm>
          </p:grpSpPr>
          <p:sp>
            <p:nvSpPr>
              <p:cNvPr id="414" name="Google Shape;414;p36"/>
              <p:cNvSpPr/>
              <p:nvPr/>
            </p:nvSpPr>
            <p:spPr>
              <a:xfrm>
                <a:off x="840375" y="1522075"/>
                <a:ext cx="648600" cy="316925"/>
              </a:xfrm>
              <a:custGeom>
                <a:avLst/>
                <a:gdLst/>
                <a:ahLst/>
                <a:cxnLst/>
                <a:rect l="l" t="t" r="r" b="b"/>
                <a:pathLst>
                  <a:path w="25944" h="12677" extrusionOk="0">
                    <a:moveTo>
                      <a:pt x="25890" y="1"/>
                    </a:moveTo>
                    <a:cubicBezTo>
                      <a:pt x="11144" y="6158"/>
                      <a:pt x="1909" y="9760"/>
                      <a:pt x="538" y="11158"/>
                    </a:cubicBezTo>
                    <a:lnTo>
                      <a:pt x="0" y="12677"/>
                    </a:lnTo>
                    <a:lnTo>
                      <a:pt x="25944" y="3308"/>
                    </a:lnTo>
                    <a:lnTo>
                      <a:pt x="2589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6"/>
              <p:cNvSpPr/>
              <p:nvPr/>
            </p:nvSpPr>
            <p:spPr>
              <a:xfrm>
                <a:off x="835325" y="1522425"/>
                <a:ext cx="1433975" cy="344825"/>
              </a:xfrm>
              <a:custGeom>
                <a:avLst/>
                <a:gdLst/>
                <a:ahLst/>
                <a:cxnLst/>
                <a:rect l="l" t="t" r="r" b="b"/>
                <a:pathLst>
                  <a:path w="57359" h="13793" extrusionOk="0">
                    <a:moveTo>
                      <a:pt x="30595" y="8025"/>
                    </a:moveTo>
                    <a:cubicBezTo>
                      <a:pt x="30595" y="8025"/>
                      <a:pt x="30514" y="9195"/>
                      <a:pt x="30272" y="10445"/>
                    </a:cubicBezTo>
                    <a:lnTo>
                      <a:pt x="33485" y="11789"/>
                    </a:lnTo>
                    <a:lnTo>
                      <a:pt x="34211" y="12959"/>
                    </a:lnTo>
                    <a:lnTo>
                      <a:pt x="29923" y="12018"/>
                    </a:lnTo>
                    <a:cubicBezTo>
                      <a:pt x="29614" y="12999"/>
                      <a:pt x="29210" y="13792"/>
                      <a:pt x="28659" y="13792"/>
                    </a:cubicBezTo>
                    <a:cubicBezTo>
                      <a:pt x="28108" y="13792"/>
                      <a:pt x="27705" y="12999"/>
                      <a:pt x="27396" y="12018"/>
                    </a:cubicBezTo>
                    <a:lnTo>
                      <a:pt x="23121" y="12959"/>
                    </a:lnTo>
                    <a:lnTo>
                      <a:pt x="23833" y="11789"/>
                    </a:lnTo>
                    <a:lnTo>
                      <a:pt x="27046" y="10445"/>
                    </a:lnTo>
                    <a:cubicBezTo>
                      <a:pt x="26818" y="9168"/>
                      <a:pt x="26724" y="8025"/>
                      <a:pt x="26724" y="8025"/>
                    </a:cubicBezTo>
                    <a:lnTo>
                      <a:pt x="25836" y="8025"/>
                    </a:lnTo>
                    <a:lnTo>
                      <a:pt x="25406" y="9007"/>
                    </a:lnTo>
                    <a:lnTo>
                      <a:pt x="24331" y="9007"/>
                    </a:lnTo>
                    <a:lnTo>
                      <a:pt x="23807" y="8482"/>
                    </a:lnTo>
                    <a:lnTo>
                      <a:pt x="19465" y="8657"/>
                    </a:lnTo>
                    <a:lnTo>
                      <a:pt x="1" y="13375"/>
                    </a:lnTo>
                    <a:lnTo>
                      <a:pt x="229" y="12690"/>
                    </a:lnTo>
                    <a:lnTo>
                      <a:pt x="26172" y="3307"/>
                    </a:lnTo>
                    <a:lnTo>
                      <a:pt x="26119" y="0"/>
                    </a:lnTo>
                    <a:cubicBezTo>
                      <a:pt x="26119" y="0"/>
                      <a:pt x="26455" y="1896"/>
                      <a:pt x="28686" y="1896"/>
                    </a:cubicBezTo>
                    <a:cubicBezTo>
                      <a:pt x="30904" y="1896"/>
                      <a:pt x="31240" y="0"/>
                      <a:pt x="31240" y="0"/>
                    </a:cubicBezTo>
                    <a:lnTo>
                      <a:pt x="31186" y="3307"/>
                    </a:lnTo>
                    <a:lnTo>
                      <a:pt x="57130" y="12690"/>
                    </a:lnTo>
                    <a:lnTo>
                      <a:pt x="57358" y="13375"/>
                    </a:lnTo>
                    <a:lnTo>
                      <a:pt x="37894" y="8657"/>
                    </a:lnTo>
                    <a:lnTo>
                      <a:pt x="33552" y="8482"/>
                    </a:lnTo>
                    <a:lnTo>
                      <a:pt x="33028" y="9007"/>
                    </a:lnTo>
                    <a:lnTo>
                      <a:pt x="31953" y="9007"/>
                    </a:lnTo>
                    <a:lnTo>
                      <a:pt x="31522" y="8025"/>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6"/>
              <p:cNvSpPr/>
              <p:nvPr/>
            </p:nvSpPr>
            <p:spPr>
              <a:xfrm>
                <a:off x="1304800" y="1557700"/>
                <a:ext cx="76975" cy="205025"/>
              </a:xfrm>
              <a:custGeom>
                <a:avLst/>
                <a:gdLst/>
                <a:ahLst/>
                <a:cxnLst/>
                <a:rect l="l" t="t" r="r" b="b"/>
                <a:pathLst>
                  <a:path w="3079" h="8201" extrusionOk="0">
                    <a:moveTo>
                      <a:pt x="1533" y="8201"/>
                    </a:moveTo>
                    <a:lnTo>
                      <a:pt x="1533" y="8201"/>
                    </a:lnTo>
                    <a:cubicBezTo>
                      <a:pt x="686" y="8201"/>
                      <a:pt x="0" y="7515"/>
                      <a:pt x="0" y="6668"/>
                    </a:cubicBezTo>
                    <a:lnTo>
                      <a:pt x="0" y="1533"/>
                    </a:lnTo>
                    <a:cubicBezTo>
                      <a:pt x="0" y="686"/>
                      <a:pt x="686" y="1"/>
                      <a:pt x="1533" y="1"/>
                    </a:cubicBezTo>
                    <a:lnTo>
                      <a:pt x="1533" y="1"/>
                    </a:lnTo>
                    <a:cubicBezTo>
                      <a:pt x="2366" y="1"/>
                      <a:pt x="3065" y="686"/>
                      <a:pt x="3065" y="1533"/>
                    </a:cubicBezTo>
                    <a:lnTo>
                      <a:pt x="3065" y="6668"/>
                    </a:lnTo>
                    <a:cubicBezTo>
                      <a:pt x="3078" y="7488"/>
                      <a:pt x="2366" y="8201"/>
                      <a:pt x="1533" y="8201"/>
                    </a:cubicBezTo>
                    <a:close/>
                  </a:path>
                </a:pathLst>
              </a:custGeom>
              <a:solidFill>
                <a:srgbClr val="4A6C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6"/>
              <p:cNvSpPr/>
              <p:nvPr/>
            </p:nvSpPr>
            <p:spPr>
              <a:xfrm>
                <a:off x="1478875" y="1238450"/>
                <a:ext cx="146200" cy="331375"/>
              </a:xfrm>
              <a:custGeom>
                <a:avLst/>
                <a:gdLst/>
                <a:ahLst/>
                <a:cxnLst/>
                <a:rect l="l" t="t" r="r" b="b"/>
                <a:pathLst>
                  <a:path w="5848" h="13255" extrusionOk="0">
                    <a:moveTo>
                      <a:pt x="2914" y="1"/>
                    </a:moveTo>
                    <a:cubicBezTo>
                      <a:pt x="2601" y="1"/>
                      <a:pt x="2292" y="135"/>
                      <a:pt x="2084" y="404"/>
                    </a:cubicBezTo>
                    <a:cubicBezTo>
                      <a:pt x="1210" y="1533"/>
                      <a:pt x="0" y="4356"/>
                      <a:pt x="363" y="11359"/>
                    </a:cubicBezTo>
                    <a:cubicBezTo>
                      <a:pt x="363" y="11359"/>
                      <a:pt x="699" y="13255"/>
                      <a:pt x="2917" y="13255"/>
                    </a:cubicBezTo>
                    <a:cubicBezTo>
                      <a:pt x="5135" y="13255"/>
                      <a:pt x="5471" y="11359"/>
                      <a:pt x="5471" y="11359"/>
                    </a:cubicBezTo>
                    <a:cubicBezTo>
                      <a:pt x="5848" y="4356"/>
                      <a:pt x="4638" y="1533"/>
                      <a:pt x="3764" y="404"/>
                    </a:cubicBezTo>
                    <a:cubicBezTo>
                      <a:pt x="3542" y="135"/>
                      <a:pt x="3226" y="1"/>
                      <a:pt x="29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6"/>
              <p:cNvSpPr/>
              <p:nvPr/>
            </p:nvSpPr>
            <p:spPr>
              <a:xfrm>
                <a:off x="1314550" y="1567450"/>
                <a:ext cx="57150" cy="50425"/>
              </a:xfrm>
              <a:custGeom>
                <a:avLst/>
                <a:gdLst/>
                <a:ahLst/>
                <a:cxnLst/>
                <a:rect l="l" t="t" r="r" b="b"/>
                <a:pathLst>
                  <a:path w="2286" h="2017" extrusionOk="0">
                    <a:moveTo>
                      <a:pt x="1143" y="1"/>
                    </a:moveTo>
                    <a:cubicBezTo>
                      <a:pt x="1761" y="1"/>
                      <a:pt x="2285" y="444"/>
                      <a:pt x="2285" y="1009"/>
                    </a:cubicBezTo>
                    <a:cubicBezTo>
                      <a:pt x="2285" y="1560"/>
                      <a:pt x="1774" y="2017"/>
                      <a:pt x="1143" y="2017"/>
                    </a:cubicBezTo>
                    <a:cubicBezTo>
                      <a:pt x="524" y="2017"/>
                      <a:pt x="0" y="1560"/>
                      <a:pt x="0" y="1009"/>
                    </a:cubicBezTo>
                    <a:cubicBezTo>
                      <a:pt x="0" y="444"/>
                      <a:pt x="524" y="1"/>
                      <a:pt x="114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6"/>
              <p:cNvSpPr/>
              <p:nvPr/>
            </p:nvSpPr>
            <p:spPr>
              <a:xfrm>
                <a:off x="1329325" y="1580225"/>
                <a:ext cx="27575" cy="24550"/>
              </a:xfrm>
              <a:custGeom>
                <a:avLst/>
                <a:gdLst/>
                <a:ahLst/>
                <a:cxnLst/>
                <a:rect l="l" t="t" r="r" b="b"/>
                <a:pathLst>
                  <a:path w="1103" h="982" extrusionOk="0">
                    <a:moveTo>
                      <a:pt x="552" y="0"/>
                    </a:moveTo>
                    <a:cubicBezTo>
                      <a:pt x="256" y="0"/>
                      <a:pt x="0" y="229"/>
                      <a:pt x="0" y="498"/>
                    </a:cubicBezTo>
                    <a:cubicBezTo>
                      <a:pt x="0" y="767"/>
                      <a:pt x="256" y="982"/>
                      <a:pt x="552" y="982"/>
                    </a:cubicBezTo>
                    <a:cubicBezTo>
                      <a:pt x="847" y="982"/>
                      <a:pt x="1103" y="767"/>
                      <a:pt x="1103" y="498"/>
                    </a:cubicBezTo>
                    <a:cubicBezTo>
                      <a:pt x="1103" y="229"/>
                      <a:pt x="847" y="0"/>
                      <a:pt x="5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6"/>
              <p:cNvSpPr/>
              <p:nvPr/>
            </p:nvSpPr>
            <p:spPr>
              <a:xfrm>
                <a:off x="1613950" y="1522075"/>
                <a:ext cx="648625" cy="316925"/>
              </a:xfrm>
              <a:custGeom>
                <a:avLst/>
                <a:gdLst/>
                <a:ahLst/>
                <a:cxnLst/>
                <a:rect l="l" t="t" r="r" b="b"/>
                <a:pathLst>
                  <a:path w="25945" h="12677" extrusionOk="0">
                    <a:moveTo>
                      <a:pt x="55" y="1"/>
                    </a:moveTo>
                    <a:lnTo>
                      <a:pt x="1" y="3308"/>
                    </a:lnTo>
                    <a:lnTo>
                      <a:pt x="25944" y="12677"/>
                    </a:lnTo>
                    <a:lnTo>
                      <a:pt x="25407" y="11158"/>
                    </a:lnTo>
                    <a:cubicBezTo>
                      <a:pt x="24036" y="9760"/>
                      <a:pt x="14814" y="6158"/>
                      <a:pt x="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6"/>
              <p:cNvSpPr/>
              <p:nvPr/>
            </p:nvSpPr>
            <p:spPr>
              <a:xfrm>
                <a:off x="1721500" y="1557700"/>
                <a:ext cx="76650" cy="205025"/>
              </a:xfrm>
              <a:custGeom>
                <a:avLst/>
                <a:gdLst/>
                <a:ahLst/>
                <a:cxnLst/>
                <a:rect l="l" t="t" r="r" b="b"/>
                <a:pathLst>
                  <a:path w="3066" h="8201" extrusionOk="0">
                    <a:moveTo>
                      <a:pt x="1533" y="8201"/>
                    </a:moveTo>
                    <a:lnTo>
                      <a:pt x="1533" y="8201"/>
                    </a:lnTo>
                    <a:cubicBezTo>
                      <a:pt x="2380" y="8201"/>
                      <a:pt x="3065" y="7515"/>
                      <a:pt x="3065" y="6668"/>
                    </a:cubicBezTo>
                    <a:lnTo>
                      <a:pt x="3065" y="1533"/>
                    </a:lnTo>
                    <a:cubicBezTo>
                      <a:pt x="3065" y="686"/>
                      <a:pt x="2380" y="1"/>
                      <a:pt x="1533" y="1"/>
                    </a:cubicBezTo>
                    <a:lnTo>
                      <a:pt x="1533" y="1"/>
                    </a:lnTo>
                    <a:cubicBezTo>
                      <a:pt x="699" y="1"/>
                      <a:pt x="0" y="686"/>
                      <a:pt x="0" y="1533"/>
                    </a:cubicBezTo>
                    <a:lnTo>
                      <a:pt x="0" y="6668"/>
                    </a:lnTo>
                    <a:cubicBezTo>
                      <a:pt x="0" y="7488"/>
                      <a:pt x="699" y="8201"/>
                      <a:pt x="1533" y="8201"/>
                    </a:cubicBezTo>
                    <a:close/>
                  </a:path>
                </a:pathLst>
              </a:custGeom>
              <a:solidFill>
                <a:srgbClr val="4A6C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6"/>
              <p:cNvSpPr/>
              <p:nvPr/>
            </p:nvSpPr>
            <p:spPr>
              <a:xfrm>
                <a:off x="1731250" y="1567450"/>
                <a:ext cx="57150" cy="50425"/>
              </a:xfrm>
              <a:custGeom>
                <a:avLst/>
                <a:gdLst/>
                <a:ahLst/>
                <a:cxnLst/>
                <a:rect l="l" t="t" r="r" b="b"/>
                <a:pathLst>
                  <a:path w="2286" h="2017" extrusionOk="0">
                    <a:moveTo>
                      <a:pt x="2285" y="1009"/>
                    </a:moveTo>
                    <a:cubicBezTo>
                      <a:pt x="2285" y="1560"/>
                      <a:pt x="1788" y="2017"/>
                      <a:pt x="1143" y="2017"/>
                    </a:cubicBezTo>
                    <a:cubicBezTo>
                      <a:pt x="511" y="2017"/>
                      <a:pt x="0" y="1560"/>
                      <a:pt x="0" y="1009"/>
                    </a:cubicBezTo>
                    <a:cubicBezTo>
                      <a:pt x="0" y="444"/>
                      <a:pt x="511" y="1"/>
                      <a:pt x="1143" y="1"/>
                    </a:cubicBezTo>
                    <a:cubicBezTo>
                      <a:pt x="1788" y="1"/>
                      <a:pt x="2285" y="444"/>
                      <a:pt x="2285" y="100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6"/>
              <p:cNvSpPr/>
              <p:nvPr/>
            </p:nvSpPr>
            <p:spPr>
              <a:xfrm>
                <a:off x="1746025" y="1580225"/>
                <a:ext cx="27575" cy="24550"/>
              </a:xfrm>
              <a:custGeom>
                <a:avLst/>
                <a:gdLst/>
                <a:ahLst/>
                <a:cxnLst/>
                <a:rect l="l" t="t" r="r" b="b"/>
                <a:pathLst>
                  <a:path w="1103" h="982" extrusionOk="0">
                    <a:moveTo>
                      <a:pt x="552" y="0"/>
                    </a:moveTo>
                    <a:cubicBezTo>
                      <a:pt x="256" y="0"/>
                      <a:pt x="1" y="229"/>
                      <a:pt x="1" y="498"/>
                    </a:cubicBezTo>
                    <a:cubicBezTo>
                      <a:pt x="1" y="767"/>
                      <a:pt x="256" y="982"/>
                      <a:pt x="552" y="982"/>
                    </a:cubicBezTo>
                    <a:cubicBezTo>
                      <a:pt x="861" y="982"/>
                      <a:pt x="1103" y="767"/>
                      <a:pt x="1103" y="498"/>
                    </a:cubicBezTo>
                    <a:cubicBezTo>
                      <a:pt x="1103" y="229"/>
                      <a:pt x="861" y="0"/>
                      <a:pt x="5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6"/>
              <p:cNvSpPr/>
              <p:nvPr/>
            </p:nvSpPr>
            <p:spPr>
              <a:xfrm>
                <a:off x="1522550" y="1252225"/>
                <a:ext cx="57825" cy="45075"/>
              </a:xfrm>
              <a:custGeom>
                <a:avLst/>
                <a:gdLst/>
                <a:ahLst/>
                <a:cxnLst/>
                <a:rect l="l" t="t" r="r" b="b"/>
                <a:pathLst>
                  <a:path w="2313" h="1803" extrusionOk="0">
                    <a:moveTo>
                      <a:pt x="1163" y="1"/>
                    </a:moveTo>
                    <a:cubicBezTo>
                      <a:pt x="871" y="1"/>
                      <a:pt x="579" y="135"/>
                      <a:pt x="391" y="404"/>
                    </a:cubicBezTo>
                    <a:cubicBezTo>
                      <a:pt x="162" y="686"/>
                      <a:pt x="1" y="1144"/>
                      <a:pt x="1" y="1802"/>
                    </a:cubicBezTo>
                    <a:cubicBezTo>
                      <a:pt x="1" y="1802"/>
                      <a:pt x="337" y="552"/>
                      <a:pt x="1157" y="552"/>
                    </a:cubicBezTo>
                    <a:cubicBezTo>
                      <a:pt x="1977" y="552"/>
                      <a:pt x="2313" y="1802"/>
                      <a:pt x="2313" y="1802"/>
                    </a:cubicBezTo>
                    <a:cubicBezTo>
                      <a:pt x="2313" y="1130"/>
                      <a:pt x="2151" y="686"/>
                      <a:pt x="1936" y="404"/>
                    </a:cubicBezTo>
                    <a:cubicBezTo>
                      <a:pt x="1748" y="135"/>
                      <a:pt x="1456" y="1"/>
                      <a:pt x="116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25" name="Google Shape;425;p36"/>
          <p:cNvSpPr/>
          <p:nvPr/>
        </p:nvSpPr>
        <p:spPr>
          <a:xfrm>
            <a:off x="5368450" y="2632550"/>
            <a:ext cx="74400" cy="2037900"/>
          </a:xfrm>
          <a:prstGeom prst="roundRect">
            <a:avLst>
              <a:gd name="adj" fmla="val 16667"/>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6"/>
          <p:cNvSpPr/>
          <p:nvPr/>
        </p:nvSpPr>
        <p:spPr>
          <a:xfrm>
            <a:off x="7762925" y="2632550"/>
            <a:ext cx="74400" cy="2037900"/>
          </a:xfrm>
          <a:prstGeom prst="roundRect">
            <a:avLst>
              <a:gd name="adj" fmla="val 16667"/>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6"/>
          <p:cNvSpPr/>
          <p:nvPr/>
        </p:nvSpPr>
        <p:spPr>
          <a:xfrm>
            <a:off x="4448400" y="1551446"/>
            <a:ext cx="4241700" cy="2314310"/>
          </a:xfrm>
          <a:prstGeom prst="roundRect">
            <a:avLst>
              <a:gd name="adj" fmla="val 7713"/>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6"/>
          <p:cNvSpPr/>
          <p:nvPr/>
        </p:nvSpPr>
        <p:spPr>
          <a:xfrm>
            <a:off x="4506849" y="1650143"/>
            <a:ext cx="4118100" cy="2098743"/>
          </a:xfrm>
          <a:prstGeom prst="roundRect">
            <a:avLst>
              <a:gd name="adj" fmla="val 7713"/>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9" name="Google Shape;429;p36"/>
          <p:cNvGrpSpPr/>
          <p:nvPr/>
        </p:nvGrpSpPr>
        <p:grpSpPr>
          <a:xfrm>
            <a:off x="1637158" y="2558345"/>
            <a:ext cx="1449237" cy="2153793"/>
            <a:chOff x="1285725" y="3740925"/>
            <a:chExt cx="910725" cy="1353650"/>
          </a:xfrm>
        </p:grpSpPr>
        <p:sp>
          <p:nvSpPr>
            <p:cNvPr id="430" name="Google Shape;430;p36"/>
            <p:cNvSpPr/>
            <p:nvPr/>
          </p:nvSpPr>
          <p:spPr>
            <a:xfrm>
              <a:off x="1360000" y="3752000"/>
              <a:ext cx="359600" cy="411375"/>
            </a:xfrm>
            <a:custGeom>
              <a:avLst/>
              <a:gdLst/>
              <a:ahLst/>
              <a:cxnLst/>
              <a:rect l="l" t="t" r="r" b="b"/>
              <a:pathLst>
                <a:path w="14384" h="16455" extrusionOk="0">
                  <a:moveTo>
                    <a:pt x="10203" y="1305"/>
                  </a:moveTo>
                  <a:cubicBezTo>
                    <a:pt x="10203" y="1305"/>
                    <a:pt x="7528" y="1"/>
                    <a:pt x="6399" y="2918"/>
                  </a:cubicBezTo>
                  <a:cubicBezTo>
                    <a:pt x="5283" y="5862"/>
                    <a:pt x="807" y="5942"/>
                    <a:pt x="484" y="9962"/>
                  </a:cubicBezTo>
                  <a:cubicBezTo>
                    <a:pt x="0" y="16226"/>
                    <a:pt x="11896" y="16454"/>
                    <a:pt x="13147" y="12260"/>
                  </a:cubicBezTo>
                  <a:cubicBezTo>
                    <a:pt x="14383" y="8080"/>
                    <a:pt x="12044" y="8496"/>
                    <a:pt x="12811" y="4907"/>
                  </a:cubicBezTo>
                  <a:cubicBezTo>
                    <a:pt x="13254" y="2689"/>
                    <a:pt x="12448" y="1076"/>
                    <a:pt x="10203" y="130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6"/>
            <p:cNvSpPr/>
            <p:nvPr/>
          </p:nvSpPr>
          <p:spPr>
            <a:xfrm>
              <a:off x="1747800" y="3740925"/>
              <a:ext cx="188550" cy="177450"/>
            </a:xfrm>
            <a:custGeom>
              <a:avLst/>
              <a:gdLst/>
              <a:ahLst/>
              <a:cxnLst/>
              <a:rect l="l" t="t" r="r" b="b"/>
              <a:pathLst>
                <a:path w="7542" h="7098" extrusionOk="0">
                  <a:moveTo>
                    <a:pt x="5498" y="1519"/>
                  </a:moveTo>
                  <a:cubicBezTo>
                    <a:pt x="5498" y="1519"/>
                    <a:pt x="2635" y="0"/>
                    <a:pt x="1412" y="1923"/>
                  </a:cubicBezTo>
                  <a:cubicBezTo>
                    <a:pt x="0" y="4140"/>
                    <a:pt x="1694" y="5848"/>
                    <a:pt x="4168" y="5848"/>
                  </a:cubicBezTo>
                  <a:cubicBezTo>
                    <a:pt x="6641" y="5848"/>
                    <a:pt x="6009" y="7098"/>
                    <a:pt x="6009" y="7098"/>
                  </a:cubicBezTo>
                  <a:cubicBezTo>
                    <a:pt x="6009" y="7098"/>
                    <a:pt x="7541" y="6668"/>
                    <a:pt x="7541" y="4719"/>
                  </a:cubicBezTo>
                  <a:cubicBezTo>
                    <a:pt x="7541" y="2756"/>
                    <a:pt x="6869" y="1519"/>
                    <a:pt x="5498" y="151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6"/>
            <p:cNvSpPr/>
            <p:nvPr/>
          </p:nvSpPr>
          <p:spPr>
            <a:xfrm>
              <a:off x="1785425" y="3808675"/>
              <a:ext cx="156300" cy="241775"/>
            </a:xfrm>
            <a:custGeom>
              <a:avLst/>
              <a:gdLst/>
              <a:ahLst/>
              <a:cxnLst/>
              <a:rect l="l" t="t" r="r" b="b"/>
              <a:pathLst>
                <a:path w="6252" h="9671" extrusionOk="0">
                  <a:moveTo>
                    <a:pt x="1494" y="0"/>
                  </a:moveTo>
                  <a:cubicBezTo>
                    <a:pt x="574" y="0"/>
                    <a:pt x="176" y="467"/>
                    <a:pt x="176" y="1027"/>
                  </a:cubicBezTo>
                  <a:cubicBezTo>
                    <a:pt x="176" y="1027"/>
                    <a:pt x="1" y="1901"/>
                    <a:pt x="176" y="3527"/>
                  </a:cubicBezTo>
                  <a:cubicBezTo>
                    <a:pt x="337" y="5154"/>
                    <a:pt x="1829" y="5329"/>
                    <a:pt x="1829" y="5329"/>
                  </a:cubicBezTo>
                  <a:cubicBezTo>
                    <a:pt x="1829" y="5329"/>
                    <a:pt x="2152" y="6202"/>
                    <a:pt x="1197" y="6565"/>
                  </a:cubicBezTo>
                  <a:cubicBezTo>
                    <a:pt x="1023" y="6633"/>
                    <a:pt x="821" y="6686"/>
                    <a:pt x="619" y="6754"/>
                  </a:cubicBezTo>
                  <a:lnTo>
                    <a:pt x="3617" y="9671"/>
                  </a:lnTo>
                  <a:lnTo>
                    <a:pt x="6252" y="6364"/>
                  </a:lnTo>
                  <a:cubicBezTo>
                    <a:pt x="6010" y="6350"/>
                    <a:pt x="5781" y="6323"/>
                    <a:pt x="5633" y="6229"/>
                  </a:cubicBezTo>
                  <a:cubicBezTo>
                    <a:pt x="4706" y="5813"/>
                    <a:pt x="4612" y="4186"/>
                    <a:pt x="4961" y="3205"/>
                  </a:cubicBezTo>
                  <a:cubicBezTo>
                    <a:pt x="5311" y="2250"/>
                    <a:pt x="5109" y="1592"/>
                    <a:pt x="4518" y="1592"/>
                  </a:cubicBezTo>
                  <a:cubicBezTo>
                    <a:pt x="3940" y="1592"/>
                    <a:pt x="3832" y="2197"/>
                    <a:pt x="3832" y="2197"/>
                  </a:cubicBezTo>
                  <a:cubicBezTo>
                    <a:pt x="3832" y="2197"/>
                    <a:pt x="3267" y="1363"/>
                    <a:pt x="3550" y="503"/>
                  </a:cubicBezTo>
                  <a:cubicBezTo>
                    <a:pt x="2687" y="146"/>
                    <a:pt x="2009" y="0"/>
                    <a:pt x="1494" y="0"/>
                  </a:cubicBezTo>
                  <a:close/>
                </a:path>
              </a:pathLst>
            </a:custGeom>
            <a:solidFill>
              <a:srgbClr val="F292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6"/>
            <p:cNvSpPr/>
            <p:nvPr/>
          </p:nvSpPr>
          <p:spPr>
            <a:xfrm>
              <a:off x="1632525" y="3965750"/>
              <a:ext cx="563925" cy="376725"/>
            </a:xfrm>
            <a:custGeom>
              <a:avLst/>
              <a:gdLst/>
              <a:ahLst/>
              <a:cxnLst/>
              <a:rect l="l" t="t" r="r" b="b"/>
              <a:pathLst>
                <a:path w="22557" h="15069" extrusionOk="0">
                  <a:moveTo>
                    <a:pt x="17301" y="2258"/>
                  </a:moveTo>
                  <a:cubicBezTo>
                    <a:pt x="15647" y="0"/>
                    <a:pt x="13564" y="175"/>
                    <a:pt x="12368" y="67"/>
                  </a:cubicBezTo>
                  <a:lnTo>
                    <a:pt x="9733" y="3401"/>
                  </a:lnTo>
                  <a:lnTo>
                    <a:pt x="6749" y="471"/>
                  </a:lnTo>
                  <a:cubicBezTo>
                    <a:pt x="5808" y="726"/>
                    <a:pt x="4544" y="1022"/>
                    <a:pt x="3052" y="3172"/>
                  </a:cubicBezTo>
                  <a:cubicBezTo>
                    <a:pt x="1896" y="5122"/>
                    <a:pt x="1" y="9490"/>
                    <a:pt x="1" y="9490"/>
                  </a:cubicBezTo>
                  <a:lnTo>
                    <a:pt x="2730" y="10687"/>
                  </a:lnTo>
                  <a:lnTo>
                    <a:pt x="4773" y="7030"/>
                  </a:lnTo>
                  <a:lnTo>
                    <a:pt x="5687" y="15069"/>
                  </a:lnTo>
                  <a:lnTo>
                    <a:pt x="16104" y="15069"/>
                  </a:lnTo>
                  <a:lnTo>
                    <a:pt x="15715" y="6788"/>
                  </a:lnTo>
                  <a:cubicBezTo>
                    <a:pt x="15715" y="6788"/>
                    <a:pt x="18887" y="13308"/>
                    <a:pt x="20715" y="12434"/>
                  </a:cubicBezTo>
                  <a:cubicBezTo>
                    <a:pt x="22557" y="11601"/>
                    <a:pt x="19277" y="4987"/>
                    <a:pt x="17301" y="22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6"/>
            <p:cNvSpPr/>
            <p:nvPr/>
          </p:nvSpPr>
          <p:spPr>
            <a:xfrm>
              <a:off x="1744775" y="4343475"/>
              <a:ext cx="304500" cy="751100"/>
            </a:xfrm>
            <a:custGeom>
              <a:avLst/>
              <a:gdLst/>
              <a:ahLst/>
              <a:cxnLst/>
              <a:rect l="l" t="t" r="r" b="b"/>
              <a:pathLst>
                <a:path w="12180" h="30044" extrusionOk="0">
                  <a:moveTo>
                    <a:pt x="1183" y="0"/>
                  </a:moveTo>
                  <a:cubicBezTo>
                    <a:pt x="1183" y="0"/>
                    <a:pt x="0" y="14746"/>
                    <a:pt x="915" y="20123"/>
                  </a:cubicBezTo>
                  <a:cubicBezTo>
                    <a:pt x="1815" y="25500"/>
                    <a:pt x="2796" y="30043"/>
                    <a:pt x="2796" y="30043"/>
                  </a:cubicBezTo>
                  <a:lnTo>
                    <a:pt x="5807" y="30043"/>
                  </a:lnTo>
                  <a:cubicBezTo>
                    <a:pt x="5807" y="30043"/>
                    <a:pt x="3939" y="13456"/>
                    <a:pt x="6103" y="4705"/>
                  </a:cubicBezTo>
                  <a:cubicBezTo>
                    <a:pt x="8456" y="26979"/>
                    <a:pt x="9356" y="30043"/>
                    <a:pt x="9356" y="30043"/>
                  </a:cubicBezTo>
                  <a:lnTo>
                    <a:pt x="12179" y="30043"/>
                  </a:lnTo>
                  <a:lnTo>
                    <a:pt x="11574" y="0"/>
                  </a:lnTo>
                  <a:lnTo>
                    <a:pt x="118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6"/>
            <p:cNvSpPr/>
            <p:nvPr/>
          </p:nvSpPr>
          <p:spPr>
            <a:xfrm>
              <a:off x="1303200" y="3838625"/>
              <a:ext cx="418750" cy="503850"/>
            </a:xfrm>
            <a:custGeom>
              <a:avLst/>
              <a:gdLst/>
              <a:ahLst/>
              <a:cxnLst/>
              <a:rect l="l" t="t" r="r" b="b"/>
              <a:pathLst>
                <a:path w="16750" h="20154" extrusionOk="0">
                  <a:moveTo>
                    <a:pt x="12039" y="0"/>
                  </a:moveTo>
                  <a:cubicBezTo>
                    <a:pt x="11576" y="0"/>
                    <a:pt x="11129" y="229"/>
                    <a:pt x="10875" y="649"/>
                  </a:cubicBezTo>
                  <a:cubicBezTo>
                    <a:pt x="10700" y="905"/>
                    <a:pt x="10485" y="1120"/>
                    <a:pt x="10203" y="1200"/>
                  </a:cubicBezTo>
                  <a:cubicBezTo>
                    <a:pt x="10059" y="1103"/>
                    <a:pt x="9927" y="1061"/>
                    <a:pt x="9812" y="1061"/>
                  </a:cubicBezTo>
                  <a:cubicBezTo>
                    <a:pt x="9232" y="1061"/>
                    <a:pt x="9068" y="2130"/>
                    <a:pt x="9719" y="2477"/>
                  </a:cubicBezTo>
                  <a:lnTo>
                    <a:pt x="9719" y="2666"/>
                  </a:lnTo>
                  <a:cubicBezTo>
                    <a:pt x="9759" y="4561"/>
                    <a:pt x="8536" y="6255"/>
                    <a:pt x="6708" y="6765"/>
                  </a:cubicBezTo>
                  <a:cubicBezTo>
                    <a:pt x="5525" y="7088"/>
                    <a:pt x="4436" y="8056"/>
                    <a:pt x="4114" y="9440"/>
                  </a:cubicBezTo>
                  <a:cubicBezTo>
                    <a:pt x="820" y="15395"/>
                    <a:pt x="0" y="15718"/>
                    <a:pt x="1197" y="16699"/>
                  </a:cubicBezTo>
                  <a:cubicBezTo>
                    <a:pt x="1370" y="16842"/>
                    <a:pt x="1555" y="16908"/>
                    <a:pt x="1748" y="16908"/>
                  </a:cubicBezTo>
                  <a:cubicBezTo>
                    <a:pt x="3659" y="16908"/>
                    <a:pt x="6385" y="10556"/>
                    <a:pt x="6385" y="10556"/>
                  </a:cubicBezTo>
                  <a:lnTo>
                    <a:pt x="6385" y="10556"/>
                  </a:lnTo>
                  <a:lnTo>
                    <a:pt x="5512" y="20154"/>
                  </a:lnTo>
                  <a:lnTo>
                    <a:pt x="13160" y="20154"/>
                  </a:lnTo>
                  <a:lnTo>
                    <a:pt x="14249" y="15046"/>
                  </a:lnTo>
                  <a:cubicBezTo>
                    <a:pt x="14249" y="15046"/>
                    <a:pt x="16118" y="13661"/>
                    <a:pt x="16749" y="12048"/>
                  </a:cubicBezTo>
                  <a:cubicBezTo>
                    <a:pt x="16749" y="8441"/>
                    <a:pt x="15171" y="6287"/>
                    <a:pt x="13538" y="6287"/>
                  </a:cubicBezTo>
                  <a:cubicBezTo>
                    <a:pt x="13479" y="6287"/>
                    <a:pt x="13421" y="6289"/>
                    <a:pt x="13362" y="6295"/>
                  </a:cubicBezTo>
                  <a:cubicBezTo>
                    <a:pt x="13134" y="6318"/>
                    <a:pt x="12935" y="6331"/>
                    <a:pt x="12763" y="6331"/>
                  </a:cubicBezTo>
                  <a:cubicBezTo>
                    <a:pt x="11657" y="6331"/>
                    <a:pt x="11644" y="5832"/>
                    <a:pt x="11924" y="4668"/>
                  </a:cubicBezTo>
                  <a:lnTo>
                    <a:pt x="11924" y="4668"/>
                  </a:lnTo>
                  <a:cubicBezTo>
                    <a:pt x="12028" y="4700"/>
                    <a:pt x="12138" y="4715"/>
                    <a:pt x="12251" y="4715"/>
                  </a:cubicBezTo>
                  <a:cubicBezTo>
                    <a:pt x="12968" y="4715"/>
                    <a:pt x="13814" y="4095"/>
                    <a:pt x="14209" y="2934"/>
                  </a:cubicBezTo>
                  <a:cubicBezTo>
                    <a:pt x="14639" y="1590"/>
                    <a:pt x="14424" y="595"/>
                    <a:pt x="14424" y="595"/>
                  </a:cubicBezTo>
                  <a:cubicBezTo>
                    <a:pt x="13738" y="528"/>
                    <a:pt x="13066" y="313"/>
                    <a:pt x="12555" y="98"/>
                  </a:cubicBezTo>
                  <a:cubicBezTo>
                    <a:pt x="12387" y="32"/>
                    <a:pt x="12212" y="0"/>
                    <a:pt x="12039" y="0"/>
                  </a:cubicBezTo>
                  <a:close/>
                </a:path>
              </a:pathLst>
            </a:custGeom>
            <a:solidFill>
              <a:srgbClr val="F292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6"/>
            <p:cNvSpPr/>
            <p:nvPr/>
          </p:nvSpPr>
          <p:spPr>
            <a:xfrm>
              <a:off x="1398650" y="4343475"/>
              <a:ext cx="335400" cy="751100"/>
            </a:xfrm>
            <a:custGeom>
              <a:avLst/>
              <a:gdLst/>
              <a:ahLst/>
              <a:cxnLst/>
              <a:rect l="l" t="t" r="r" b="b"/>
              <a:pathLst>
                <a:path w="13416" h="30044" extrusionOk="0">
                  <a:moveTo>
                    <a:pt x="9342" y="0"/>
                  </a:moveTo>
                  <a:lnTo>
                    <a:pt x="1694" y="0"/>
                  </a:lnTo>
                  <a:cubicBezTo>
                    <a:pt x="1694" y="0"/>
                    <a:pt x="0" y="3361"/>
                    <a:pt x="457" y="10673"/>
                  </a:cubicBezTo>
                  <a:cubicBezTo>
                    <a:pt x="901" y="17999"/>
                    <a:pt x="2366" y="30043"/>
                    <a:pt x="2366" y="30043"/>
                  </a:cubicBezTo>
                  <a:lnTo>
                    <a:pt x="4019" y="30043"/>
                  </a:lnTo>
                  <a:lnTo>
                    <a:pt x="5619" y="3388"/>
                  </a:lnTo>
                  <a:cubicBezTo>
                    <a:pt x="5619" y="3388"/>
                    <a:pt x="9342" y="15754"/>
                    <a:pt x="9342" y="18550"/>
                  </a:cubicBezTo>
                  <a:lnTo>
                    <a:pt x="9342" y="30043"/>
                  </a:lnTo>
                  <a:lnTo>
                    <a:pt x="10942" y="30043"/>
                  </a:lnTo>
                  <a:cubicBezTo>
                    <a:pt x="10942" y="30043"/>
                    <a:pt x="11574" y="25406"/>
                    <a:pt x="12488" y="18833"/>
                  </a:cubicBezTo>
                  <a:cubicBezTo>
                    <a:pt x="13415" y="12246"/>
                    <a:pt x="10996" y="2352"/>
                    <a:pt x="93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36"/>
            <p:cNvSpPr/>
            <p:nvPr/>
          </p:nvSpPr>
          <p:spPr>
            <a:xfrm>
              <a:off x="1532400" y="3927425"/>
              <a:ext cx="88050" cy="96825"/>
            </a:xfrm>
            <a:custGeom>
              <a:avLst/>
              <a:gdLst/>
              <a:ahLst/>
              <a:cxnLst/>
              <a:rect l="l" t="t" r="r" b="b"/>
              <a:pathLst>
                <a:path w="3522" h="3873" extrusionOk="0">
                  <a:moveTo>
                    <a:pt x="3428" y="3872"/>
                  </a:moveTo>
                  <a:lnTo>
                    <a:pt x="3522" y="2797"/>
                  </a:lnTo>
                  <a:cubicBezTo>
                    <a:pt x="2500" y="2756"/>
                    <a:pt x="2500" y="2259"/>
                    <a:pt x="2769" y="1130"/>
                  </a:cubicBezTo>
                  <a:cubicBezTo>
                    <a:pt x="2769" y="1130"/>
                    <a:pt x="1747" y="982"/>
                    <a:pt x="968" y="1"/>
                  </a:cubicBezTo>
                  <a:cubicBezTo>
                    <a:pt x="0" y="3254"/>
                    <a:pt x="3428" y="3872"/>
                    <a:pt x="3428" y="3872"/>
                  </a:cubicBezTo>
                  <a:close/>
                </a:path>
              </a:pathLst>
            </a:custGeom>
            <a:solidFill>
              <a:srgbClr val="F0B0B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36"/>
            <p:cNvSpPr/>
            <p:nvPr/>
          </p:nvSpPr>
          <p:spPr>
            <a:xfrm>
              <a:off x="1377800" y="3977175"/>
              <a:ext cx="345500" cy="366325"/>
            </a:xfrm>
            <a:custGeom>
              <a:avLst/>
              <a:gdLst/>
              <a:ahLst/>
              <a:cxnLst/>
              <a:rect l="l" t="t" r="r" b="b"/>
              <a:pathLst>
                <a:path w="13820" h="14653" extrusionOk="0">
                  <a:moveTo>
                    <a:pt x="5189" y="498"/>
                  </a:moveTo>
                  <a:cubicBezTo>
                    <a:pt x="5189" y="498"/>
                    <a:pt x="1" y="269"/>
                    <a:pt x="485" y="4234"/>
                  </a:cubicBezTo>
                  <a:cubicBezTo>
                    <a:pt x="1479" y="5216"/>
                    <a:pt x="3321" y="5982"/>
                    <a:pt x="3321" y="5982"/>
                  </a:cubicBezTo>
                  <a:lnTo>
                    <a:pt x="2528" y="14652"/>
                  </a:lnTo>
                  <a:lnTo>
                    <a:pt x="10176" y="14652"/>
                  </a:lnTo>
                  <a:cubicBezTo>
                    <a:pt x="10176" y="14652"/>
                    <a:pt x="12300" y="7944"/>
                    <a:pt x="11655" y="5592"/>
                  </a:cubicBezTo>
                  <a:cubicBezTo>
                    <a:pt x="11655" y="5592"/>
                    <a:pt x="12919" y="4853"/>
                    <a:pt x="13819" y="3925"/>
                  </a:cubicBezTo>
                  <a:cubicBezTo>
                    <a:pt x="13523" y="1344"/>
                    <a:pt x="11373" y="0"/>
                    <a:pt x="9424" y="793"/>
                  </a:cubicBezTo>
                  <a:cubicBezTo>
                    <a:pt x="9114" y="4463"/>
                    <a:pt x="5189" y="4423"/>
                    <a:pt x="5189" y="498"/>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6"/>
            <p:cNvSpPr/>
            <p:nvPr/>
          </p:nvSpPr>
          <p:spPr>
            <a:xfrm>
              <a:off x="1433250" y="4010425"/>
              <a:ext cx="313575" cy="452375"/>
            </a:xfrm>
            <a:custGeom>
              <a:avLst/>
              <a:gdLst/>
              <a:ahLst/>
              <a:cxnLst/>
              <a:rect l="l" t="t" r="r" b="b"/>
              <a:pathLst>
                <a:path w="12543" h="18095" extrusionOk="0">
                  <a:moveTo>
                    <a:pt x="1" y="1"/>
                  </a:moveTo>
                  <a:lnTo>
                    <a:pt x="1" y="15742"/>
                  </a:lnTo>
                  <a:lnTo>
                    <a:pt x="12542" y="18094"/>
                  </a:lnTo>
                  <a:lnTo>
                    <a:pt x="12542" y="2098"/>
                  </a:lnTo>
                  <a:lnTo>
                    <a:pt x="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6"/>
            <p:cNvSpPr/>
            <p:nvPr/>
          </p:nvSpPr>
          <p:spPr>
            <a:xfrm>
              <a:off x="1746800" y="4010425"/>
              <a:ext cx="313900" cy="452375"/>
            </a:xfrm>
            <a:custGeom>
              <a:avLst/>
              <a:gdLst/>
              <a:ahLst/>
              <a:cxnLst/>
              <a:rect l="l" t="t" r="r" b="b"/>
              <a:pathLst>
                <a:path w="12556" h="18095" extrusionOk="0">
                  <a:moveTo>
                    <a:pt x="12555" y="1"/>
                  </a:moveTo>
                  <a:lnTo>
                    <a:pt x="0" y="2098"/>
                  </a:lnTo>
                  <a:lnTo>
                    <a:pt x="0" y="18094"/>
                  </a:lnTo>
                  <a:lnTo>
                    <a:pt x="12555" y="15742"/>
                  </a:lnTo>
                  <a:lnTo>
                    <a:pt x="1255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6"/>
            <p:cNvSpPr/>
            <p:nvPr/>
          </p:nvSpPr>
          <p:spPr>
            <a:xfrm>
              <a:off x="1458450" y="4033950"/>
              <a:ext cx="288375" cy="353225"/>
            </a:xfrm>
            <a:custGeom>
              <a:avLst/>
              <a:gdLst/>
              <a:ahLst/>
              <a:cxnLst/>
              <a:rect l="l" t="t" r="r" b="b"/>
              <a:pathLst>
                <a:path w="11535" h="14129" extrusionOk="0">
                  <a:moveTo>
                    <a:pt x="1" y="1"/>
                  </a:moveTo>
                  <a:lnTo>
                    <a:pt x="1" y="11897"/>
                  </a:lnTo>
                  <a:lnTo>
                    <a:pt x="11534" y="14129"/>
                  </a:lnTo>
                  <a:lnTo>
                    <a:pt x="11534" y="2219"/>
                  </a:lnTo>
                  <a:close/>
                </a:path>
              </a:pathLst>
            </a:custGeom>
            <a:solidFill>
              <a:srgbClr val="304F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6"/>
            <p:cNvSpPr/>
            <p:nvPr/>
          </p:nvSpPr>
          <p:spPr>
            <a:xfrm>
              <a:off x="1746800" y="4033950"/>
              <a:ext cx="289025" cy="353225"/>
            </a:xfrm>
            <a:custGeom>
              <a:avLst/>
              <a:gdLst/>
              <a:ahLst/>
              <a:cxnLst/>
              <a:rect l="l" t="t" r="r" b="b"/>
              <a:pathLst>
                <a:path w="11561" h="14129" extrusionOk="0">
                  <a:moveTo>
                    <a:pt x="0" y="2219"/>
                  </a:moveTo>
                  <a:lnTo>
                    <a:pt x="0" y="14129"/>
                  </a:lnTo>
                  <a:lnTo>
                    <a:pt x="11560" y="11897"/>
                  </a:lnTo>
                  <a:lnTo>
                    <a:pt x="11560" y="1"/>
                  </a:lnTo>
                  <a:close/>
                </a:path>
              </a:pathLst>
            </a:custGeom>
            <a:solidFill>
              <a:srgbClr val="304F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6"/>
            <p:cNvSpPr/>
            <p:nvPr/>
          </p:nvSpPr>
          <p:spPr>
            <a:xfrm>
              <a:off x="1746800" y="4411350"/>
              <a:ext cx="4375" cy="28250"/>
            </a:xfrm>
            <a:custGeom>
              <a:avLst/>
              <a:gdLst/>
              <a:ahLst/>
              <a:cxnLst/>
              <a:rect l="l" t="t" r="r" b="b"/>
              <a:pathLst>
                <a:path w="175" h="1130" extrusionOk="0">
                  <a:moveTo>
                    <a:pt x="0" y="0"/>
                  </a:moveTo>
                  <a:lnTo>
                    <a:pt x="0" y="1130"/>
                  </a:lnTo>
                  <a:lnTo>
                    <a:pt x="175" y="1103"/>
                  </a:lnTo>
                  <a:lnTo>
                    <a:pt x="0" y="0"/>
                  </a:lnTo>
                  <a:close/>
                </a:path>
              </a:pathLst>
            </a:custGeom>
            <a:solidFill>
              <a:srgbClr val="FDEA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6"/>
            <p:cNvSpPr/>
            <p:nvPr/>
          </p:nvSpPr>
          <p:spPr>
            <a:xfrm>
              <a:off x="1913800" y="4343800"/>
              <a:ext cx="75975" cy="66575"/>
            </a:xfrm>
            <a:custGeom>
              <a:avLst/>
              <a:gdLst/>
              <a:ahLst/>
              <a:cxnLst/>
              <a:rect l="l" t="t" r="r" b="b"/>
              <a:pathLst>
                <a:path w="3039" h="2663" extrusionOk="0">
                  <a:moveTo>
                    <a:pt x="2515" y="1"/>
                  </a:moveTo>
                  <a:lnTo>
                    <a:pt x="1" y="1183"/>
                  </a:lnTo>
                  <a:lnTo>
                    <a:pt x="28" y="2662"/>
                  </a:lnTo>
                  <a:lnTo>
                    <a:pt x="3039" y="2124"/>
                  </a:lnTo>
                  <a:cubicBezTo>
                    <a:pt x="2837" y="1385"/>
                    <a:pt x="2662" y="673"/>
                    <a:pt x="2515"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36"/>
            <p:cNvSpPr/>
            <p:nvPr/>
          </p:nvSpPr>
          <p:spPr>
            <a:xfrm>
              <a:off x="1815000" y="4377075"/>
              <a:ext cx="88750" cy="50775"/>
            </a:xfrm>
            <a:custGeom>
              <a:avLst/>
              <a:gdLst/>
              <a:ahLst/>
              <a:cxnLst/>
              <a:rect l="l" t="t" r="r" b="b"/>
              <a:pathLst>
                <a:path w="3550" h="2031" extrusionOk="0">
                  <a:moveTo>
                    <a:pt x="3509" y="0"/>
                  </a:moveTo>
                  <a:lnTo>
                    <a:pt x="1" y="968"/>
                  </a:lnTo>
                  <a:lnTo>
                    <a:pt x="1" y="2030"/>
                  </a:lnTo>
                  <a:lnTo>
                    <a:pt x="3550" y="1398"/>
                  </a:lnTo>
                  <a:lnTo>
                    <a:pt x="3509" y="0"/>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6"/>
            <p:cNvSpPr/>
            <p:nvPr/>
          </p:nvSpPr>
          <p:spPr>
            <a:xfrm>
              <a:off x="1987750" y="4316290"/>
              <a:ext cx="47725" cy="77650"/>
            </a:xfrm>
            <a:custGeom>
              <a:avLst/>
              <a:gdLst/>
              <a:ahLst/>
              <a:cxnLst/>
              <a:rect l="l" t="t" r="r" b="b"/>
              <a:pathLst>
                <a:path w="1909" h="3106" extrusionOk="0">
                  <a:moveTo>
                    <a:pt x="1909" y="0"/>
                  </a:moveTo>
                  <a:lnTo>
                    <a:pt x="0" y="887"/>
                  </a:lnTo>
                  <a:cubicBezTo>
                    <a:pt x="148" y="1600"/>
                    <a:pt x="336" y="2339"/>
                    <a:pt x="538" y="3105"/>
                  </a:cubicBezTo>
                  <a:lnTo>
                    <a:pt x="1909" y="2877"/>
                  </a:lnTo>
                  <a:lnTo>
                    <a:pt x="1909" y="0"/>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6"/>
            <p:cNvSpPr/>
            <p:nvPr/>
          </p:nvSpPr>
          <p:spPr>
            <a:xfrm>
              <a:off x="1964960" y="4174417"/>
              <a:ext cx="69582" cy="80008"/>
            </a:xfrm>
            <a:custGeom>
              <a:avLst/>
              <a:gdLst/>
              <a:ahLst/>
              <a:cxnLst/>
              <a:rect l="l" t="t" r="r" b="b"/>
              <a:pathLst>
                <a:path w="2770" h="3200" extrusionOk="0">
                  <a:moveTo>
                    <a:pt x="2770" y="1"/>
                  </a:moveTo>
                  <a:lnTo>
                    <a:pt x="1" y="807"/>
                  </a:lnTo>
                  <a:cubicBezTo>
                    <a:pt x="55" y="1547"/>
                    <a:pt x="122" y="2340"/>
                    <a:pt x="229" y="3200"/>
                  </a:cubicBezTo>
                  <a:lnTo>
                    <a:pt x="2770" y="1829"/>
                  </a:lnTo>
                  <a:lnTo>
                    <a:pt x="2770" y="1"/>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6"/>
            <p:cNvSpPr/>
            <p:nvPr/>
          </p:nvSpPr>
          <p:spPr>
            <a:xfrm>
              <a:off x="1972990" y="4232225"/>
              <a:ext cx="61850" cy="96475"/>
            </a:xfrm>
            <a:custGeom>
              <a:avLst/>
              <a:gdLst/>
              <a:ahLst/>
              <a:cxnLst/>
              <a:rect l="l" t="t" r="r" b="b"/>
              <a:pathLst>
                <a:path w="2474" h="3859" extrusionOk="0">
                  <a:moveTo>
                    <a:pt x="2474" y="1"/>
                  </a:moveTo>
                  <a:lnTo>
                    <a:pt x="1" y="1318"/>
                  </a:lnTo>
                  <a:cubicBezTo>
                    <a:pt x="122" y="2111"/>
                    <a:pt x="269" y="2971"/>
                    <a:pt x="458" y="3859"/>
                  </a:cubicBezTo>
                  <a:lnTo>
                    <a:pt x="2474" y="2931"/>
                  </a:lnTo>
                  <a:lnTo>
                    <a:pt x="2474" y="1"/>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6"/>
            <p:cNvSpPr/>
            <p:nvPr/>
          </p:nvSpPr>
          <p:spPr>
            <a:xfrm>
              <a:off x="1815000" y="4147550"/>
              <a:ext cx="84725" cy="80325"/>
            </a:xfrm>
            <a:custGeom>
              <a:avLst/>
              <a:gdLst/>
              <a:ahLst/>
              <a:cxnLst/>
              <a:rect l="l" t="t" r="r" b="b"/>
              <a:pathLst>
                <a:path w="3389" h="3213" extrusionOk="0">
                  <a:moveTo>
                    <a:pt x="3335" y="0"/>
                  </a:moveTo>
                  <a:lnTo>
                    <a:pt x="1695" y="296"/>
                  </a:lnTo>
                  <a:cubicBezTo>
                    <a:pt x="1600" y="1183"/>
                    <a:pt x="888" y="2003"/>
                    <a:pt x="1" y="2272"/>
                  </a:cubicBezTo>
                  <a:lnTo>
                    <a:pt x="1" y="3213"/>
                  </a:lnTo>
                  <a:lnTo>
                    <a:pt x="3388" y="2245"/>
                  </a:lnTo>
                  <a:lnTo>
                    <a:pt x="3335" y="0"/>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6"/>
            <p:cNvSpPr/>
            <p:nvPr/>
          </p:nvSpPr>
          <p:spPr>
            <a:xfrm>
              <a:off x="1746800" y="4355900"/>
              <a:ext cx="57150" cy="83025"/>
            </a:xfrm>
            <a:custGeom>
              <a:avLst/>
              <a:gdLst/>
              <a:ahLst/>
              <a:cxnLst/>
              <a:rect l="l" t="t" r="r" b="b"/>
              <a:pathLst>
                <a:path w="2286" h="3321" extrusionOk="0">
                  <a:moveTo>
                    <a:pt x="2285" y="0"/>
                  </a:moveTo>
                  <a:lnTo>
                    <a:pt x="0" y="1237"/>
                  </a:lnTo>
                  <a:lnTo>
                    <a:pt x="0" y="2218"/>
                  </a:lnTo>
                  <a:lnTo>
                    <a:pt x="175" y="3321"/>
                  </a:lnTo>
                  <a:lnTo>
                    <a:pt x="2285" y="2944"/>
                  </a:lnTo>
                  <a:lnTo>
                    <a:pt x="2285" y="0"/>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6"/>
            <p:cNvSpPr/>
            <p:nvPr/>
          </p:nvSpPr>
          <p:spPr>
            <a:xfrm>
              <a:off x="1815004" y="4259484"/>
              <a:ext cx="86075" cy="80011"/>
            </a:xfrm>
            <a:custGeom>
              <a:avLst/>
              <a:gdLst/>
              <a:ahLst/>
              <a:cxnLst/>
              <a:rect l="l" t="t" r="r" b="b"/>
              <a:pathLst>
                <a:path w="3443" h="3146" extrusionOk="0">
                  <a:moveTo>
                    <a:pt x="3429" y="0"/>
                  </a:moveTo>
                  <a:lnTo>
                    <a:pt x="1" y="1345"/>
                  </a:lnTo>
                  <a:lnTo>
                    <a:pt x="1" y="3146"/>
                  </a:lnTo>
                  <a:lnTo>
                    <a:pt x="3442" y="1304"/>
                  </a:lnTo>
                  <a:lnTo>
                    <a:pt x="3429" y="0"/>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6"/>
            <p:cNvSpPr/>
            <p:nvPr/>
          </p:nvSpPr>
          <p:spPr>
            <a:xfrm>
              <a:off x="1746800" y="4074275"/>
              <a:ext cx="57150" cy="84050"/>
            </a:xfrm>
            <a:custGeom>
              <a:avLst/>
              <a:gdLst/>
              <a:ahLst/>
              <a:cxnLst/>
              <a:rect l="l" t="t" r="r" b="b"/>
              <a:pathLst>
                <a:path w="2286" h="3362" extrusionOk="0">
                  <a:moveTo>
                    <a:pt x="2285" y="1"/>
                  </a:moveTo>
                  <a:lnTo>
                    <a:pt x="0" y="404"/>
                  </a:lnTo>
                  <a:lnTo>
                    <a:pt x="0" y="3227"/>
                  </a:lnTo>
                  <a:lnTo>
                    <a:pt x="605" y="3361"/>
                  </a:lnTo>
                  <a:cubicBezTo>
                    <a:pt x="739" y="2501"/>
                    <a:pt x="1438" y="1708"/>
                    <a:pt x="2285" y="1453"/>
                  </a:cubicBezTo>
                  <a:lnTo>
                    <a:pt x="2285" y="1"/>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6"/>
            <p:cNvSpPr/>
            <p:nvPr/>
          </p:nvSpPr>
          <p:spPr>
            <a:xfrm>
              <a:off x="1815000" y="4058150"/>
              <a:ext cx="83375" cy="85725"/>
            </a:xfrm>
            <a:custGeom>
              <a:avLst/>
              <a:gdLst/>
              <a:ahLst/>
              <a:cxnLst/>
              <a:rect l="l" t="t" r="r" b="b"/>
              <a:pathLst>
                <a:path w="3335" h="3429" extrusionOk="0">
                  <a:moveTo>
                    <a:pt x="3281" y="1"/>
                  </a:moveTo>
                  <a:lnTo>
                    <a:pt x="1" y="579"/>
                  </a:lnTo>
                  <a:lnTo>
                    <a:pt x="1" y="2030"/>
                  </a:lnTo>
                  <a:cubicBezTo>
                    <a:pt x="31" y="2029"/>
                    <a:pt x="60" y="2028"/>
                    <a:pt x="90" y="2028"/>
                  </a:cubicBezTo>
                  <a:cubicBezTo>
                    <a:pt x="935" y="2028"/>
                    <a:pt x="1604" y="2584"/>
                    <a:pt x="1695" y="3428"/>
                  </a:cubicBezTo>
                  <a:lnTo>
                    <a:pt x="3335" y="3146"/>
                  </a:lnTo>
                  <a:lnTo>
                    <a:pt x="3281" y="1"/>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6"/>
            <p:cNvSpPr/>
            <p:nvPr/>
          </p:nvSpPr>
          <p:spPr>
            <a:xfrm>
              <a:off x="1963915" y="4033950"/>
              <a:ext cx="70925" cy="91100"/>
            </a:xfrm>
            <a:custGeom>
              <a:avLst/>
              <a:gdLst/>
              <a:ahLst/>
              <a:cxnLst/>
              <a:rect l="l" t="t" r="r" b="b"/>
              <a:pathLst>
                <a:path w="2837" h="3644" extrusionOk="0">
                  <a:moveTo>
                    <a:pt x="2837" y="1"/>
                  </a:moveTo>
                  <a:lnTo>
                    <a:pt x="323" y="431"/>
                  </a:lnTo>
                  <a:cubicBezTo>
                    <a:pt x="202" y="982"/>
                    <a:pt x="28" y="2058"/>
                    <a:pt x="1" y="3644"/>
                  </a:cubicBezTo>
                  <a:lnTo>
                    <a:pt x="2837" y="3133"/>
                  </a:lnTo>
                  <a:lnTo>
                    <a:pt x="2837" y="1"/>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6"/>
            <p:cNvSpPr/>
            <p:nvPr/>
          </p:nvSpPr>
          <p:spPr>
            <a:xfrm>
              <a:off x="1907115" y="4047035"/>
              <a:ext cx="53475" cy="87725"/>
            </a:xfrm>
            <a:custGeom>
              <a:avLst/>
              <a:gdLst/>
              <a:ahLst/>
              <a:cxnLst/>
              <a:rect l="l" t="t" r="r" b="b"/>
              <a:pathLst>
                <a:path w="2139" h="3509" extrusionOk="0">
                  <a:moveTo>
                    <a:pt x="2138" y="0"/>
                  </a:moveTo>
                  <a:lnTo>
                    <a:pt x="1" y="377"/>
                  </a:lnTo>
                  <a:lnTo>
                    <a:pt x="68" y="3509"/>
                  </a:lnTo>
                  <a:lnTo>
                    <a:pt x="1816" y="3213"/>
                  </a:lnTo>
                  <a:cubicBezTo>
                    <a:pt x="1842" y="1681"/>
                    <a:pt x="2017" y="605"/>
                    <a:pt x="2138"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6"/>
            <p:cNvSpPr/>
            <p:nvPr/>
          </p:nvSpPr>
          <p:spPr>
            <a:xfrm>
              <a:off x="1815000" y="4213440"/>
              <a:ext cx="85725" cy="68925"/>
            </a:xfrm>
            <a:custGeom>
              <a:avLst/>
              <a:gdLst/>
              <a:ahLst/>
              <a:cxnLst/>
              <a:rect l="l" t="t" r="r" b="b"/>
              <a:pathLst>
                <a:path w="3429" h="2757" extrusionOk="0">
                  <a:moveTo>
                    <a:pt x="3388" y="1"/>
                  </a:moveTo>
                  <a:lnTo>
                    <a:pt x="1" y="996"/>
                  </a:lnTo>
                  <a:lnTo>
                    <a:pt x="1" y="2757"/>
                  </a:lnTo>
                  <a:lnTo>
                    <a:pt x="3429" y="1399"/>
                  </a:lnTo>
                  <a:lnTo>
                    <a:pt x="3388" y="1"/>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6"/>
            <p:cNvSpPr/>
            <p:nvPr/>
          </p:nvSpPr>
          <p:spPr>
            <a:xfrm>
              <a:off x="1909450" y="4137475"/>
              <a:ext cx="45050" cy="62850"/>
            </a:xfrm>
            <a:custGeom>
              <a:avLst/>
              <a:gdLst/>
              <a:ahLst/>
              <a:cxnLst/>
              <a:rect l="l" t="t" r="r" b="b"/>
              <a:pathLst>
                <a:path w="1802" h="2514" extrusionOk="0">
                  <a:moveTo>
                    <a:pt x="1748" y="0"/>
                  </a:moveTo>
                  <a:lnTo>
                    <a:pt x="0" y="323"/>
                  </a:lnTo>
                  <a:lnTo>
                    <a:pt x="40" y="2514"/>
                  </a:lnTo>
                  <a:lnTo>
                    <a:pt x="1801" y="2003"/>
                  </a:lnTo>
                  <a:cubicBezTo>
                    <a:pt x="1748" y="1250"/>
                    <a:pt x="1734" y="592"/>
                    <a:pt x="1748" y="0"/>
                  </a:cubicBezTo>
                  <a:close/>
                </a:path>
              </a:pathLst>
            </a:custGeom>
            <a:solidFill>
              <a:srgbClr val="DF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6"/>
            <p:cNvSpPr/>
            <p:nvPr/>
          </p:nvSpPr>
          <p:spPr>
            <a:xfrm>
              <a:off x="1910775" y="4197950"/>
              <a:ext cx="47075" cy="47075"/>
            </a:xfrm>
            <a:custGeom>
              <a:avLst/>
              <a:gdLst/>
              <a:ahLst/>
              <a:cxnLst/>
              <a:rect l="l" t="t" r="r" b="b"/>
              <a:pathLst>
                <a:path w="1883" h="1883" extrusionOk="0">
                  <a:moveTo>
                    <a:pt x="1775" y="1"/>
                  </a:moveTo>
                  <a:lnTo>
                    <a:pt x="1" y="525"/>
                  </a:lnTo>
                  <a:lnTo>
                    <a:pt x="28" y="1883"/>
                  </a:lnTo>
                  <a:lnTo>
                    <a:pt x="1883" y="1143"/>
                  </a:lnTo>
                  <a:cubicBezTo>
                    <a:pt x="1829" y="740"/>
                    <a:pt x="1802" y="364"/>
                    <a:pt x="1775"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6"/>
            <p:cNvSpPr/>
            <p:nvPr/>
          </p:nvSpPr>
          <p:spPr>
            <a:xfrm>
              <a:off x="1815000" y="4303800"/>
              <a:ext cx="87750" cy="86750"/>
            </a:xfrm>
            <a:custGeom>
              <a:avLst/>
              <a:gdLst/>
              <a:ahLst/>
              <a:cxnLst/>
              <a:rect l="l" t="t" r="r" b="b"/>
              <a:pathLst>
                <a:path w="3510" h="3470" extrusionOk="0">
                  <a:moveTo>
                    <a:pt x="3456" y="1"/>
                  </a:moveTo>
                  <a:lnTo>
                    <a:pt x="1" y="1869"/>
                  </a:lnTo>
                  <a:lnTo>
                    <a:pt x="1" y="3469"/>
                  </a:lnTo>
                  <a:lnTo>
                    <a:pt x="3509" y="2488"/>
                  </a:lnTo>
                  <a:lnTo>
                    <a:pt x="3456" y="1"/>
                  </a:lnTo>
                  <a:close/>
                </a:path>
              </a:pathLst>
            </a:custGeom>
            <a:solidFill>
              <a:srgbClr val="DF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6"/>
            <p:cNvSpPr/>
            <p:nvPr/>
          </p:nvSpPr>
          <p:spPr>
            <a:xfrm>
              <a:off x="1772000" y="4119800"/>
              <a:ext cx="74950" cy="75325"/>
            </a:xfrm>
            <a:custGeom>
              <a:avLst/>
              <a:gdLst/>
              <a:ahLst/>
              <a:cxnLst/>
              <a:rect l="l" t="t" r="r" b="b"/>
              <a:pathLst>
                <a:path w="2998" h="3013" extrusionOk="0">
                  <a:moveTo>
                    <a:pt x="1754" y="1"/>
                  </a:moveTo>
                  <a:cubicBezTo>
                    <a:pt x="1673" y="1"/>
                    <a:pt x="1590" y="8"/>
                    <a:pt x="1506" y="22"/>
                  </a:cubicBezTo>
                  <a:cubicBezTo>
                    <a:pt x="672" y="169"/>
                    <a:pt x="0" y="949"/>
                    <a:pt x="0" y="1769"/>
                  </a:cubicBezTo>
                  <a:cubicBezTo>
                    <a:pt x="0" y="2504"/>
                    <a:pt x="541" y="3013"/>
                    <a:pt x="1254" y="3013"/>
                  </a:cubicBezTo>
                  <a:cubicBezTo>
                    <a:pt x="1336" y="3013"/>
                    <a:pt x="1420" y="3006"/>
                    <a:pt x="1506" y="2992"/>
                  </a:cubicBezTo>
                  <a:cubicBezTo>
                    <a:pt x="2326" y="2844"/>
                    <a:pt x="2998" y="2078"/>
                    <a:pt x="2998" y="1245"/>
                  </a:cubicBezTo>
                  <a:cubicBezTo>
                    <a:pt x="2998" y="509"/>
                    <a:pt x="2457" y="1"/>
                    <a:pt x="1754"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6"/>
            <p:cNvSpPr/>
            <p:nvPr/>
          </p:nvSpPr>
          <p:spPr>
            <a:xfrm>
              <a:off x="1747450" y="4167025"/>
              <a:ext cx="56500" cy="80700"/>
            </a:xfrm>
            <a:custGeom>
              <a:avLst/>
              <a:gdLst/>
              <a:ahLst/>
              <a:cxnLst/>
              <a:rect l="l" t="t" r="r" b="b"/>
              <a:pathLst>
                <a:path w="2260" h="3228" extrusionOk="0">
                  <a:moveTo>
                    <a:pt x="1" y="1"/>
                  </a:moveTo>
                  <a:lnTo>
                    <a:pt x="1" y="3227"/>
                  </a:lnTo>
                  <a:lnTo>
                    <a:pt x="2259" y="2555"/>
                  </a:lnTo>
                  <a:lnTo>
                    <a:pt x="2259" y="1560"/>
                  </a:lnTo>
                  <a:cubicBezTo>
                    <a:pt x="2222" y="1562"/>
                    <a:pt x="2185" y="1564"/>
                    <a:pt x="2149" y="1564"/>
                  </a:cubicBezTo>
                  <a:cubicBezTo>
                    <a:pt x="1300" y="1564"/>
                    <a:pt x="630" y="972"/>
                    <a:pt x="566" y="122"/>
                  </a:cubicBezTo>
                  <a:lnTo>
                    <a:pt x="1" y="1"/>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6"/>
            <p:cNvSpPr/>
            <p:nvPr/>
          </p:nvSpPr>
          <p:spPr>
            <a:xfrm>
              <a:off x="1962956" y="4123350"/>
              <a:ext cx="71250" cy="60850"/>
            </a:xfrm>
            <a:custGeom>
              <a:avLst/>
              <a:gdLst/>
              <a:ahLst/>
              <a:cxnLst/>
              <a:rect l="l" t="t" r="r" b="b"/>
              <a:pathLst>
                <a:path w="2850" h="2434" extrusionOk="0">
                  <a:moveTo>
                    <a:pt x="2850" y="0"/>
                  </a:moveTo>
                  <a:lnTo>
                    <a:pt x="0" y="498"/>
                  </a:lnTo>
                  <a:cubicBezTo>
                    <a:pt x="0" y="1076"/>
                    <a:pt x="14" y="1735"/>
                    <a:pt x="41" y="2434"/>
                  </a:cubicBezTo>
                  <a:lnTo>
                    <a:pt x="2850" y="1627"/>
                  </a:lnTo>
                  <a:lnTo>
                    <a:pt x="2850" y="0"/>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6"/>
            <p:cNvSpPr/>
            <p:nvPr/>
          </p:nvSpPr>
          <p:spPr>
            <a:xfrm>
              <a:off x="1911450" y="4237275"/>
              <a:ext cx="50100" cy="49425"/>
            </a:xfrm>
            <a:custGeom>
              <a:avLst/>
              <a:gdLst/>
              <a:ahLst/>
              <a:cxnLst/>
              <a:rect l="l" t="t" r="r" b="b"/>
              <a:pathLst>
                <a:path w="2004" h="1977" extrusionOk="0">
                  <a:moveTo>
                    <a:pt x="1883" y="0"/>
                  </a:moveTo>
                  <a:lnTo>
                    <a:pt x="1" y="740"/>
                  </a:lnTo>
                  <a:lnTo>
                    <a:pt x="28" y="1976"/>
                  </a:lnTo>
                  <a:lnTo>
                    <a:pt x="2004" y="914"/>
                  </a:lnTo>
                  <a:cubicBezTo>
                    <a:pt x="1977" y="605"/>
                    <a:pt x="1923" y="296"/>
                    <a:pt x="1883"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6"/>
            <p:cNvSpPr/>
            <p:nvPr/>
          </p:nvSpPr>
          <p:spPr>
            <a:xfrm>
              <a:off x="1911718" y="4270593"/>
              <a:ext cx="62525" cy="91104"/>
            </a:xfrm>
            <a:custGeom>
              <a:avLst/>
              <a:gdLst/>
              <a:ahLst/>
              <a:cxnLst/>
              <a:rect l="l" t="t" r="r" b="b"/>
              <a:pathLst>
                <a:path w="2501" h="3630" extrusionOk="0">
                  <a:moveTo>
                    <a:pt x="2043" y="0"/>
                  </a:moveTo>
                  <a:lnTo>
                    <a:pt x="0" y="1075"/>
                  </a:lnTo>
                  <a:lnTo>
                    <a:pt x="54" y="3629"/>
                  </a:lnTo>
                  <a:lnTo>
                    <a:pt x="2500" y="2500"/>
                  </a:lnTo>
                  <a:cubicBezTo>
                    <a:pt x="2312" y="1613"/>
                    <a:pt x="2164" y="766"/>
                    <a:pt x="2043"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6"/>
            <p:cNvSpPr/>
            <p:nvPr/>
          </p:nvSpPr>
          <p:spPr>
            <a:xfrm>
              <a:off x="1746800" y="4241650"/>
              <a:ext cx="57150" cy="133775"/>
            </a:xfrm>
            <a:custGeom>
              <a:avLst/>
              <a:gdLst/>
              <a:ahLst/>
              <a:cxnLst/>
              <a:rect l="l" t="t" r="r" b="b"/>
              <a:pathLst>
                <a:path w="2286" h="5351" extrusionOk="0">
                  <a:moveTo>
                    <a:pt x="2285" y="0"/>
                  </a:moveTo>
                  <a:lnTo>
                    <a:pt x="0" y="659"/>
                  </a:lnTo>
                  <a:lnTo>
                    <a:pt x="0" y="5350"/>
                  </a:lnTo>
                  <a:lnTo>
                    <a:pt x="2285" y="4127"/>
                  </a:lnTo>
                  <a:lnTo>
                    <a:pt x="2285" y="0"/>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6"/>
            <p:cNvSpPr/>
            <p:nvPr/>
          </p:nvSpPr>
          <p:spPr>
            <a:xfrm>
              <a:off x="1746450" y="4044725"/>
              <a:ext cx="288375" cy="384800"/>
            </a:xfrm>
            <a:custGeom>
              <a:avLst/>
              <a:gdLst/>
              <a:ahLst/>
              <a:cxnLst/>
              <a:rect l="l" t="t" r="r" b="b"/>
              <a:pathLst>
                <a:path w="11535" h="15392" extrusionOk="0">
                  <a:moveTo>
                    <a:pt x="2791" y="3001"/>
                  </a:moveTo>
                  <a:cubicBezTo>
                    <a:pt x="3487" y="3001"/>
                    <a:pt x="4020" y="3518"/>
                    <a:pt x="4020" y="4248"/>
                  </a:cubicBezTo>
                  <a:cubicBezTo>
                    <a:pt x="4020" y="5081"/>
                    <a:pt x="3348" y="5847"/>
                    <a:pt x="2528" y="5995"/>
                  </a:cubicBezTo>
                  <a:cubicBezTo>
                    <a:pt x="2432" y="6014"/>
                    <a:pt x="2338" y="6023"/>
                    <a:pt x="2246" y="6023"/>
                  </a:cubicBezTo>
                  <a:cubicBezTo>
                    <a:pt x="1548" y="6023"/>
                    <a:pt x="1022" y="5497"/>
                    <a:pt x="1022" y="4772"/>
                  </a:cubicBezTo>
                  <a:cubicBezTo>
                    <a:pt x="1022" y="3952"/>
                    <a:pt x="1694" y="3172"/>
                    <a:pt x="2528" y="3025"/>
                  </a:cubicBezTo>
                  <a:cubicBezTo>
                    <a:pt x="2618" y="3008"/>
                    <a:pt x="2706" y="3001"/>
                    <a:pt x="2791" y="3001"/>
                  </a:cubicBezTo>
                  <a:close/>
                  <a:moveTo>
                    <a:pt x="8268" y="3737"/>
                  </a:moveTo>
                  <a:cubicBezTo>
                    <a:pt x="8268" y="4302"/>
                    <a:pt x="8281" y="4974"/>
                    <a:pt x="8321" y="5713"/>
                  </a:cubicBezTo>
                  <a:lnTo>
                    <a:pt x="6560" y="6224"/>
                  </a:lnTo>
                  <a:lnTo>
                    <a:pt x="6520" y="4033"/>
                  </a:lnTo>
                  <a:lnTo>
                    <a:pt x="8268" y="3737"/>
                  </a:lnTo>
                  <a:close/>
                  <a:moveTo>
                    <a:pt x="6077" y="4100"/>
                  </a:moveTo>
                  <a:lnTo>
                    <a:pt x="6130" y="6331"/>
                  </a:lnTo>
                  <a:lnTo>
                    <a:pt x="2743" y="7313"/>
                  </a:lnTo>
                  <a:lnTo>
                    <a:pt x="2743" y="6385"/>
                  </a:lnTo>
                  <a:cubicBezTo>
                    <a:pt x="3630" y="6130"/>
                    <a:pt x="4342" y="5296"/>
                    <a:pt x="4437" y="4409"/>
                  </a:cubicBezTo>
                  <a:lnTo>
                    <a:pt x="6077" y="4100"/>
                  </a:lnTo>
                  <a:close/>
                  <a:moveTo>
                    <a:pt x="8348" y="6116"/>
                  </a:moveTo>
                  <a:cubicBezTo>
                    <a:pt x="8389" y="6493"/>
                    <a:pt x="8415" y="6856"/>
                    <a:pt x="8456" y="7259"/>
                  </a:cubicBezTo>
                  <a:lnTo>
                    <a:pt x="6601" y="7998"/>
                  </a:lnTo>
                  <a:lnTo>
                    <a:pt x="6574" y="6640"/>
                  </a:lnTo>
                  <a:lnTo>
                    <a:pt x="8348" y="6116"/>
                  </a:lnTo>
                  <a:close/>
                  <a:moveTo>
                    <a:pt x="6130" y="6761"/>
                  </a:moveTo>
                  <a:lnTo>
                    <a:pt x="6171" y="8173"/>
                  </a:lnTo>
                  <a:lnTo>
                    <a:pt x="2743" y="9517"/>
                  </a:lnTo>
                  <a:lnTo>
                    <a:pt x="2743" y="7743"/>
                  </a:lnTo>
                  <a:lnTo>
                    <a:pt x="6130" y="6761"/>
                  </a:lnTo>
                  <a:close/>
                  <a:moveTo>
                    <a:pt x="8483" y="7702"/>
                  </a:moveTo>
                  <a:cubicBezTo>
                    <a:pt x="8523" y="7998"/>
                    <a:pt x="8550" y="8307"/>
                    <a:pt x="8604" y="8616"/>
                  </a:cubicBezTo>
                  <a:lnTo>
                    <a:pt x="6614" y="9678"/>
                  </a:lnTo>
                  <a:lnTo>
                    <a:pt x="6601" y="8442"/>
                  </a:lnTo>
                  <a:lnTo>
                    <a:pt x="8483" y="7702"/>
                  </a:lnTo>
                  <a:close/>
                  <a:moveTo>
                    <a:pt x="6157" y="8603"/>
                  </a:moveTo>
                  <a:lnTo>
                    <a:pt x="6184" y="9920"/>
                  </a:lnTo>
                  <a:lnTo>
                    <a:pt x="2729" y="11762"/>
                  </a:lnTo>
                  <a:lnTo>
                    <a:pt x="2729" y="9961"/>
                  </a:lnTo>
                  <a:lnTo>
                    <a:pt x="6157" y="8603"/>
                  </a:lnTo>
                  <a:close/>
                  <a:moveTo>
                    <a:pt x="8657" y="9047"/>
                  </a:moveTo>
                  <a:cubicBezTo>
                    <a:pt x="8792" y="9826"/>
                    <a:pt x="8940" y="10673"/>
                    <a:pt x="9128" y="11560"/>
                  </a:cubicBezTo>
                  <a:lnTo>
                    <a:pt x="6668" y="12689"/>
                  </a:lnTo>
                  <a:lnTo>
                    <a:pt x="6614" y="10135"/>
                  </a:lnTo>
                  <a:lnTo>
                    <a:pt x="8657" y="9047"/>
                  </a:lnTo>
                  <a:close/>
                  <a:moveTo>
                    <a:pt x="6198" y="10391"/>
                  </a:moveTo>
                  <a:lnTo>
                    <a:pt x="6251" y="12878"/>
                  </a:lnTo>
                  <a:lnTo>
                    <a:pt x="2743" y="13832"/>
                  </a:lnTo>
                  <a:lnTo>
                    <a:pt x="2743" y="12232"/>
                  </a:lnTo>
                  <a:lnTo>
                    <a:pt x="6198" y="10391"/>
                  </a:lnTo>
                  <a:close/>
                  <a:moveTo>
                    <a:pt x="9047" y="0"/>
                  </a:moveTo>
                  <a:lnTo>
                    <a:pt x="8590" y="81"/>
                  </a:lnTo>
                  <a:cubicBezTo>
                    <a:pt x="8469" y="686"/>
                    <a:pt x="8308" y="1748"/>
                    <a:pt x="8268" y="3293"/>
                  </a:cubicBezTo>
                  <a:lnTo>
                    <a:pt x="6507" y="3603"/>
                  </a:lnTo>
                  <a:lnTo>
                    <a:pt x="6439" y="457"/>
                  </a:lnTo>
                  <a:lnTo>
                    <a:pt x="5996" y="538"/>
                  </a:lnTo>
                  <a:lnTo>
                    <a:pt x="6063" y="3683"/>
                  </a:lnTo>
                  <a:lnTo>
                    <a:pt x="4423" y="3965"/>
                  </a:lnTo>
                  <a:cubicBezTo>
                    <a:pt x="4319" y="3121"/>
                    <a:pt x="3663" y="2565"/>
                    <a:pt x="2818" y="2565"/>
                  </a:cubicBezTo>
                  <a:cubicBezTo>
                    <a:pt x="2789" y="2565"/>
                    <a:pt x="2759" y="2566"/>
                    <a:pt x="2729" y="2567"/>
                  </a:cubicBezTo>
                  <a:lnTo>
                    <a:pt x="2729" y="1116"/>
                  </a:lnTo>
                  <a:lnTo>
                    <a:pt x="2286" y="1196"/>
                  </a:lnTo>
                  <a:lnTo>
                    <a:pt x="2286" y="2662"/>
                  </a:lnTo>
                  <a:cubicBezTo>
                    <a:pt x="1426" y="2904"/>
                    <a:pt x="740" y="3683"/>
                    <a:pt x="606" y="4557"/>
                  </a:cubicBezTo>
                  <a:lnTo>
                    <a:pt x="14" y="4422"/>
                  </a:lnTo>
                  <a:lnTo>
                    <a:pt x="14" y="4893"/>
                  </a:lnTo>
                  <a:lnTo>
                    <a:pt x="592" y="5014"/>
                  </a:lnTo>
                  <a:cubicBezTo>
                    <a:pt x="656" y="5869"/>
                    <a:pt x="1313" y="6457"/>
                    <a:pt x="2150" y="6457"/>
                  </a:cubicBezTo>
                  <a:cubicBezTo>
                    <a:pt x="2195" y="6457"/>
                    <a:pt x="2240" y="6456"/>
                    <a:pt x="2286" y="6452"/>
                  </a:cubicBezTo>
                  <a:lnTo>
                    <a:pt x="2286" y="7447"/>
                  </a:lnTo>
                  <a:lnTo>
                    <a:pt x="1" y="8106"/>
                  </a:lnTo>
                  <a:lnTo>
                    <a:pt x="1" y="8536"/>
                  </a:lnTo>
                  <a:lnTo>
                    <a:pt x="2286" y="7877"/>
                  </a:lnTo>
                  <a:lnTo>
                    <a:pt x="2286" y="12004"/>
                  </a:lnTo>
                  <a:lnTo>
                    <a:pt x="1" y="13227"/>
                  </a:lnTo>
                  <a:lnTo>
                    <a:pt x="1" y="13684"/>
                  </a:lnTo>
                  <a:lnTo>
                    <a:pt x="2286" y="12447"/>
                  </a:lnTo>
                  <a:lnTo>
                    <a:pt x="2286" y="15391"/>
                  </a:lnTo>
                  <a:lnTo>
                    <a:pt x="2729" y="15311"/>
                  </a:lnTo>
                  <a:lnTo>
                    <a:pt x="2729" y="14249"/>
                  </a:lnTo>
                  <a:lnTo>
                    <a:pt x="6238" y="13281"/>
                  </a:lnTo>
                  <a:lnTo>
                    <a:pt x="6265" y="14692"/>
                  </a:lnTo>
                  <a:lnTo>
                    <a:pt x="6708" y="14598"/>
                  </a:lnTo>
                  <a:lnTo>
                    <a:pt x="6668" y="13120"/>
                  </a:lnTo>
                  <a:lnTo>
                    <a:pt x="9195" y="11964"/>
                  </a:lnTo>
                  <a:cubicBezTo>
                    <a:pt x="9343" y="12636"/>
                    <a:pt x="9518" y="13348"/>
                    <a:pt x="9719" y="14087"/>
                  </a:cubicBezTo>
                  <a:lnTo>
                    <a:pt x="10163" y="13993"/>
                  </a:lnTo>
                  <a:cubicBezTo>
                    <a:pt x="9961" y="13227"/>
                    <a:pt x="9787" y="12488"/>
                    <a:pt x="9612" y="11762"/>
                  </a:cubicBezTo>
                  <a:lnTo>
                    <a:pt x="11534" y="10875"/>
                  </a:lnTo>
                  <a:lnTo>
                    <a:pt x="11534" y="10418"/>
                  </a:lnTo>
                  <a:lnTo>
                    <a:pt x="9518" y="11345"/>
                  </a:lnTo>
                  <a:cubicBezTo>
                    <a:pt x="9330" y="10458"/>
                    <a:pt x="9182" y="9598"/>
                    <a:pt x="9061" y="8805"/>
                  </a:cubicBezTo>
                  <a:lnTo>
                    <a:pt x="11534" y="7474"/>
                  </a:lnTo>
                  <a:lnTo>
                    <a:pt x="11534" y="7030"/>
                  </a:lnTo>
                  <a:lnTo>
                    <a:pt x="8993" y="8388"/>
                  </a:lnTo>
                  <a:cubicBezTo>
                    <a:pt x="8872" y="7528"/>
                    <a:pt x="8792" y="6735"/>
                    <a:pt x="8738" y="5995"/>
                  </a:cubicBezTo>
                  <a:lnTo>
                    <a:pt x="11507" y="5189"/>
                  </a:lnTo>
                  <a:lnTo>
                    <a:pt x="11507" y="4759"/>
                  </a:lnTo>
                  <a:lnTo>
                    <a:pt x="8711" y="5565"/>
                  </a:lnTo>
                  <a:cubicBezTo>
                    <a:pt x="8671" y="4853"/>
                    <a:pt x="8657" y="4221"/>
                    <a:pt x="8657" y="3629"/>
                  </a:cubicBezTo>
                  <a:lnTo>
                    <a:pt x="11507" y="3132"/>
                  </a:lnTo>
                  <a:lnTo>
                    <a:pt x="11507" y="2688"/>
                  </a:lnTo>
                  <a:lnTo>
                    <a:pt x="8671" y="3199"/>
                  </a:lnTo>
                  <a:cubicBezTo>
                    <a:pt x="8752" y="1627"/>
                    <a:pt x="8926" y="551"/>
                    <a:pt x="9047"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6"/>
            <p:cNvSpPr/>
            <p:nvPr/>
          </p:nvSpPr>
          <p:spPr>
            <a:xfrm>
              <a:off x="1689325" y="4389500"/>
              <a:ext cx="50775" cy="48750"/>
            </a:xfrm>
            <a:custGeom>
              <a:avLst/>
              <a:gdLst/>
              <a:ahLst/>
              <a:cxnLst/>
              <a:rect l="l" t="t" r="r" b="b"/>
              <a:pathLst>
                <a:path w="2031" h="1950" extrusionOk="0">
                  <a:moveTo>
                    <a:pt x="1748" y="1"/>
                  </a:moveTo>
                  <a:lnTo>
                    <a:pt x="1" y="377"/>
                  </a:lnTo>
                  <a:lnTo>
                    <a:pt x="350" y="1654"/>
                  </a:lnTo>
                  <a:lnTo>
                    <a:pt x="2030" y="1950"/>
                  </a:lnTo>
                  <a:lnTo>
                    <a:pt x="1748" y="1"/>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6"/>
            <p:cNvSpPr/>
            <p:nvPr/>
          </p:nvSpPr>
          <p:spPr>
            <a:xfrm>
              <a:off x="1698725" y="4075975"/>
              <a:ext cx="48100" cy="79325"/>
            </a:xfrm>
            <a:custGeom>
              <a:avLst/>
              <a:gdLst/>
              <a:ahLst/>
              <a:cxnLst/>
              <a:rect l="l" t="t" r="r" b="b"/>
              <a:pathLst>
                <a:path w="1924" h="3173" extrusionOk="0">
                  <a:moveTo>
                    <a:pt x="1" y="0"/>
                  </a:moveTo>
                  <a:lnTo>
                    <a:pt x="310" y="2245"/>
                  </a:lnTo>
                  <a:lnTo>
                    <a:pt x="1923" y="3172"/>
                  </a:lnTo>
                  <a:lnTo>
                    <a:pt x="1923" y="350"/>
                  </a:lnTo>
                  <a:lnTo>
                    <a:pt x="1" y="0"/>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6"/>
            <p:cNvSpPr/>
            <p:nvPr/>
          </p:nvSpPr>
          <p:spPr>
            <a:xfrm>
              <a:off x="1607000" y="4061525"/>
              <a:ext cx="83350" cy="30250"/>
            </a:xfrm>
            <a:custGeom>
              <a:avLst/>
              <a:gdLst/>
              <a:ahLst/>
              <a:cxnLst/>
              <a:rect l="l" t="t" r="r" b="b"/>
              <a:pathLst>
                <a:path w="3334" h="1210" extrusionOk="0">
                  <a:moveTo>
                    <a:pt x="484" y="0"/>
                  </a:moveTo>
                  <a:cubicBezTo>
                    <a:pt x="350" y="215"/>
                    <a:pt x="188" y="511"/>
                    <a:pt x="0" y="820"/>
                  </a:cubicBezTo>
                  <a:lnTo>
                    <a:pt x="3334" y="1210"/>
                  </a:lnTo>
                  <a:lnTo>
                    <a:pt x="3226" y="484"/>
                  </a:lnTo>
                  <a:lnTo>
                    <a:pt x="484" y="0"/>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6"/>
            <p:cNvSpPr/>
            <p:nvPr/>
          </p:nvSpPr>
          <p:spPr>
            <a:xfrm>
              <a:off x="1640250" y="4400925"/>
              <a:ext cx="46075" cy="27925"/>
            </a:xfrm>
            <a:custGeom>
              <a:avLst/>
              <a:gdLst/>
              <a:ahLst/>
              <a:cxnLst/>
              <a:rect l="l" t="t" r="r" b="b"/>
              <a:pathLst>
                <a:path w="1843" h="1117" extrusionOk="0">
                  <a:moveTo>
                    <a:pt x="1547" y="1"/>
                  </a:moveTo>
                  <a:lnTo>
                    <a:pt x="1" y="337"/>
                  </a:lnTo>
                  <a:cubicBezTo>
                    <a:pt x="122" y="538"/>
                    <a:pt x="216" y="713"/>
                    <a:pt x="283" y="848"/>
                  </a:cubicBezTo>
                  <a:lnTo>
                    <a:pt x="1843" y="1116"/>
                  </a:lnTo>
                  <a:lnTo>
                    <a:pt x="1843" y="1116"/>
                  </a:lnTo>
                  <a:lnTo>
                    <a:pt x="1547" y="1"/>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6"/>
            <p:cNvSpPr/>
            <p:nvPr/>
          </p:nvSpPr>
          <p:spPr>
            <a:xfrm>
              <a:off x="1458450" y="4033950"/>
              <a:ext cx="175775" cy="385825"/>
            </a:xfrm>
            <a:custGeom>
              <a:avLst/>
              <a:gdLst/>
              <a:ahLst/>
              <a:cxnLst/>
              <a:rect l="l" t="t" r="r" b="b"/>
              <a:pathLst>
                <a:path w="7031" h="15433" extrusionOk="0">
                  <a:moveTo>
                    <a:pt x="1" y="1"/>
                  </a:moveTo>
                  <a:lnTo>
                    <a:pt x="1" y="14196"/>
                  </a:lnTo>
                  <a:lnTo>
                    <a:pt x="7031" y="15432"/>
                  </a:lnTo>
                  <a:cubicBezTo>
                    <a:pt x="6090" y="13806"/>
                    <a:pt x="3375" y="8900"/>
                    <a:pt x="3657" y="6534"/>
                  </a:cubicBezTo>
                  <a:cubicBezTo>
                    <a:pt x="3899" y="4544"/>
                    <a:pt x="5176" y="2246"/>
                    <a:pt x="5915" y="1036"/>
                  </a:cubicBez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6"/>
            <p:cNvSpPr/>
            <p:nvPr/>
          </p:nvSpPr>
          <p:spPr>
            <a:xfrm>
              <a:off x="1708189" y="4144847"/>
              <a:ext cx="39262" cy="102525"/>
            </a:xfrm>
            <a:custGeom>
              <a:avLst/>
              <a:gdLst/>
              <a:ahLst/>
              <a:cxnLst/>
              <a:rect l="l" t="t" r="r" b="b"/>
              <a:pathLst>
                <a:path w="1520" h="4101" extrusionOk="0">
                  <a:moveTo>
                    <a:pt x="0" y="1"/>
                  </a:moveTo>
                  <a:lnTo>
                    <a:pt x="565" y="4047"/>
                  </a:lnTo>
                  <a:lnTo>
                    <a:pt x="1519" y="4101"/>
                  </a:lnTo>
                  <a:lnTo>
                    <a:pt x="1519" y="875"/>
                  </a:lnTo>
                  <a:lnTo>
                    <a:pt x="0" y="1"/>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6"/>
            <p:cNvSpPr/>
            <p:nvPr/>
          </p:nvSpPr>
          <p:spPr>
            <a:xfrm>
              <a:off x="1633200" y="4141825"/>
              <a:ext cx="79350" cy="103875"/>
            </a:xfrm>
            <a:custGeom>
              <a:avLst/>
              <a:gdLst/>
              <a:ahLst/>
              <a:cxnLst/>
              <a:rect l="l" t="t" r="r" b="b"/>
              <a:pathLst>
                <a:path w="3174" h="4155" extrusionOk="0">
                  <a:moveTo>
                    <a:pt x="2568" y="1"/>
                  </a:moveTo>
                  <a:lnTo>
                    <a:pt x="1" y="418"/>
                  </a:lnTo>
                  <a:lnTo>
                    <a:pt x="579" y="4033"/>
                  </a:lnTo>
                  <a:lnTo>
                    <a:pt x="3173" y="4154"/>
                  </a:lnTo>
                  <a:lnTo>
                    <a:pt x="2568" y="1"/>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6"/>
            <p:cNvSpPr/>
            <p:nvPr/>
          </p:nvSpPr>
          <p:spPr>
            <a:xfrm>
              <a:off x="1573016" y="4092776"/>
              <a:ext cx="123062" cy="57819"/>
            </a:xfrm>
            <a:custGeom>
              <a:avLst/>
              <a:gdLst/>
              <a:ahLst/>
              <a:cxnLst/>
              <a:rect l="l" t="t" r="r" b="b"/>
              <a:pathLst>
                <a:path w="4867" h="2313" extrusionOk="0">
                  <a:moveTo>
                    <a:pt x="1076" y="0"/>
                  </a:moveTo>
                  <a:cubicBezTo>
                    <a:pt x="699" y="672"/>
                    <a:pt x="296" y="1479"/>
                    <a:pt x="0" y="2312"/>
                  </a:cubicBezTo>
                  <a:lnTo>
                    <a:pt x="4866" y="1519"/>
                  </a:lnTo>
                  <a:lnTo>
                    <a:pt x="4705" y="417"/>
                  </a:lnTo>
                  <a:lnTo>
                    <a:pt x="1076" y="0"/>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6"/>
            <p:cNvSpPr/>
            <p:nvPr/>
          </p:nvSpPr>
          <p:spPr>
            <a:xfrm>
              <a:off x="1559600" y="4153925"/>
              <a:ext cx="77650" cy="88750"/>
            </a:xfrm>
            <a:custGeom>
              <a:avLst/>
              <a:gdLst/>
              <a:ahLst/>
              <a:cxnLst/>
              <a:rect l="l" t="t" r="r" b="b"/>
              <a:pathLst>
                <a:path w="3106" h="3550" extrusionOk="0">
                  <a:moveTo>
                    <a:pt x="2515" y="1"/>
                  </a:moveTo>
                  <a:lnTo>
                    <a:pt x="404" y="350"/>
                  </a:lnTo>
                  <a:cubicBezTo>
                    <a:pt x="229" y="861"/>
                    <a:pt x="122" y="1385"/>
                    <a:pt x="55" y="1869"/>
                  </a:cubicBezTo>
                  <a:cubicBezTo>
                    <a:pt x="1" y="2299"/>
                    <a:pt x="68" y="2837"/>
                    <a:pt x="202" y="3428"/>
                  </a:cubicBezTo>
                  <a:lnTo>
                    <a:pt x="3106" y="3549"/>
                  </a:lnTo>
                  <a:lnTo>
                    <a:pt x="2515" y="1"/>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6"/>
            <p:cNvSpPr/>
            <p:nvPr/>
          </p:nvSpPr>
          <p:spPr>
            <a:xfrm>
              <a:off x="1724600" y="4256775"/>
              <a:ext cx="22225" cy="119300"/>
            </a:xfrm>
            <a:custGeom>
              <a:avLst/>
              <a:gdLst/>
              <a:ahLst/>
              <a:cxnLst/>
              <a:rect l="l" t="t" r="r" b="b"/>
              <a:pathLst>
                <a:path w="889" h="4772" extrusionOk="0">
                  <a:moveTo>
                    <a:pt x="1" y="0"/>
                  </a:moveTo>
                  <a:lnTo>
                    <a:pt x="686" y="4772"/>
                  </a:lnTo>
                  <a:lnTo>
                    <a:pt x="888" y="4745"/>
                  </a:lnTo>
                  <a:lnTo>
                    <a:pt x="888" y="54"/>
                  </a:lnTo>
                  <a:lnTo>
                    <a:pt x="1" y="0"/>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6"/>
            <p:cNvSpPr/>
            <p:nvPr/>
          </p:nvSpPr>
          <p:spPr>
            <a:xfrm>
              <a:off x="1669089" y="4310518"/>
              <a:ext cx="62530" cy="77333"/>
            </a:xfrm>
            <a:custGeom>
              <a:avLst/>
              <a:gdLst/>
              <a:ahLst/>
              <a:cxnLst/>
              <a:rect l="l" t="t" r="r" b="b"/>
              <a:pathLst>
                <a:path w="2488" h="3093" extrusionOk="0">
                  <a:moveTo>
                    <a:pt x="2098" y="1"/>
                  </a:moveTo>
                  <a:lnTo>
                    <a:pt x="1" y="525"/>
                  </a:lnTo>
                  <a:lnTo>
                    <a:pt x="687" y="3092"/>
                  </a:lnTo>
                  <a:lnTo>
                    <a:pt x="2488" y="2716"/>
                  </a:lnTo>
                  <a:lnTo>
                    <a:pt x="2098" y="1"/>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6"/>
            <p:cNvSpPr/>
            <p:nvPr/>
          </p:nvSpPr>
          <p:spPr>
            <a:xfrm>
              <a:off x="1649976" y="4254075"/>
              <a:ext cx="69575" cy="58825"/>
            </a:xfrm>
            <a:custGeom>
              <a:avLst/>
              <a:gdLst/>
              <a:ahLst/>
              <a:cxnLst/>
              <a:rect l="l" t="t" r="r" b="b"/>
              <a:pathLst>
                <a:path w="2783" h="2353" extrusionOk="0">
                  <a:moveTo>
                    <a:pt x="0" y="0"/>
                  </a:moveTo>
                  <a:lnTo>
                    <a:pt x="619" y="2353"/>
                  </a:lnTo>
                  <a:lnTo>
                    <a:pt x="2783" y="1815"/>
                  </a:lnTo>
                  <a:lnTo>
                    <a:pt x="2541" y="95"/>
                  </a:lnTo>
                  <a:lnTo>
                    <a:pt x="0" y="0"/>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6"/>
            <p:cNvSpPr/>
            <p:nvPr/>
          </p:nvSpPr>
          <p:spPr>
            <a:xfrm>
              <a:off x="1567675" y="4250725"/>
              <a:ext cx="88400" cy="78975"/>
            </a:xfrm>
            <a:custGeom>
              <a:avLst/>
              <a:gdLst/>
              <a:ahLst/>
              <a:cxnLst/>
              <a:rect l="l" t="t" r="r" b="b"/>
              <a:pathLst>
                <a:path w="3536" h="3159" extrusionOk="0">
                  <a:moveTo>
                    <a:pt x="0" y="0"/>
                  </a:moveTo>
                  <a:lnTo>
                    <a:pt x="0" y="0"/>
                  </a:lnTo>
                  <a:cubicBezTo>
                    <a:pt x="283" y="981"/>
                    <a:pt x="740" y="2110"/>
                    <a:pt x="1237" y="3159"/>
                  </a:cubicBezTo>
                  <a:lnTo>
                    <a:pt x="3536" y="2581"/>
                  </a:lnTo>
                  <a:lnTo>
                    <a:pt x="2864" y="108"/>
                  </a:lnTo>
                  <a:lnTo>
                    <a:pt x="0" y="0"/>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6"/>
            <p:cNvSpPr/>
            <p:nvPr/>
          </p:nvSpPr>
          <p:spPr>
            <a:xfrm>
              <a:off x="1603300" y="4326040"/>
              <a:ext cx="72950" cy="72600"/>
            </a:xfrm>
            <a:custGeom>
              <a:avLst/>
              <a:gdLst/>
              <a:ahLst/>
              <a:cxnLst/>
              <a:rect l="l" t="t" r="r" b="b"/>
              <a:pathLst>
                <a:path w="2918" h="2904" extrusionOk="0">
                  <a:moveTo>
                    <a:pt x="2232" y="0"/>
                  </a:moveTo>
                  <a:lnTo>
                    <a:pt x="0" y="538"/>
                  </a:lnTo>
                  <a:cubicBezTo>
                    <a:pt x="430" y="1438"/>
                    <a:pt x="887" y="2272"/>
                    <a:pt x="1237" y="2904"/>
                  </a:cubicBezTo>
                  <a:lnTo>
                    <a:pt x="2917" y="2554"/>
                  </a:lnTo>
                  <a:lnTo>
                    <a:pt x="2232" y="0"/>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6"/>
            <p:cNvSpPr/>
            <p:nvPr/>
          </p:nvSpPr>
          <p:spPr>
            <a:xfrm>
              <a:off x="1542800" y="4059175"/>
              <a:ext cx="204025" cy="379750"/>
            </a:xfrm>
            <a:custGeom>
              <a:avLst/>
              <a:gdLst/>
              <a:ahLst/>
              <a:cxnLst/>
              <a:rect l="l" t="t" r="r" b="b"/>
              <a:pathLst>
                <a:path w="8161" h="15190" extrusionOk="0">
                  <a:moveTo>
                    <a:pt x="2313" y="1344"/>
                  </a:moveTo>
                  <a:lnTo>
                    <a:pt x="5942" y="1761"/>
                  </a:lnTo>
                  <a:lnTo>
                    <a:pt x="6103" y="2850"/>
                  </a:lnTo>
                  <a:lnTo>
                    <a:pt x="1224" y="3643"/>
                  </a:lnTo>
                  <a:cubicBezTo>
                    <a:pt x="1547" y="2823"/>
                    <a:pt x="1950" y="2016"/>
                    <a:pt x="2313" y="1344"/>
                  </a:cubicBezTo>
                  <a:close/>
                  <a:moveTo>
                    <a:pt x="3187" y="3777"/>
                  </a:moveTo>
                  <a:lnTo>
                    <a:pt x="3765" y="7326"/>
                  </a:lnTo>
                  <a:lnTo>
                    <a:pt x="861" y="7205"/>
                  </a:lnTo>
                  <a:cubicBezTo>
                    <a:pt x="727" y="6614"/>
                    <a:pt x="673" y="6076"/>
                    <a:pt x="727" y="5646"/>
                  </a:cubicBezTo>
                  <a:cubicBezTo>
                    <a:pt x="767" y="5148"/>
                    <a:pt x="901" y="4651"/>
                    <a:pt x="1076" y="4127"/>
                  </a:cubicBezTo>
                  <a:lnTo>
                    <a:pt x="3187" y="3777"/>
                  </a:lnTo>
                  <a:close/>
                  <a:moveTo>
                    <a:pt x="6184" y="3307"/>
                  </a:moveTo>
                  <a:lnTo>
                    <a:pt x="6789" y="7460"/>
                  </a:lnTo>
                  <a:lnTo>
                    <a:pt x="4195" y="7353"/>
                  </a:lnTo>
                  <a:lnTo>
                    <a:pt x="3617" y="3724"/>
                  </a:lnTo>
                  <a:lnTo>
                    <a:pt x="6184" y="3307"/>
                  </a:lnTo>
                  <a:close/>
                  <a:moveTo>
                    <a:pt x="4289" y="7796"/>
                  </a:moveTo>
                  <a:lnTo>
                    <a:pt x="6829" y="7891"/>
                  </a:lnTo>
                  <a:lnTo>
                    <a:pt x="7085" y="9611"/>
                  </a:lnTo>
                  <a:lnTo>
                    <a:pt x="4921" y="10149"/>
                  </a:lnTo>
                  <a:lnTo>
                    <a:pt x="4289" y="7796"/>
                  </a:lnTo>
                  <a:close/>
                  <a:moveTo>
                    <a:pt x="995" y="7662"/>
                  </a:moveTo>
                  <a:lnTo>
                    <a:pt x="3859" y="7770"/>
                  </a:lnTo>
                  <a:lnTo>
                    <a:pt x="4531" y="10243"/>
                  </a:lnTo>
                  <a:lnTo>
                    <a:pt x="2232" y="10808"/>
                  </a:lnTo>
                  <a:cubicBezTo>
                    <a:pt x="1735" y="9772"/>
                    <a:pt x="1264" y="8643"/>
                    <a:pt x="995" y="7662"/>
                  </a:cubicBezTo>
                  <a:close/>
                  <a:moveTo>
                    <a:pt x="7179" y="10055"/>
                  </a:moveTo>
                  <a:lnTo>
                    <a:pt x="7555" y="12770"/>
                  </a:lnTo>
                  <a:lnTo>
                    <a:pt x="5741" y="13146"/>
                  </a:lnTo>
                  <a:lnTo>
                    <a:pt x="5055" y="10579"/>
                  </a:lnTo>
                  <a:lnTo>
                    <a:pt x="7179" y="10055"/>
                  </a:lnTo>
                  <a:close/>
                  <a:moveTo>
                    <a:pt x="4638" y="10673"/>
                  </a:moveTo>
                  <a:lnTo>
                    <a:pt x="5324" y="13227"/>
                  </a:lnTo>
                  <a:lnTo>
                    <a:pt x="3657" y="13604"/>
                  </a:lnTo>
                  <a:cubicBezTo>
                    <a:pt x="3307" y="12985"/>
                    <a:pt x="2850" y="12138"/>
                    <a:pt x="2420" y="11238"/>
                  </a:cubicBezTo>
                  <a:lnTo>
                    <a:pt x="4638" y="10673"/>
                  </a:lnTo>
                  <a:close/>
                  <a:moveTo>
                    <a:pt x="2541" y="0"/>
                  </a:moveTo>
                  <a:cubicBezTo>
                    <a:pt x="1775" y="1210"/>
                    <a:pt x="525" y="3508"/>
                    <a:pt x="283" y="5484"/>
                  </a:cubicBezTo>
                  <a:cubicBezTo>
                    <a:pt x="1" y="7877"/>
                    <a:pt x="2716" y="12770"/>
                    <a:pt x="3657" y="14397"/>
                  </a:cubicBezTo>
                  <a:lnTo>
                    <a:pt x="4181" y="14477"/>
                  </a:lnTo>
                  <a:cubicBezTo>
                    <a:pt x="4114" y="14343"/>
                    <a:pt x="4020" y="14182"/>
                    <a:pt x="3899" y="13980"/>
                  </a:cubicBezTo>
                  <a:lnTo>
                    <a:pt x="5458" y="13644"/>
                  </a:lnTo>
                  <a:lnTo>
                    <a:pt x="5767" y="14746"/>
                  </a:lnTo>
                  <a:lnTo>
                    <a:pt x="6211" y="14827"/>
                  </a:lnTo>
                  <a:lnTo>
                    <a:pt x="6211" y="14827"/>
                  </a:lnTo>
                  <a:lnTo>
                    <a:pt x="5862" y="13550"/>
                  </a:lnTo>
                  <a:lnTo>
                    <a:pt x="7609" y="13187"/>
                  </a:lnTo>
                  <a:lnTo>
                    <a:pt x="7891" y="15136"/>
                  </a:lnTo>
                  <a:lnTo>
                    <a:pt x="8160" y="15190"/>
                  </a:lnTo>
                  <a:lnTo>
                    <a:pt x="8160" y="14061"/>
                  </a:lnTo>
                  <a:lnTo>
                    <a:pt x="8026" y="13133"/>
                  </a:lnTo>
                  <a:lnTo>
                    <a:pt x="8160" y="13106"/>
                  </a:lnTo>
                  <a:lnTo>
                    <a:pt x="8160" y="12649"/>
                  </a:lnTo>
                  <a:lnTo>
                    <a:pt x="7958" y="12676"/>
                  </a:lnTo>
                  <a:lnTo>
                    <a:pt x="7273" y="7904"/>
                  </a:lnTo>
                  <a:lnTo>
                    <a:pt x="8160" y="7958"/>
                  </a:lnTo>
                  <a:lnTo>
                    <a:pt x="8160" y="7528"/>
                  </a:lnTo>
                  <a:lnTo>
                    <a:pt x="7206" y="7460"/>
                  </a:lnTo>
                  <a:lnTo>
                    <a:pt x="6614" y="3401"/>
                  </a:lnTo>
                  <a:lnTo>
                    <a:pt x="8160" y="4275"/>
                  </a:lnTo>
                  <a:lnTo>
                    <a:pt x="8160" y="3804"/>
                  </a:lnTo>
                  <a:lnTo>
                    <a:pt x="6547" y="2904"/>
                  </a:lnTo>
                  <a:lnTo>
                    <a:pt x="6238" y="645"/>
                  </a:lnTo>
                  <a:lnTo>
                    <a:pt x="5794" y="565"/>
                  </a:lnTo>
                  <a:lnTo>
                    <a:pt x="5902" y="1290"/>
                  </a:lnTo>
                  <a:lnTo>
                    <a:pt x="2555" y="901"/>
                  </a:lnTo>
                  <a:cubicBezTo>
                    <a:pt x="2743" y="578"/>
                    <a:pt x="2904" y="309"/>
                    <a:pt x="3039" y="81"/>
                  </a:cubicBezTo>
                  <a:lnTo>
                    <a:pt x="25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6"/>
            <p:cNvSpPr/>
            <p:nvPr/>
          </p:nvSpPr>
          <p:spPr>
            <a:xfrm>
              <a:off x="1743425" y="4386825"/>
              <a:ext cx="3400" cy="24550"/>
            </a:xfrm>
            <a:custGeom>
              <a:avLst/>
              <a:gdLst/>
              <a:ahLst/>
              <a:cxnLst/>
              <a:rect l="l" t="t" r="r" b="b"/>
              <a:pathLst>
                <a:path w="136" h="982" extrusionOk="0">
                  <a:moveTo>
                    <a:pt x="135" y="0"/>
                  </a:moveTo>
                  <a:lnTo>
                    <a:pt x="1" y="27"/>
                  </a:lnTo>
                  <a:lnTo>
                    <a:pt x="135" y="981"/>
                  </a:lnTo>
                  <a:lnTo>
                    <a:pt x="135" y="0"/>
                  </a:lnTo>
                  <a:close/>
                </a:path>
              </a:pathLst>
            </a:custGeom>
            <a:solidFill>
              <a:srgbClr val="DF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6"/>
            <p:cNvSpPr/>
            <p:nvPr/>
          </p:nvSpPr>
          <p:spPr>
            <a:xfrm>
              <a:off x="1990425" y="4105500"/>
              <a:ext cx="171425" cy="181875"/>
            </a:xfrm>
            <a:custGeom>
              <a:avLst/>
              <a:gdLst/>
              <a:ahLst/>
              <a:cxnLst/>
              <a:rect l="l" t="t" r="r" b="b"/>
              <a:pathLst>
                <a:path w="6857" h="7275" extrusionOk="0">
                  <a:moveTo>
                    <a:pt x="1448" y="0"/>
                  </a:moveTo>
                  <a:cubicBezTo>
                    <a:pt x="1238" y="0"/>
                    <a:pt x="1027" y="75"/>
                    <a:pt x="834" y="271"/>
                  </a:cubicBezTo>
                  <a:cubicBezTo>
                    <a:pt x="1" y="1091"/>
                    <a:pt x="2810" y="2570"/>
                    <a:pt x="2810" y="2570"/>
                  </a:cubicBezTo>
                  <a:cubicBezTo>
                    <a:pt x="2810" y="2570"/>
                    <a:pt x="4934" y="7274"/>
                    <a:pt x="6023" y="7274"/>
                  </a:cubicBezTo>
                  <a:cubicBezTo>
                    <a:pt x="6856" y="7274"/>
                    <a:pt x="6776" y="6105"/>
                    <a:pt x="6708" y="5648"/>
                  </a:cubicBezTo>
                  <a:cubicBezTo>
                    <a:pt x="6453" y="3994"/>
                    <a:pt x="5055" y="2932"/>
                    <a:pt x="3953" y="1803"/>
                  </a:cubicBezTo>
                  <a:cubicBezTo>
                    <a:pt x="3953" y="1803"/>
                    <a:pt x="3334" y="580"/>
                    <a:pt x="2810" y="69"/>
                  </a:cubicBezTo>
                  <a:lnTo>
                    <a:pt x="2810" y="795"/>
                  </a:lnTo>
                  <a:cubicBezTo>
                    <a:pt x="2810" y="795"/>
                    <a:pt x="2133" y="0"/>
                    <a:pt x="1448" y="0"/>
                  </a:cubicBezTo>
                  <a:close/>
                </a:path>
              </a:pathLst>
            </a:custGeom>
            <a:solidFill>
              <a:srgbClr val="F292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6"/>
            <p:cNvSpPr/>
            <p:nvPr/>
          </p:nvSpPr>
          <p:spPr>
            <a:xfrm>
              <a:off x="1285725" y="4079125"/>
              <a:ext cx="210400" cy="180625"/>
            </a:xfrm>
            <a:custGeom>
              <a:avLst/>
              <a:gdLst/>
              <a:ahLst/>
              <a:cxnLst/>
              <a:rect l="l" t="t" r="r" b="b"/>
              <a:pathLst>
                <a:path w="8416" h="7225" extrusionOk="0">
                  <a:moveTo>
                    <a:pt x="7081" y="0"/>
                  </a:moveTo>
                  <a:cubicBezTo>
                    <a:pt x="6471" y="0"/>
                    <a:pt x="5915" y="721"/>
                    <a:pt x="5915" y="721"/>
                  </a:cubicBezTo>
                  <a:lnTo>
                    <a:pt x="5915" y="9"/>
                  </a:lnTo>
                  <a:cubicBezTo>
                    <a:pt x="5404" y="492"/>
                    <a:pt x="5310" y="1890"/>
                    <a:pt x="5310" y="1890"/>
                  </a:cubicBezTo>
                  <a:cubicBezTo>
                    <a:pt x="5310" y="1890"/>
                    <a:pt x="0" y="5990"/>
                    <a:pt x="1896" y="7079"/>
                  </a:cubicBezTo>
                  <a:cubicBezTo>
                    <a:pt x="2065" y="7179"/>
                    <a:pt x="2238" y="7224"/>
                    <a:pt x="2412" y="7224"/>
                  </a:cubicBezTo>
                  <a:cubicBezTo>
                    <a:pt x="4190" y="7224"/>
                    <a:pt x="6130" y="2509"/>
                    <a:pt x="6130" y="2509"/>
                  </a:cubicBezTo>
                  <a:cubicBezTo>
                    <a:pt x="6130" y="2509"/>
                    <a:pt x="8415" y="1030"/>
                    <a:pt x="7649" y="251"/>
                  </a:cubicBezTo>
                  <a:cubicBezTo>
                    <a:pt x="7465" y="69"/>
                    <a:pt x="7270" y="0"/>
                    <a:pt x="7081" y="0"/>
                  </a:cubicBezTo>
                  <a:close/>
                </a:path>
              </a:pathLst>
            </a:custGeom>
            <a:solidFill>
              <a:srgbClr val="F292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6"/>
            <p:cNvSpPr/>
            <p:nvPr/>
          </p:nvSpPr>
          <p:spPr>
            <a:xfrm>
              <a:off x="1801575" y="3918350"/>
              <a:ext cx="96475" cy="102525"/>
            </a:xfrm>
            <a:custGeom>
              <a:avLst/>
              <a:gdLst/>
              <a:ahLst/>
              <a:cxnLst/>
              <a:rect l="l" t="t" r="r" b="b"/>
              <a:pathLst>
                <a:path w="3859" h="4101" extrusionOk="0">
                  <a:moveTo>
                    <a:pt x="3858" y="1"/>
                  </a:moveTo>
                  <a:cubicBezTo>
                    <a:pt x="2514" y="1157"/>
                    <a:pt x="1210" y="942"/>
                    <a:pt x="1210" y="942"/>
                  </a:cubicBezTo>
                  <a:cubicBezTo>
                    <a:pt x="1210" y="942"/>
                    <a:pt x="1533" y="1815"/>
                    <a:pt x="565" y="2178"/>
                  </a:cubicBezTo>
                  <a:cubicBezTo>
                    <a:pt x="403" y="2246"/>
                    <a:pt x="202" y="2299"/>
                    <a:pt x="0" y="2367"/>
                  </a:cubicBezTo>
                  <a:lnTo>
                    <a:pt x="1761" y="4101"/>
                  </a:lnTo>
                  <a:cubicBezTo>
                    <a:pt x="2957" y="3657"/>
                    <a:pt x="3858" y="1627"/>
                    <a:pt x="3858" y="1"/>
                  </a:cubicBezTo>
                  <a:close/>
                </a:path>
              </a:pathLst>
            </a:custGeom>
            <a:solidFill>
              <a:srgbClr val="F0B0B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6"/>
            <p:cNvSpPr/>
            <p:nvPr/>
          </p:nvSpPr>
          <p:spPr>
            <a:xfrm>
              <a:off x="1542800" y="3864600"/>
              <a:ext cx="27575" cy="32600"/>
            </a:xfrm>
            <a:custGeom>
              <a:avLst/>
              <a:gdLst/>
              <a:ahLst/>
              <a:cxnLst/>
              <a:rect l="l" t="t" r="r" b="b"/>
              <a:pathLst>
                <a:path w="1103" h="1304" extrusionOk="0">
                  <a:moveTo>
                    <a:pt x="364" y="1304"/>
                  </a:moveTo>
                  <a:cubicBezTo>
                    <a:pt x="364" y="1304"/>
                    <a:pt x="1" y="1223"/>
                    <a:pt x="1" y="618"/>
                  </a:cubicBezTo>
                  <a:cubicBezTo>
                    <a:pt x="1" y="0"/>
                    <a:pt x="1103" y="470"/>
                    <a:pt x="364" y="1304"/>
                  </a:cubicBezTo>
                  <a:close/>
                </a:path>
              </a:pathLst>
            </a:custGeom>
            <a:solidFill>
              <a:srgbClr val="F0B0B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6"/>
            <p:cNvSpPr/>
            <p:nvPr/>
          </p:nvSpPr>
          <p:spPr>
            <a:xfrm>
              <a:off x="1876850" y="3847775"/>
              <a:ext cx="29600" cy="34975"/>
            </a:xfrm>
            <a:custGeom>
              <a:avLst/>
              <a:gdLst/>
              <a:ahLst/>
              <a:cxnLst/>
              <a:rect l="l" t="t" r="r" b="b"/>
              <a:pathLst>
                <a:path w="1184" h="1399" extrusionOk="0">
                  <a:moveTo>
                    <a:pt x="780" y="1399"/>
                  </a:moveTo>
                  <a:cubicBezTo>
                    <a:pt x="780" y="1399"/>
                    <a:pt x="1183" y="1291"/>
                    <a:pt x="1183" y="660"/>
                  </a:cubicBezTo>
                  <a:cubicBezTo>
                    <a:pt x="1183" y="1"/>
                    <a:pt x="0" y="485"/>
                    <a:pt x="780" y="1399"/>
                  </a:cubicBezTo>
                  <a:close/>
                </a:path>
              </a:pathLst>
            </a:custGeom>
            <a:solidFill>
              <a:srgbClr val="F0B0B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6"/>
            <p:cNvSpPr/>
            <p:nvPr/>
          </p:nvSpPr>
          <p:spPr>
            <a:xfrm>
              <a:off x="1618425" y="3890125"/>
              <a:ext cx="24875" cy="41700"/>
            </a:xfrm>
            <a:custGeom>
              <a:avLst/>
              <a:gdLst/>
              <a:ahLst/>
              <a:cxnLst/>
              <a:rect l="l" t="t" r="r" b="b"/>
              <a:pathLst>
                <a:path w="995" h="1668" extrusionOk="0">
                  <a:moveTo>
                    <a:pt x="551" y="1"/>
                  </a:moveTo>
                  <a:cubicBezTo>
                    <a:pt x="551" y="1"/>
                    <a:pt x="995" y="1667"/>
                    <a:pt x="0" y="1318"/>
                  </a:cubicBezTo>
                </a:path>
              </a:pathLst>
            </a:custGeom>
            <a:solidFill>
              <a:srgbClr val="F0B0B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6"/>
            <p:cNvSpPr/>
            <p:nvPr/>
          </p:nvSpPr>
          <p:spPr>
            <a:xfrm>
              <a:off x="1790150" y="3864600"/>
              <a:ext cx="30250" cy="40675"/>
            </a:xfrm>
            <a:custGeom>
              <a:avLst/>
              <a:gdLst/>
              <a:ahLst/>
              <a:cxnLst/>
              <a:rect l="l" t="t" r="r" b="b"/>
              <a:pathLst>
                <a:path w="1210" h="1627" extrusionOk="0">
                  <a:moveTo>
                    <a:pt x="1143" y="0"/>
                  </a:moveTo>
                  <a:cubicBezTo>
                    <a:pt x="1143" y="0"/>
                    <a:pt x="0" y="1613"/>
                    <a:pt x="1210" y="1627"/>
                  </a:cubicBezTo>
                </a:path>
              </a:pathLst>
            </a:custGeom>
            <a:solidFill>
              <a:srgbClr val="F0B0B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90" name="Google Shape;490;p36"/>
          <p:cNvCxnSpPr/>
          <p:nvPr/>
        </p:nvCxnSpPr>
        <p:spPr>
          <a:xfrm>
            <a:off x="4506849" y="2819842"/>
            <a:ext cx="4118100" cy="0"/>
          </a:xfrm>
          <a:prstGeom prst="straightConnector1">
            <a:avLst/>
          </a:prstGeom>
          <a:noFill/>
          <a:ln w="28575" cap="flat" cmpd="sng">
            <a:solidFill>
              <a:srgbClr val="11224E"/>
            </a:solidFill>
            <a:prstDash val="solid"/>
            <a:round/>
            <a:headEnd type="none" w="med" len="med"/>
            <a:tailEnd type="none" w="med" len="med"/>
          </a:ln>
        </p:spPr>
      </p:cxnSp>
      <p:sp>
        <p:nvSpPr>
          <p:cNvPr id="491" name="Google Shape;491;p36"/>
          <p:cNvSpPr txBox="1">
            <a:spLocks noGrp="1"/>
          </p:cNvSpPr>
          <p:nvPr>
            <p:ph type="ctrTitle" idx="2"/>
          </p:nvPr>
        </p:nvSpPr>
        <p:spPr>
          <a:xfrm>
            <a:off x="5368450" y="2958031"/>
            <a:ext cx="2613125" cy="611217"/>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Shahd Ahmed </a:t>
            </a:r>
            <a:br>
              <a:rPr lang="en" dirty="0"/>
            </a:br>
            <a:r>
              <a:rPr lang="en" dirty="0"/>
              <a:t> Sohila Ayman</a:t>
            </a:r>
            <a:br>
              <a:rPr lang="en" dirty="0"/>
            </a:br>
            <a:r>
              <a:rPr lang="en" dirty="0"/>
              <a:t>Sarah Muhammed</a:t>
            </a:r>
            <a:endParaRPr dirty="0"/>
          </a:p>
        </p:txBody>
      </p:sp>
      <p:sp>
        <p:nvSpPr>
          <p:cNvPr id="492" name="Google Shape;492;p36"/>
          <p:cNvSpPr txBox="1">
            <a:spLocks noGrp="1"/>
          </p:cNvSpPr>
          <p:nvPr>
            <p:ph type="ctrTitle"/>
          </p:nvPr>
        </p:nvSpPr>
        <p:spPr>
          <a:xfrm>
            <a:off x="4506849" y="1695088"/>
            <a:ext cx="4118100" cy="127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4800" dirty="0"/>
              <a:t>F</a:t>
            </a:r>
            <a:r>
              <a:rPr lang="en" sz="4800" dirty="0"/>
              <a:t>light Delay</a:t>
            </a:r>
            <a:endParaRPr sz="4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6"/>
        <p:cNvGrpSpPr/>
        <p:nvPr/>
      </p:nvGrpSpPr>
      <p:grpSpPr>
        <a:xfrm>
          <a:off x="0" y="0"/>
          <a:ext cx="0" cy="0"/>
          <a:chOff x="0" y="0"/>
          <a:chExt cx="0" cy="0"/>
        </a:xfrm>
      </p:grpSpPr>
      <p:sp>
        <p:nvSpPr>
          <p:cNvPr id="537" name="Google Shape;537;p39"/>
          <p:cNvSpPr txBox="1">
            <a:spLocks noGrp="1"/>
          </p:cNvSpPr>
          <p:nvPr>
            <p:ph type="title"/>
          </p:nvPr>
        </p:nvSpPr>
        <p:spPr>
          <a:xfrm>
            <a:off x="2572500" y="1632549"/>
            <a:ext cx="3999000" cy="674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INTRODUCTION</a:t>
            </a:r>
            <a:endParaRPr/>
          </a:p>
        </p:txBody>
      </p:sp>
      <p:sp>
        <p:nvSpPr>
          <p:cNvPr id="538" name="Google Shape;538;p39"/>
          <p:cNvSpPr txBox="1">
            <a:spLocks noGrp="1"/>
          </p:cNvSpPr>
          <p:nvPr>
            <p:ph type="subTitle" idx="1"/>
          </p:nvPr>
        </p:nvSpPr>
        <p:spPr>
          <a:xfrm>
            <a:off x="994373" y="2519586"/>
            <a:ext cx="7155241" cy="1596390"/>
          </a:xfrm>
          <a:prstGeom prst="rect">
            <a:avLst/>
          </a:prstGeom>
        </p:spPr>
        <p:txBody>
          <a:bodyPr spcFirstLastPara="1" wrap="square" lIns="91425" tIns="91425" rIns="91425" bIns="91425" anchor="t" anchorCtr="0">
            <a:noAutofit/>
          </a:bodyPr>
          <a:lstStyle/>
          <a:p>
            <a:pPr marL="0" indent="0"/>
            <a:r>
              <a:rPr lang="en-US" sz="1400" dirty="0">
                <a:latin typeface="Gill Sans MT" panose="020B0502020104020203" pitchFamily="34" charset="0"/>
              </a:rPr>
              <a:t>This project focuses on analyzing and predicting flight delays using big data analytics, machine learning, and deep learning techniques. The dataset contains detailed information about flights in 2022, including departure and arrival delays, airlines, airports, flight distance, and airtime. Using PySpark, the project performs data cleaning, exploratory data analysis (EDA), and feature engineering to discover patterns and factors affecting delays. Several machine learning models and a neural network were then developed to predict whether a flight would be delayed, followed by performance evaluation and visualization of the results.</a:t>
            </a:r>
          </a:p>
          <a:p>
            <a:pPr marL="0" lvl="0" indent="0" rtl="0">
              <a:spcBef>
                <a:spcPts val="0"/>
              </a:spcBef>
              <a:spcAft>
                <a:spcPts val="0"/>
              </a:spcAft>
              <a:buNone/>
            </a:pPr>
            <a:endParaRPr sz="1400" dirty="0">
              <a:latin typeface="Gill Sans MT" panose="020B0502020104020203" pitchFamily="34" charset="0"/>
            </a:endParaRPr>
          </a:p>
        </p:txBody>
      </p:sp>
      <p:sp>
        <p:nvSpPr>
          <p:cNvPr id="540" name="Google Shape;540;p39"/>
          <p:cNvSpPr/>
          <p:nvPr/>
        </p:nvSpPr>
        <p:spPr>
          <a:xfrm>
            <a:off x="3578200" y="306138"/>
            <a:ext cx="1987589" cy="315579"/>
          </a:xfrm>
          <a:custGeom>
            <a:avLst/>
            <a:gdLst/>
            <a:ahLst/>
            <a:cxnLst/>
            <a:rect l="l" t="t" r="r" b="b"/>
            <a:pathLst>
              <a:path w="50217" h="7023" extrusionOk="0">
                <a:moveTo>
                  <a:pt x="25108" y="1"/>
                </a:moveTo>
                <a:cubicBezTo>
                  <a:pt x="21300" y="1"/>
                  <a:pt x="17492" y="1237"/>
                  <a:pt x="15020" y="3709"/>
                </a:cubicBezTo>
                <a:cubicBezTo>
                  <a:pt x="13484" y="2533"/>
                  <a:pt x="12160" y="2071"/>
                  <a:pt x="10986" y="2071"/>
                </a:cubicBezTo>
                <a:cubicBezTo>
                  <a:pt x="8931" y="2071"/>
                  <a:pt x="7332" y="3485"/>
                  <a:pt x="5853" y="4965"/>
                </a:cubicBezTo>
                <a:cubicBezTo>
                  <a:pt x="5079" y="4711"/>
                  <a:pt x="4398" y="4607"/>
                  <a:pt x="3800" y="4607"/>
                </a:cubicBezTo>
                <a:cubicBezTo>
                  <a:pt x="934" y="4607"/>
                  <a:pt x="0" y="7023"/>
                  <a:pt x="0" y="7023"/>
                </a:cubicBezTo>
                <a:lnTo>
                  <a:pt x="50216" y="7023"/>
                </a:lnTo>
                <a:cubicBezTo>
                  <a:pt x="50216" y="7023"/>
                  <a:pt x="49283" y="4607"/>
                  <a:pt x="46416" y="4607"/>
                </a:cubicBezTo>
                <a:cubicBezTo>
                  <a:pt x="45819" y="4607"/>
                  <a:pt x="45137" y="4711"/>
                  <a:pt x="44363" y="4965"/>
                </a:cubicBezTo>
                <a:cubicBezTo>
                  <a:pt x="42884" y="3485"/>
                  <a:pt x="41285" y="2071"/>
                  <a:pt x="39230" y="2071"/>
                </a:cubicBezTo>
                <a:cubicBezTo>
                  <a:pt x="38056" y="2071"/>
                  <a:pt x="36732" y="2533"/>
                  <a:pt x="35197" y="3709"/>
                </a:cubicBezTo>
                <a:cubicBezTo>
                  <a:pt x="32725" y="1237"/>
                  <a:pt x="28916" y="1"/>
                  <a:pt x="25108" y="1"/>
                </a:cubicBezTo>
                <a:close/>
              </a:path>
            </a:pathLst>
          </a:custGeom>
          <a:gradFill>
            <a:gsLst>
              <a:gs pos="0">
                <a:srgbClr val="FEFAF9">
                  <a:alpha val="18823"/>
                </a:srgbClr>
              </a:gs>
              <a:gs pos="100000">
                <a:srgbClr val="FEFAF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1" name="Google Shape;541;p39"/>
          <p:cNvGrpSpPr/>
          <p:nvPr/>
        </p:nvGrpSpPr>
        <p:grpSpPr>
          <a:xfrm flipH="1">
            <a:off x="1314218" y="382014"/>
            <a:ext cx="1507118" cy="838832"/>
            <a:chOff x="4806268" y="3917039"/>
            <a:chExt cx="1507118" cy="838832"/>
          </a:xfrm>
        </p:grpSpPr>
        <p:grpSp>
          <p:nvGrpSpPr>
            <p:cNvPr id="542" name="Google Shape;542;p39"/>
            <p:cNvGrpSpPr/>
            <p:nvPr/>
          </p:nvGrpSpPr>
          <p:grpSpPr>
            <a:xfrm flipH="1">
              <a:off x="4897995" y="3963863"/>
              <a:ext cx="1415391" cy="792008"/>
              <a:chOff x="1905568" y="363438"/>
              <a:chExt cx="1415391" cy="792008"/>
            </a:xfrm>
          </p:grpSpPr>
          <p:sp>
            <p:nvSpPr>
              <p:cNvPr id="543" name="Google Shape;543;p39"/>
              <p:cNvSpPr/>
              <p:nvPr/>
            </p:nvSpPr>
            <p:spPr>
              <a:xfrm>
                <a:off x="1905568" y="363438"/>
                <a:ext cx="1342337" cy="713989"/>
              </a:xfrm>
              <a:custGeom>
                <a:avLst/>
                <a:gdLst/>
                <a:ahLst/>
                <a:cxnLst/>
                <a:rect l="l" t="t" r="r" b="b"/>
                <a:pathLst>
                  <a:path w="41912" h="22293" extrusionOk="0">
                    <a:moveTo>
                      <a:pt x="452" y="22293"/>
                    </a:moveTo>
                    <a:lnTo>
                      <a:pt x="0" y="21437"/>
                    </a:lnTo>
                    <a:lnTo>
                      <a:pt x="41270" y="0"/>
                    </a:lnTo>
                    <a:lnTo>
                      <a:pt x="41911" y="761"/>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9"/>
              <p:cNvSpPr/>
              <p:nvPr/>
            </p:nvSpPr>
            <p:spPr>
              <a:xfrm>
                <a:off x="1975580" y="439535"/>
                <a:ext cx="1345379" cy="715911"/>
              </a:xfrm>
              <a:custGeom>
                <a:avLst/>
                <a:gdLst/>
                <a:ahLst/>
                <a:cxnLst/>
                <a:rect l="l" t="t" r="r" b="b"/>
                <a:pathLst>
                  <a:path w="42007" h="22353" extrusionOk="0">
                    <a:moveTo>
                      <a:pt x="452" y="22353"/>
                    </a:moveTo>
                    <a:lnTo>
                      <a:pt x="1" y="21497"/>
                    </a:lnTo>
                    <a:lnTo>
                      <a:pt x="41401" y="1"/>
                    </a:lnTo>
                    <a:lnTo>
                      <a:pt x="42007" y="773"/>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5" name="Google Shape;545;p39"/>
            <p:cNvGrpSpPr/>
            <p:nvPr/>
          </p:nvGrpSpPr>
          <p:grpSpPr>
            <a:xfrm flipH="1">
              <a:off x="4806268" y="3917039"/>
              <a:ext cx="257693" cy="199083"/>
              <a:chOff x="3154993" y="316614"/>
              <a:chExt cx="257693" cy="199083"/>
            </a:xfrm>
          </p:grpSpPr>
          <p:sp>
            <p:nvSpPr>
              <p:cNvPr id="546" name="Google Shape;546;p39"/>
              <p:cNvSpPr/>
              <p:nvPr/>
            </p:nvSpPr>
            <p:spPr>
              <a:xfrm>
                <a:off x="3185067" y="330578"/>
                <a:ext cx="227619" cy="137910"/>
              </a:xfrm>
              <a:custGeom>
                <a:avLst/>
                <a:gdLst/>
                <a:ahLst/>
                <a:cxnLst/>
                <a:rect l="l" t="t" r="r" b="b"/>
                <a:pathLst>
                  <a:path w="7107" h="4306" extrusionOk="0">
                    <a:moveTo>
                      <a:pt x="6067" y="1"/>
                    </a:moveTo>
                    <a:cubicBezTo>
                      <a:pt x="6037" y="1"/>
                      <a:pt x="6008" y="2"/>
                      <a:pt x="5978" y="4"/>
                    </a:cubicBezTo>
                    <a:cubicBezTo>
                      <a:pt x="5835" y="4"/>
                      <a:pt x="5693" y="52"/>
                      <a:pt x="5574" y="135"/>
                    </a:cubicBezTo>
                    <a:cubicBezTo>
                      <a:pt x="4956" y="515"/>
                      <a:pt x="2734" y="1906"/>
                      <a:pt x="1973" y="2274"/>
                    </a:cubicBezTo>
                    <a:cubicBezTo>
                      <a:pt x="1355" y="2571"/>
                      <a:pt x="773" y="2927"/>
                      <a:pt x="226" y="3331"/>
                    </a:cubicBezTo>
                    <a:lnTo>
                      <a:pt x="1" y="4306"/>
                    </a:lnTo>
                    <a:cubicBezTo>
                      <a:pt x="690" y="4258"/>
                      <a:pt x="1843" y="3676"/>
                      <a:pt x="1843" y="3676"/>
                    </a:cubicBezTo>
                    <a:cubicBezTo>
                      <a:pt x="1843" y="3676"/>
                      <a:pt x="5764" y="1490"/>
                      <a:pt x="6429" y="1038"/>
                    </a:cubicBezTo>
                    <a:cubicBezTo>
                      <a:pt x="7107" y="598"/>
                      <a:pt x="6786" y="278"/>
                      <a:pt x="6786" y="278"/>
                    </a:cubicBezTo>
                    <a:cubicBezTo>
                      <a:pt x="6583" y="96"/>
                      <a:pt x="6332" y="1"/>
                      <a:pt x="60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9"/>
              <p:cNvSpPr/>
              <p:nvPr/>
            </p:nvSpPr>
            <p:spPr>
              <a:xfrm>
                <a:off x="3258890" y="401102"/>
                <a:ext cx="124875" cy="114594"/>
              </a:xfrm>
              <a:custGeom>
                <a:avLst/>
                <a:gdLst/>
                <a:ahLst/>
                <a:cxnLst/>
                <a:rect l="l" t="t" r="r" b="b"/>
                <a:pathLst>
                  <a:path w="3899" h="3578" extrusionOk="0">
                    <a:moveTo>
                      <a:pt x="1617" y="1"/>
                    </a:moveTo>
                    <a:lnTo>
                      <a:pt x="1" y="797"/>
                    </a:lnTo>
                    <a:lnTo>
                      <a:pt x="1522" y="1783"/>
                    </a:lnTo>
                    <a:lnTo>
                      <a:pt x="3661" y="3577"/>
                    </a:lnTo>
                    <a:lnTo>
                      <a:pt x="3899" y="3554"/>
                    </a:lnTo>
                    <a:lnTo>
                      <a:pt x="161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9"/>
              <p:cNvSpPr/>
              <p:nvPr/>
            </p:nvSpPr>
            <p:spPr>
              <a:xfrm>
                <a:off x="3323233" y="426148"/>
                <a:ext cx="28280" cy="23957"/>
              </a:xfrm>
              <a:custGeom>
                <a:avLst/>
                <a:gdLst/>
                <a:ahLst/>
                <a:cxnLst/>
                <a:rect l="l" t="t" r="r" b="b"/>
                <a:pathLst>
                  <a:path w="883" h="748" extrusionOk="0">
                    <a:moveTo>
                      <a:pt x="399" y="1"/>
                    </a:moveTo>
                    <a:cubicBezTo>
                      <a:pt x="385" y="1"/>
                      <a:pt x="371" y="1"/>
                      <a:pt x="357" y="3"/>
                    </a:cubicBezTo>
                    <a:cubicBezTo>
                      <a:pt x="155" y="15"/>
                      <a:pt x="0" y="193"/>
                      <a:pt x="24" y="407"/>
                    </a:cubicBezTo>
                    <a:cubicBezTo>
                      <a:pt x="39" y="618"/>
                      <a:pt x="212" y="748"/>
                      <a:pt x="391" y="748"/>
                    </a:cubicBezTo>
                    <a:cubicBezTo>
                      <a:pt x="494" y="748"/>
                      <a:pt x="599" y="705"/>
                      <a:pt x="678" y="609"/>
                    </a:cubicBezTo>
                    <a:cubicBezTo>
                      <a:pt x="882" y="370"/>
                      <a:pt x="706" y="1"/>
                      <a:pt x="3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9"/>
              <p:cNvSpPr/>
              <p:nvPr/>
            </p:nvSpPr>
            <p:spPr>
              <a:xfrm>
                <a:off x="3196116" y="452475"/>
                <a:ext cx="42661" cy="40387"/>
              </a:xfrm>
              <a:custGeom>
                <a:avLst/>
                <a:gdLst/>
                <a:ahLst/>
                <a:cxnLst/>
                <a:rect l="l" t="t" r="r" b="b"/>
                <a:pathLst>
                  <a:path w="1332" h="1261" extrusionOk="0">
                    <a:moveTo>
                      <a:pt x="452" y="1"/>
                    </a:moveTo>
                    <a:lnTo>
                      <a:pt x="0" y="298"/>
                    </a:lnTo>
                    <a:lnTo>
                      <a:pt x="1010" y="1260"/>
                    </a:lnTo>
                    <a:lnTo>
                      <a:pt x="1331" y="1225"/>
                    </a:lnTo>
                    <a:lnTo>
                      <a:pt x="45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9"/>
              <p:cNvSpPr/>
              <p:nvPr/>
            </p:nvSpPr>
            <p:spPr>
              <a:xfrm>
                <a:off x="3170622" y="316614"/>
                <a:ext cx="122569" cy="110399"/>
              </a:xfrm>
              <a:custGeom>
                <a:avLst/>
                <a:gdLst/>
                <a:ahLst/>
                <a:cxnLst/>
                <a:rect l="l" t="t" r="r" b="b"/>
                <a:pathLst>
                  <a:path w="3827" h="3447" extrusionOk="0">
                    <a:moveTo>
                      <a:pt x="24" y="1"/>
                    </a:moveTo>
                    <a:lnTo>
                      <a:pt x="0" y="238"/>
                    </a:lnTo>
                    <a:lnTo>
                      <a:pt x="1878" y="2555"/>
                    </a:lnTo>
                    <a:lnTo>
                      <a:pt x="2555" y="3447"/>
                    </a:lnTo>
                    <a:lnTo>
                      <a:pt x="3826" y="2294"/>
                    </a:lnTo>
                    <a:lnTo>
                      <a:pt x="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9"/>
              <p:cNvSpPr/>
              <p:nvPr/>
            </p:nvSpPr>
            <p:spPr>
              <a:xfrm>
                <a:off x="3233364" y="351972"/>
                <a:ext cx="30138" cy="26134"/>
              </a:xfrm>
              <a:custGeom>
                <a:avLst/>
                <a:gdLst/>
                <a:ahLst/>
                <a:cxnLst/>
                <a:rect l="l" t="t" r="r" b="b"/>
                <a:pathLst>
                  <a:path w="941" h="816" extrusionOk="0">
                    <a:moveTo>
                      <a:pt x="472" y="1"/>
                    </a:moveTo>
                    <a:cubicBezTo>
                      <a:pt x="303" y="1"/>
                      <a:pt x="137" y="103"/>
                      <a:pt x="85" y="299"/>
                    </a:cubicBezTo>
                    <a:cubicBezTo>
                      <a:pt x="0" y="572"/>
                      <a:pt x="222" y="816"/>
                      <a:pt x="471" y="816"/>
                    </a:cubicBezTo>
                    <a:cubicBezTo>
                      <a:pt x="536" y="816"/>
                      <a:pt x="603" y="799"/>
                      <a:pt x="667" y="762"/>
                    </a:cubicBezTo>
                    <a:cubicBezTo>
                      <a:pt x="869" y="655"/>
                      <a:pt x="941" y="406"/>
                      <a:pt x="834" y="216"/>
                    </a:cubicBezTo>
                    <a:cubicBezTo>
                      <a:pt x="753" y="71"/>
                      <a:pt x="612" y="1"/>
                      <a:pt x="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9"/>
              <p:cNvSpPr/>
              <p:nvPr/>
            </p:nvSpPr>
            <p:spPr>
              <a:xfrm>
                <a:off x="3154993" y="413657"/>
                <a:ext cx="41155" cy="46856"/>
              </a:xfrm>
              <a:custGeom>
                <a:avLst/>
                <a:gdLst/>
                <a:ahLst/>
                <a:cxnLst/>
                <a:rect l="l" t="t" r="r" b="b"/>
                <a:pathLst>
                  <a:path w="1285" h="1463" extrusionOk="0">
                    <a:moveTo>
                      <a:pt x="25" y="1"/>
                    </a:moveTo>
                    <a:lnTo>
                      <a:pt x="1" y="322"/>
                    </a:lnTo>
                    <a:lnTo>
                      <a:pt x="1165" y="1462"/>
                    </a:lnTo>
                    <a:lnTo>
                      <a:pt x="1284" y="833"/>
                    </a:lnTo>
                    <a:lnTo>
                      <a:pt x="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9"/>
              <p:cNvSpPr/>
              <p:nvPr/>
            </p:nvSpPr>
            <p:spPr>
              <a:xfrm>
                <a:off x="3196501" y="402640"/>
                <a:ext cx="23989" cy="36928"/>
              </a:xfrm>
              <a:custGeom>
                <a:avLst/>
                <a:gdLst/>
                <a:ahLst/>
                <a:cxnLst/>
                <a:rect l="l" t="t" r="r" b="b"/>
                <a:pathLst>
                  <a:path w="749" h="1153" extrusionOk="0">
                    <a:moveTo>
                      <a:pt x="666" y="0"/>
                    </a:moveTo>
                    <a:lnTo>
                      <a:pt x="416" y="107"/>
                    </a:lnTo>
                    <a:lnTo>
                      <a:pt x="0" y="1153"/>
                    </a:lnTo>
                    <a:lnTo>
                      <a:pt x="749" y="594"/>
                    </a:lnTo>
                    <a:lnTo>
                      <a:pt x="66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9"/>
              <p:cNvSpPr/>
              <p:nvPr/>
            </p:nvSpPr>
            <p:spPr>
              <a:xfrm>
                <a:off x="3316380" y="427749"/>
                <a:ext cx="13355" cy="14476"/>
              </a:xfrm>
              <a:custGeom>
                <a:avLst/>
                <a:gdLst/>
                <a:ahLst/>
                <a:cxnLst/>
                <a:rect l="l" t="t" r="r" b="b"/>
                <a:pathLst>
                  <a:path w="417" h="452" extrusionOk="0">
                    <a:moveTo>
                      <a:pt x="416" y="0"/>
                    </a:moveTo>
                    <a:lnTo>
                      <a:pt x="0" y="286"/>
                    </a:lnTo>
                    <a:lnTo>
                      <a:pt x="404" y="452"/>
                    </a:lnTo>
                    <a:lnTo>
                      <a:pt x="41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9"/>
              <p:cNvSpPr/>
              <p:nvPr/>
            </p:nvSpPr>
            <p:spPr>
              <a:xfrm>
                <a:off x="3230354" y="352389"/>
                <a:ext cx="14893" cy="13740"/>
              </a:xfrm>
              <a:custGeom>
                <a:avLst/>
                <a:gdLst/>
                <a:ahLst/>
                <a:cxnLst/>
                <a:rect l="l" t="t" r="r" b="b"/>
                <a:pathLst>
                  <a:path w="465" h="429" extrusionOk="0">
                    <a:moveTo>
                      <a:pt x="464" y="1"/>
                    </a:moveTo>
                    <a:lnTo>
                      <a:pt x="1" y="167"/>
                    </a:lnTo>
                    <a:lnTo>
                      <a:pt x="345" y="428"/>
                    </a:lnTo>
                    <a:lnTo>
                      <a:pt x="46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grpSp>
        <p:nvGrpSpPr>
          <p:cNvPr id="560" name="Google Shape;560;p40"/>
          <p:cNvGrpSpPr/>
          <p:nvPr/>
        </p:nvGrpSpPr>
        <p:grpSpPr>
          <a:xfrm>
            <a:off x="6377351" y="1858019"/>
            <a:ext cx="3889205" cy="2119250"/>
            <a:chOff x="4806268" y="3917039"/>
            <a:chExt cx="1507118" cy="838832"/>
          </a:xfrm>
        </p:grpSpPr>
        <p:grpSp>
          <p:nvGrpSpPr>
            <p:cNvPr id="561" name="Google Shape;561;p40"/>
            <p:cNvGrpSpPr/>
            <p:nvPr/>
          </p:nvGrpSpPr>
          <p:grpSpPr>
            <a:xfrm flipH="1">
              <a:off x="4897995" y="3963863"/>
              <a:ext cx="1415391" cy="792008"/>
              <a:chOff x="1905568" y="363438"/>
              <a:chExt cx="1415391" cy="792008"/>
            </a:xfrm>
          </p:grpSpPr>
          <p:sp>
            <p:nvSpPr>
              <p:cNvPr id="562" name="Google Shape;562;p40"/>
              <p:cNvSpPr/>
              <p:nvPr/>
            </p:nvSpPr>
            <p:spPr>
              <a:xfrm>
                <a:off x="1905568" y="363438"/>
                <a:ext cx="1342337" cy="713989"/>
              </a:xfrm>
              <a:custGeom>
                <a:avLst/>
                <a:gdLst/>
                <a:ahLst/>
                <a:cxnLst/>
                <a:rect l="l" t="t" r="r" b="b"/>
                <a:pathLst>
                  <a:path w="41912" h="22293" extrusionOk="0">
                    <a:moveTo>
                      <a:pt x="452" y="22293"/>
                    </a:moveTo>
                    <a:lnTo>
                      <a:pt x="0" y="21437"/>
                    </a:lnTo>
                    <a:lnTo>
                      <a:pt x="41270" y="0"/>
                    </a:lnTo>
                    <a:lnTo>
                      <a:pt x="41911" y="761"/>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40"/>
              <p:cNvSpPr/>
              <p:nvPr/>
            </p:nvSpPr>
            <p:spPr>
              <a:xfrm>
                <a:off x="1975580" y="439535"/>
                <a:ext cx="1345379" cy="715911"/>
              </a:xfrm>
              <a:custGeom>
                <a:avLst/>
                <a:gdLst/>
                <a:ahLst/>
                <a:cxnLst/>
                <a:rect l="l" t="t" r="r" b="b"/>
                <a:pathLst>
                  <a:path w="42007" h="22353" extrusionOk="0">
                    <a:moveTo>
                      <a:pt x="452" y="22353"/>
                    </a:moveTo>
                    <a:lnTo>
                      <a:pt x="1" y="21497"/>
                    </a:lnTo>
                    <a:lnTo>
                      <a:pt x="41401" y="1"/>
                    </a:lnTo>
                    <a:lnTo>
                      <a:pt x="42007" y="773"/>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4" name="Google Shape;564;p40"/>
            <p:cNvGrpSpPr/>
            <p:nvPr/>
          </p:nvGrpSpPr>
          <p:grpSpPr>
            <a:xfrm flipH="1">
              <a:off x="4806268" y="3917039"/>
              <a:ext cx="257693" cy="199083"/>
              <a:chOff x="3154993" y="316614"/>
              <a:chExt cx="257693" cy="199083"/>
            </a:xfrm>
          </p:grpSpPr>
          <p:sp>
            <p:nvSpPr>
              <p:cNvPr id="565" name="Google Shape;565;p40"/>
              <p:cNvSpPr/>
              <p:nvPr/>
            </p:nvSpPr>
            <p:spPr>
              <a:xfrm>
                <a:off x="3185067" y="330578"/>
                <a:ext cx="227619" cy="137910"/>
              </a:xfrm>
              <a:custGeom>
                <a:avLst/>
                <a:gdLst/>
                <a:ahLst/>
                <a:cxnLst/>
                <a:rect l="l" t="t" r="r" b="b"/>
                <a:pathLst>
                  <a:path w="7107" h="4306" extrusionOk="0">
                    <a:moveTo>
                      <a:pt x="6067" y="1"/>
                    </a:moveTo>
                    <a:cubicBezTo>
                      <a:pt x="6037" y="1"/>
                      <a:pt x="6008" y="2"/>
                      <a:pt x="5978" y="4"/>
                    </a:cubicBezTo>
                    <a:cubicBezTo>
                      <a:pt x="5835" y="4"/>
                      <a:pt x="5693" y="52"/>
                      <a:pt x="5574" y="135"/>
                    </a:cubicBezTo>
                    <a:cubicBezTo>
                      <a:pt x="4956" y="515"/>
                      <a:pt x="2734" y="1906"/>
                      <a:pt x="1973" y="2274"/>
                    </a:cubicBezTo>
                    <a:cubicBezTo>
                      <a:pt x="1355" y="2571"/>
                      <a:pt x="773" y="2927"/>
                      <a:pt x="226" y="3331"/>
                    </a:cubicBezTo>
                    <a:lnTo>
                      <a:pt x="1" y="4306"/>
                    </a:lnTo>
                    <a:cubicBezTo>
                      <a:pt x="690" y="4258"/>
                      <a:pt x="1843" y="3676"/>
                      <a:pt x="1843" y="3676"/>
                    </a:cubicBezTo>
                    <a:cubicBezTo>
                      <a:pt x="1843" y="3676"/>
                      <a:pt x="5764" y="1490"/>
                      <a:pt x="6429" y="1038"/>
                    </a:cubicBezTo>
                    <a:cubicBezTo>
                      <a:pt x="7107" y="598"/>
                      <a:pt x="6786" y="278"/>
                      <a:pt x="6786" y="278"/>
                    </a:cubicBezTo>
                    <a:cubicBezTo>
                      <a:pt x="6583" y="96"/>
                      <a:pt x="6332" y="1"/>
                      <a:pt x="60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66" name="Google Shape;566;p40"/>
              <p:cNvSpPr/>
              <p:nvPr/>
            </p:nvSpPr>
            <p:spPr>
              <a:xfrm>
                <a:off x="3258890" y="401102"/>
                <a:ext cx="124875" cy="114594"/>
              </a:xfrm>
              <a:custGeom>
                <a:avLst/>
                <a:gdLst/>
                <a:ahLst/>
                <a:cxnLst/>
                <a:rect l="l" t="t" r="r" b="b"/>
                <a:pathLst>
                  <a:path w="3899" h="3578" extrusionOk="0">
                    <a:moveTo>
                      <a:pt x="1617" y="1"/>
                    </a:moveTo>
                    <a:lnTo>
                      <a:pt x="1" y="797"/>
                    </a:lnTo>
                    <a:lnTo>
                      <a:pt x="1522" y="1783"/>
                    </a:lnTo>
                    <a:lnTo>
                      <a:pt x="3661" y="3577"/>
                    </a:lnTo>
                    <a:lnTo>
                      <a:pt x="3899" y="3554"/>
                    </a:lnTo>
                    <a:lnTo>
                      <a:pt x="161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40"/>
              <p:cNvSpPr/>
              <p:nvPr/>
            </p:nvSpPr>
            <p:spPr>
              <a:xfrm>
                <a:off x="3323233" y="426148"/>
                <a:ext cx="28280" cy="23957"/>
              </a:xfrm>
              <a:custGeom>
                <a:avLst/>
                <a:gdLst/>
                <a:ahLst/>
                <a:cxnLst/>
                <a:rect l="l" t="t" r="r" b="b"/>
                <a:pathLst>
                  <a:path w="883" h="748" extrusionOk="0">
                    <a:moveTo>
                      <a:pt x="399" y="1"/>
                    </a:moveTo>
                    <a:cubicBezTo>
                      <a:pt x="385" y="1"/>
                      <a:pt x="371" y="1"/>
                      <a:pt x="357" y="3"/>
                    </a:cubicBezTo>
                    <a:cubicBezTo>
                      <a:pt x="155" y="15"/>
                      <a:pt x="0" y="193"/>
                      <a:pt x="24" y="407"/>
                    </a:cubicBezTo>
                    <a:cubicBezTo>
                      <a:pt x="39" y="618"/>
                      <a:pt x="212" y="748"/>
                      <a:pt x="391" y="748"/>
                    </a:cubicBezTo>
                    <a:cubicBezTo>
                      <a:pt x="494" y="748"/>
                      <a:pt x="599" y="705"/>
                      <a:pt x="678" y="609"/>
                    </a:cubicBezTo>
                    <a:cubicBezTo>
                      <a:pt x="882" y="370"/>
                      <a:pt x="706" y="1"/>
                      <a:pt x="3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40"/>
              <p:cNvSpPr/>
              <p:nvPr/>
            </p:nvSpPr>
            <p:spPr>
              <a:xfrm>
                <a:off x="3196116" y="452475"/>
                <a:ext cx="42661" cy="40387"/>
              </a:xfrm>
              <a:custGeom>
                <a:avLst/>
                <a:gdLst/>
                <a:ahLst/>
                <a:cxnLst/>
                <a:rect l="l" t="t" r="r" b="b"/>
                <a:pathLst>
                  <a:path w="1332" h="1261" extrusionOk="0">
                    <a:moveTo>
                      <a:pt x="452" y="1"/>
                    </a:moveTo>
                    <a:lnTo>
                      <a:pt x="0" y="298"/>
                    </a:lnTo>
                    <a:lnTo>
                      <a:pt x="1010" y="1260"/>
                    </a:lnTo>
                    <a:lnTo>
                      <a:pt x="1331" y="1225"/>
                    </a:lnTo>
                    <a:lnTo>
                      <a:pt x="45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40"/>
              <p:cNvSpPr/>
              <p:nvPr/>
            </p:nvSpPr>
            <p:spPr>
              <a:xfrm>
                <a:off x="3170622" y="316614"/>
                <a:ext cx="122569" cy="110399"/>
              </a:xfrm>
              <a:custGeom>
                <a:avLst/>
                <a:gdLst/>
                <a:ahLst/>
                <a:cxnLst/>
                <a:rect l="l" t="t" r="r" b="b"/>
                <a:pathLst>
                  <a:path w="3827" h="3447" extrusionOk="0">
                    <a:moveTo>
                      <a:pt x="24" y="1"/>
                    </a:moveTo>
                    <a:lnTo>
                      <a:pt x="0" y="238"/>
                    </a:lnTo>
                    <a:lnTo>
                      <a:pt x="1878" y="2555"/>
                    </a:lnTo>
                    <a:lnTo>
                      <a:pt x="2555" y="3447"/>
                    </a:lnTo>
                    <a:lnTo>
                      <a:pt x="3826" y="2294"/>
                    </a:lnTo>
                    <a:lnTo>
                      <a:pt x="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40"/>
              <p:cNvSpPr/>
              <p:nvPr/>
            </p:nvSpPr>
            <p:spPr>
              <a:xfrm>
                <a:off x="3233364" y="351972"/>
                <a:ext cx="30138" cy="26134"/>
              </a:xfrm>
              <a:custGeom>
                <a:avLst/>
                <a:gdLst/>
                <a:ahLst/>
                <a:cxnLst/>
                <a:rect l="l" t="t" r="r" b="b"/>
                <a:pathLst>
                  <a:path w="941" h="816" extrusionOk="0">
                    <a:moveTo>
                      <a:pt x="472" y="1"/>
                    </a:moveTo>
                    <a:cubicBezTo>
                      <a:pt x="303" y="1"/>
                      <a:pt x="137" y="103"/>
                      <a:pt x="85" y="299"/>
                    </a:cubicBezTo>
                    <a:cubicBezTo>
                      <a:pt x="0" y="572"/>
                      <a:pt x="222" y="816"/>
                      <a:pt x="471" y="816"/>
                    </a:cubicBezTo>
                    <a:cubicBezTo>
                      <a:pt x="536" y="816"/>
                      <a:pt x="603" y="799"/>
                      <a:pt x="667" y="762"/>
                    </a:cubicBezTo>
                    <a:cubicBezTo>
                      <a:pt x="869" y="655"/>
                      <a:pt x="941" y="406"/>
                      <a:pt x="834" y="216"/>
                    </a:cubicBezTo>
                    <a:cubicBezTo>
                      <a:pt x="753" y="71"/>
                      <a:pt x="612" y="1"/>
                      <a:pt x="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40"/>
              <p:cNvSpPr/>
              <p:nvPr/>
            </p:nvSpPr>
            <p:spPr>
              <a:xfrm>
                <a:off x="3154993" y="413657"/>
                <a:ext cx="41155" cy="46856"/>
              </a:xfrm>
              <a:custGeom>
                <a:avLst/>
                <a:gdLst/>
                <a:ahLst/>
                <a:cxnLst/>
                <a:rect l="l" t="t" r="r" b="b"/>
                <a:pathLst>
                  <a:path w="1285" h="1463" extrusionOk="0">
                    <a:moveTo>
                      <a:pt x="25" y="1"/>
                    </a:moveTo>
                    <a:lnTo>
                      <a:pt x="1" y="322"/>
                    </a:lnTo>
                    <a:lnTo>
                      <a:pt x="1165" y="1462"/>
                    </a:lnTo>
                    <a:lnTo>
                      <a:pt x="1284" y="833"/>
                    </a:lnTo>
                    <a:lnTo>
                      <a:pt x="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40"/>
              <p:cNvSpPr/>
              <p:nvPr/>
            </p:nvSpPr>
            <p:spPr>
              <a:xfrm>
                <a:off x="3196501" y="402640"/>
                <a:ext cx="23989" cy="36928"/>
              </a:xfrm>
              <a:custGeom>
                <a:avLst/>
                <a:gdLst/>
                <a:ahLst/>
                <a:cxnLst/>
                <a:rect l="l" t="t" r="r" b="b"/>
                <a:pathLst>
                  <a:path w="749" h="1153" extrusionOk="0">
                    <a:moveTo>
                      <a:pt x="666" y="0"/>
                    </a:moveTo>
                    <a:lnTo>
                      <a:pt x="416" y="107"/>
                    </a:lnTo>
                    <a:lnTo>
                      <a:pt x="0" y="1153"/>
                    </a:lnTo>
                    <a:lnTo>
                      <a:pt x="749" y="594"/>
                    </a:lnTo>
                    <a:lnTo>
                      <a:pt x="66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40"/>
              <p:cNvSpPr/>
              <p:nvPr/>
            </p:nvSpPr>
            <p:spPr>
              <a:xfrm>
                <a:off x="3316380" y="427749"/>
                <a:ext cx="13355" cy="14476"/>
              </a:xfrm>
              <a:custGeom>
                <a:avLst/>
                <a:gdLst/>
                <a:ahLst/>
                <a:cxnLst/>
                <a:rect l="l" t="t" r="r" b="b"/>
                <a:pathLst>
                  <a:path w="417" h="452" extrusionOk="0">
                    <a:moveTo>
                      <a:pt x="416" y="0"/>
                    </a:moveTo>
                    <a:lnTo>
                      <a:pt x="0" y="286"/>
                    </a:lnTo>
                    <a:lnTo>
                      <a:pt x="404" y="452"/>
                    </a:lnTo>
                    <a:lnTo>
                      <a:pt x="41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40"/>
              <p:cNvSpPr/>
              <p:nvPr/>
            </p:nvSpPr>
            <p:spPr>
              <a:xfrm>
                <a:off x="3230354" y="352389"/>
                <a:ext cx="14893" cy="13740"/>
              </a:xfrm>
              <a:custGeom>
                <a:avLst/>
                <a:gdLst/>
                <a:ahLst/>
                <a:cxnLst/>
                <a:rect l="l" t="t" r="r" b="b"/>
                <a:pathLst>
                  <a:path w="465" h="429" extrusionOk="0">
                    <a:moveTo>
                      <a:pt x="464" y="1"/>
                    </a:moveTo>
                    <a:lnTo>
                      <a:pt x="1" y="167"/>
                    </a:lnTo>
                    <a:lnTo>
                      <a:pt x="345" y="428"/>
                    </a:lnTo>
                    <a:lnTo>
                      <a:pt x="46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77" name="Google Shape;577;p40"/>
          <p:cNvSpPr txBox="1">
            <a:spLocks noGrp="1"/>
          </p:cNvSpPr>
          <p:nvPr>
            <p:ph type="body" idx="1"/>
          </p:nvPr>
        </p:nvSpPr>
        <p:spPr>
          <a:xfrm>
            <a:off x="908435" y="1099324"/>
            <a:ext cx="5576671" cy="3320637"/>
          </a:xfrm>
          <a:prstGeom prst="rect">
            <a:avLst/>
          </a:prstGeom>
        </p:spPr>
        <p:txBody>
          <a:bodyPr spcFirstLastPara="1" wrap="square" lIns="91425" tIns="91425" rIns="91425" bIns="91425" anchor="ctr" anchorCtr="0">
            <a:noAutofit/>
          </a:bodyPr>
          <a:lstStyle/>
          <a:p>
            <a:pPr marL="0" lvl="0" indent="0">
              <a:buNone/>
            </a:pPr>
            <a:r>
              <a:rPr lang="en-US" sz="1400" dirty="0">
                <a:latin typeface="+mj-lt"/>
              </a:rPr>
              <a:t>This project presents a complete flight delay analysis system using PySpark, machine learning, and deep learning techniques. The workflow starts with loading and cleaning a large 2022 flight dataset, followed by exploratory data analysis (EDA) to identify important trends and patterns related to delays. Feature engineering techniques were applied to create meaningful variables that improve prediction accuracy. Multiple machine learning models, including Logistic Regression, Random Forest, and Gradient Boosted Trees, were trained and evaluated, in addition to a deep learning neural network developed using PyTorch. The project also includes K-Means clustering and PCA visualization to explore hidden patterns in the data and compare flight behavior across different groups.</a:t>
            </a:r>
            <a:endParaRPr sz="1400" dirty="0">
              <a:latin typeface="+mj-lt"/>
            </a:endParaRPr>
          </a:p>
        </p:txBody>
      </p:sp>
      <p:sp>
        <p:nvSpPr>
          <p:cNvPr id="578" name="Google Shape;578;p40"/>
          <p:cNvSpPr txBox="1">
            <a:spLocks noGrp="1"/>
          </p:cNvSpPr>
          <p:nvPr>
            <p:ph type="title"/>
          </p:nvPr>
        </p:nvSpPr>
        <p:spPr>
          <a:xfrm>
            <a:off x="539400" y="445025"/>
            <a:ext cx="80652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rPr>
              <a:t>Dataset </a:t>
            </a:r>
            <a:r>
              <a:rPr lang="en" dirty="0">
                <a:solidFill>
                  <a:schemeClr val="dk2"/>
                </a:solidFill>
              </a:rPr>
              <a:t>Overview</a:t>
            </a:r>
            <a:endParaRPr dirty="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grpSp>
        <p:nvGrpSpPr>
          <p:cNvPr id="586" name="Google Shape;586;p41"/>
          <p:cNvGrpSpPr/>
          <p:nvPr/>
        </p:nvGrpSpPr>
        <p:grpSpPr>
          <a:xfrm>
            <a:off x="8584329" y="234464"/>
            <a:ext cx="1507118" cy="838832"/>
            <a:chOff x="4600131" y="387951"/>
            <a:chExt cx="1507118" cy="838832"/>
          </a:xfrm>
        </p:grpSpPr>
        <p:grpSp>
          <p:nvGrpSpPr>
            <p:cNvPr id="587" name="Google Shape;587;p41"/>
            <p:cNvGrpSpPr/>
            <p:nvPr/>
          </p:nvGrpSpPr>
          <p:grpSpPr>
            <a:xfrm flipH="1">
              <a:off x="4691857" y="434776"/>
              <a:ext cx="1415391" cy="792008"/>
              <a:chOff x="1905568" y="363438"/>
              <a:chExt cx="1415391" cy="792008"/>
            </a:xfrm>
          </p:grpSpPr>
          <p:sp>
            <p:nvSpPr>
              <p:cNvPr id="588" name="Google Shape;588;p41"/>
              <p:cNvSpPr/>
              <p:nvPr/>
            </p:nvSpPr>
            <p:spPr>
              <a:xfrm>
                <a:off x="1905568" y="363438"/>
                <a:ext cx="1342337" cy="713989"/>
              </a:xfrm>
              <a:custGeom>
                <a:avLst/>
                <a:gdLst/>
                <a:ahLst/>
                <a:cxnLst/>
                <a:rect l="l" t="t" r="r" b="b"/>
                <a:pathLst>
                  <a:path w="41912" h="22293" extrusionOk="0">
                    <a:moveTo>
                      <a:pt x="452" y="22293"/>
                    </a:moveTo>
                    <a:lnTo>
                      <a:pt x="0" y="21437"/>
                    </a:lnTo>
                    <a:lnTo>
                      <a:pt x="41270" y="0"/>
                    </a:lnTo>
                    <a:lnTo>
                      <a:pt x="41911" y="761"/>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41"/>
              <p:cNvSpPr/>
              <p:nvPr/>
            </p:nvSpPr>
            <p:spPr>
              <a:xfrm>
                <a:off x="1975580" y="439535"/>
                <a:ext cx="1345379" cy="715911"/>
              </a:xfrm>
              <a:custGeom>
                <a:avLst/>
                <a:gdLst/>
                <a:ahLst/>
                <a:cxnLst/>
                <a:rect l="l" t="t" r="r" b="b"/>
                <a:pathLst>
                  <a:path w="42007" h="22353" extrusionOk="0">
                    <a:moveTo>
                      <a:pt x="452" y="22353"/>
                    </a:moveTo>
                    <a:lnTo>
                      <a:pt x="1" y="21497"/>
                    </a:lnTo>
                    <a:lnTo>
                      <a:pt x="41401" y="1"/>
                    </a:lnTo>
                    <a:lnTo>
                      <a:pt x="42007" y="773"/>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0" name="Google Shape;590;p41"/>
            <p:cNvGrpSpPr/>
            <p:nvPr/>
          </p:nvGrpSpPr>
          <p:grpSpPr>
            <a:xfrm flipH="1">
              <a:off x="4600131" y="387951"/>
              <a:ext cx="257693" cy="199083"/>
              <a:chOff x="3154993" y="316614"/>
              <a:chExt cx="257693" cy="199083"/>
            </a:xfrm>
          </p:grpSpPr>
          <p:sp>
            <p:nvSpPr>
              <p:cNvPr id="591" name="Google Shape;591;p41"/>
              <p:cNvSpPr/>
              <p:nvPr/>
            </p:nvSpPr>
            <p:spPr>
              <a:xfrm>
                <a:off x="3185067" y="330578"/>
                <a:ext cx="227619" cy="137910"/>
              </a:xfrm>
              <a:custGeom>
                <a:avLst/>
                <a:gdLst/>
                <a:ahLst/>
                <a:cxnLst/>
                <a:rect l="l" t="t" r="r" b="b"/>
                <a:pathLst>
                  <a:path w="7107" h="4306" extrusionOk="0">
                    <a:moveTo>
                      <a:pt x="6067" y="1"/>
                    </a:moveTo>
                    <a:cubicBezTo>
                      <a:pt x="6037" y="1"/>
                      <a:pt x="6008" y="2"/>
                      <a:pt x="5978" y="4"/>
                    </a:cubicBezTo>
                    <a:cubicBezTo>
                      <a:pt x="5835" y="4"/>
                      <a:pt x="5693" y="52"/>
                      <a:pt x="5574" y="135"/>
                    </a:cubicBezTo>
                    <a:cubicBezTo>
                      <a:pt x="4956" y="515"/>
                      <a:pt x="2734" y="1906"/>
                      <a:pt x="1973" y="2274"/>
                    </a:cubicBezTo>
                    <a:cubicBezTo>
                      <a:pt x="1355" y="2571"/>
                      <a:pt x="773" y="2927"/>
                      <a:pt x="226" y="3331"/>
                    </a:cubicBezTo>
                    <a:lnTo>
                      <a:pt x="1" y="4306"/>
                    </a:lnTo>
                    <a:cubicBezTo>
                      <a:pt x="690" y="4258"/>
                      <a:pt x="1843" y="3676"/>
                      <a:pt x="1843" y="3676"/>
                    </a:cubicBezTo>
                    <a:cubicBezTo>
                      <a:pt x="1843" y="3676"/>
                      <a:pt x="5764" y="1490"/>
                      <a:pt x="6429" y="1038"/>
                    </a:cubicBezTo>
                    <a:cubicBezTo>
                      <a:pt x="7107" y="598"/>
                      <a:pt x="6786" y="278"/>
                      <a:pt x="6786" y="278"/>
                    </a:cubicBezTo>
                    <a:cubicBezTo>
                      <a:pt x="6583" y="96"/>
                      <a:pt x="6332" y="1"/>
                      <a:pt x="60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41"/>
              <p:cNvSpPr/>
              <p:nvPr/>
            </p:nvSpPr>
            <p:spPr>
              <a:xfrm>
                <a:off x="3258890" y="401102"/>
                <a:ext cx="124875" cy="114594"/>
              </a:xfrm>
              <a:custGeom>
                <a:avLst/>
                <a:gdLst/>
                <a:ahLst/>
                <a:cxnLst/>
                <a:rect l="l" t="t" r="r" b="b"/>
                <a:pathLst>
                  <a:path w="3899" h="3578" extrusionOk="0">
                    <a:moveTo>
                      <a:pt x="1617" y="1"/>
                    </a:moveTo>
                    <a:lnTo>
                      <a:pt x="1" y="797"/>
                    </a:lnTo>
                    <a:lnTo>
                      <a:pt x="1522" y="1783"/>
                    </a:lnTo>
                    <a:lnTo>
                      <a:pt x="3661" y="3577"/>
                    </a:lnTo>
                    <a:lnTo>
                      <a:pt x="3899" y="3554"/>
                    </a:lnTo>
                    <a:lnTo>
                      <a:pt x="16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41"/>
              <p:cNvSpPr/>
              <p:nvPr/>
            </p:nvSpPr>
            <p:spPr>
              <a:xfrm>
                <a:off x="3323233" y="426148"/>
                <a:ext cx="28280" cy="23957"/>
              </a:xfrm>
              <a:custGeom>
                <a:avLst/>
                <a:gdLst/>
                <a:ahLst/>
                <a:cxnLst/>
                <a:rect l="l" t="t" r="r" b="b"/>
                <a:pathLst>
                  <a:path w="883" h="748" extrusionOk="0">
                    <a:moveTo>
                      <a:pt x="399" y="1"/>
                    </a:moveTo>
                    <a:cubicBezTo>
                      <a:pt x="385" y="1"/>
                      <a:pt x="371" y="1"/>
                      <a:pt x="357" y="3"/>
                    </a:cubicBezTo>
                    <a:cubicBezTo>
                      <a:pt x="155" y="15"/>
                      <a:pt x="0" y="193"/>
                      <a:pt x="24" y="407"/>
                    </a:cubicBezTo>
                    <a:cubicBezTo>
                      <a:pt x="39" y="618"/>
                      <a:pt x="212" y="748"/>
                      <a:pt x="391" y="748"/>
                    </a:cubicBezTo>
                    <a:cubicBezTo>
                      <a:pt x="494" y="748"/>
                      <a:pt x="599" y="705"/>
                      <a:pt x="678" y="609"/>
                    </a:cubicBezTo>
                    <a:cubicBezTo>
                      <a:pt x="882" y="370"/>
                      <a:pt x="706" y="1"/>
                      <a:pt x="3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41"/>
              <p:cNvSpPr/>
              <p:nvPr/>
            </p:nvSpPr>
            <p:spPr>
              <a:xfrm>
                <a:off x="3196116" y="452475"/>
                <a:ext cx="42661" cy="40387"/>
              </a:xfrm>
              <a:custGeom>
                <a:avLst/>
                <a:gdLst/>
                <a:ahLst/>
                <a:cxnLst/>
                <a:rect l="l" t="t" r="r" b="b"/>
                <a:pathLst>
                  <a:path w="1332" h="1261" extrusionOk="0">
                    <a:moveTo>
                      <a:pt x="452" y="1"/>
                    </a:moveTo>
                    <a:lnTo>
                      <a:pt x="0" y="298"/>
                    </a:lnTo>
                    <a:lnTo>
                      <a:pt x="1010" y="1260"/>
                    </a:lnTo>
                    <a:lnTo>
                      <a:pt x="1331" y="1225"/>
                    </a:lnTo>
                    <a:lnTo>
                      <a:pt x="4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41"/>
              <p:cNvSpPr/>
              <p:nvPr/>
            </p:nvSpPr>
            <p:spPr>
              <a:xfrm>
                <a:off x="3170622" y="316614"/>
                <a:ext cx="122569" cy="110399"/>
              </a:xfrm>
              <a:custGeom>
                <a:avLst/>
                <a:gdLst/>
                <a:ahLst/>
                <a:cxnLst/>
                <a:rect l="l" t="t" r="r" b="b"/>
                <a:pathLst>
                  <a:path w="3827" h="3447" extrusionOk="0">
                    <a:moveTo>
                      <a:pt x="24" y="1"/>
                    </a:moveTo>
                    <a:lnTo>
                      <a:pt x="0" y="238"/>
                    </a:lnTo>
                    <a:lnTo>
                      <a:pt x="1878" y="2555"/>
                    </a:lnTo>
                    <a:lnTo>
                      <a:pt x="2555" y="3447"/>
                    </a:lnTo>
                    <a:lnTo>
                      <a:pt x="3826" y="2294"/>
                    </a:lnTo>
                    <a:lnTo>
                      <a:pt x="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41"/>
              <p:cNvSpPr/>
              <p:nvPr/>
            </p:nvSpPr>
            <p:spPr>
              <a:xfrm>
                <a:off x="3233364" y="351972"/>
                <a:ext cx="30138" cy="26134"/>
              </a:xfrm>
              <a:custGeom>
                <a:avLst/>
                <a:gdLst/>
                <a:ahLst/>
                <a:cxnLst/>
                <a:rect l="l" t="t" r="r" b="b"/>
                <a:pathLst>
                  <a:path w="941" h="816" extrusionOk="0">
                    <a:moveTo>
                      <a:pt x="472" y="1"/>
                    </a:moveTo>
                    <a:cubicBezTo>
                      <a:pt x="303" y="1"/>
                      <a:pt x="137" y="103"/>
                      <a:pt x="85" y="299"/>
                    </a:cubicBezTo>
                    <a:cubicBezTo>
                      <a:pt x="0" y="572"/>
                      <a:pt x="222" y="816"/>
                      <a:pt x="471" y="816"/>
                    </a:cubicBezTo>
                    <a:cubicBezTo>
                      <a:pt x="536" y="816"/>
                      <a:pt x="603" y="799"/>
                      <a:pt x="667" y="762"/>
                    </a:cubicBezTo>
                    <a:cubicBezTo>
                      <a:pt x="869" y="655"/>
                      <a:pt x="941" y="406"/>
                      <a:pt x="834" y="216"/>
                    </a:cubicBezTo>
                    <a:cubicBezTo>
                      <a:pt x="753" y="71"/>
                      <a:pt x="612" y="1"/>
                      <a:pt x="4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41"/>
              <p:cNvSpPr/>
              <p:nvPr/>
            </p:nvSpPr>
            <p:spPr>
              <a:xfrm>
                <a:off x="3154993" y="413657"/>
                <a:ext cx="41155" cy="46856"/>
              </a:xfrm>
              <a:custGeom>
                <a:avLst/>
                <a:gdLst/>
                <a:ahLst/>
                <a:cxnLst/>
                <a:rect l="l" t="t" r="r" b="b"/>
                <a:pathLst>
                  <a:path w="1285" h="1463" extrusionOk="0">
                    <a:moveTo>
                      <a:pt x="25" y="1"/>
                    </a:moveTo>
                    <a:lnTo>
                      <a:pt x="1" y="322"/>
                    </a:lnTo>
                    <a:lnTo>
                      <a:pt x="1165" y="1462"/>
                    </a:lnTo>
                    <a:lnTo>
                      <a:pt x="1284" y="833"/>
                    </a:lnTo>
                    <a:lnTo>
                      <a:pt x="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41"/>
              <p:cNvSpPr/>
              <p:nvPr/>
            </p:nvSpPr>
            <p:spPr>
              <a:xfrm>
                <a:off x="3196501" y="402640"/>
                <a:ext cx="23989" cy="36928"/>
              </a:xfrm>
              <a:custGeom>
                <a:avLst/>
                <a:gdLst/>
                <a:ahLst/>
                <a:cxnLst/>
                <a:rect l="l" t="t" r="r" b="b"/>
                <a:pathLst>
                  <a:path w="749" h="1153" extrusionOk="0">
                    <a:moveTo>
                      <a:pt x="666" y="0"/>
                    </a:moveTo>
                    <a:lnTo>
                      <a:pt x="416" y="107"/>
                    </a:lnTo>
                    <a:lnTo>
                      <a:pt x="0" y="1153"/>
                    </a:lnTo>
                    <a:lnTo>
                      <a:pt x="749" y="594"/>
                    </a:lnTo>
                    <a:lnTo>
                      <a:pt x="6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41"/>
              <p:cNvSpPr/>
              <p:nvPr/>
            </p:nvSpPr>
            <p:spPr>
              <a:xfrm>
                <a:off x="3316380" y="427749"/>
                <a:ext cx="13355" cy="14476"/>
              </a:xfrm>
              <a:custGeom>
                <a:avLst/>
                <a:gdLst/>
                <a:ahLst/>
                <a:cxnLst/>
                <a:rect l="l" t="t" r="r" b="b"/>
                <a:pathLst>
                  <a:path w="417" h="452" extrusionOk="0">
                    <a:moveTo>
                      <a:pt x="416" y="0"/>
                    </a:moveTo>
                    <a:lnTo>
                      <a:pt x="0" y="286"/>
                    </a:lnTo>
                    <a:lnTo>
                      <a:pt x="404" y="452"/>
                    </a:lnTo>
                    <a:lnTo>
                      <a:pt x="4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41"/>
              <p:cNvSpPr/>
              <p:nvPr/>
            </p:nvSpPr>
            <p:spPr>
              <a:xfrm>
                <a:off x="3230354" y="352389"/>
                <a:ext cx="14893" cy="13740"/>
              </a:xfrm>
              <a:custGeom>
                <a:avLst/>
                <a:gdLst/>
                <a:ahLst/>
                <a:cxnLst/>
                <a:rect l="l" t="t" r="r" b="b"/>
                <a:pathLst>
                  <a:path w="465" h="429" extrusionOk="0">
                    <a:moveTo>
                      <a:pt x="464" y="1"/>
                    </a:moveTo>
                    <a:lnTo>
                      <a:pt x="1" y="167"/>
                    </a:lnTo>
                    <a:lnTo>
                      <a:pt x="345" y="428"/>
                    </a:lnTo>
                    <a:lnTo>
                      <a:pt x="4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 name="Title 4">
            <a:extLst>
              <a:ext uri="{FF2B5EF4-FFF2-40B4-BE49-F238E27FC236}">
                <a16:creationId xmlns:a16="http://schemas.microsoft.com/office/drawing/2014/main" id="{D2E0DCD6-A834-553C-01F7-7AAC15497615}"/>
              </a:ext>
            </a:extLst>
          </p:cNvPr>
          <p:cNvSpPr>
            <a:spLocks noGrp="1"/>
          </p:cNvSpPr>
          <p:nvPr>
            <p:ph type="title"/>
          </p:nvPr>
        </p:nvSpPr>
        <p:spPr>
          <a:xfrm>
            <a:off x="1919818" y="234464"/>
            <a:ext cx="5304363" cy="354900"/>
          </a:xfrm>
        </p:spPr>
        <p:style>
          <a:lnRef idx="2">
            <a:schemeClr val="dk1"/>
          </a:lnRef>
          <a:fillRef idx="1">
            <a:schemeClr val="lt1"/>
          </a:fillRef>
          <a:effectRef idx="0">
            <a:schemeClr val="dk1"/>
          </a:effectRef>
          <a:fontRef idx="minor">
            <a:schemeClr val="dk1"/>
          </a:fontRef>
        </p:style>
        <p:txBody>
          <a:bodyPr/>
          <a:lstStyle/>
          <a:p>
            <a:r>
              <a:rPr lang="en-US" dirty="0">
                <a:solidFill>
                  <a:srgbClr val="213363"/>
                </a:solidFill>
              </a:rPr>
              <a:t>Import</a:t>
            </a:r>
            <a:r>
              <a:rPr lang="en-US" dirty="0"/>
              <a:t> Libraries and Load Data</a:t>
            </a:r>
          </a:p>
        </p:txBody>
      </p:sp>
      <p:sp>
        <p:nvSpPr>
          <p:cNvPr id="7" name="TextBox 6">
            <a:extLst>
              <a:ext uri="{FF2B5EF4-FFF2-40B4-BE49-F238E27FC236}">
                <a16:creationId xmlns:a16="http://schemas.microsoft.com/office/drawing/2014/main" id="{BF057A3D-AE28-F170-A247-92963239176E}"/>
              </a:ext>
            </a:extLst>
          </p:cNvPr>
          <p:cNvSpPr txBox="1"/>
          <p:nvPr/>
        </p:nvSpPr>
        <p:spPr>
          <a:xfrm>
            <a:off x="107796" y="890609"/>
            <a:ext cx="1059366" cy="307777"/>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r>
              <a:rPr lang="en-US" dirty="0">
                <a:solidFill>
                  <a:srgbClr val="213363"/>
                </a:solidFill>
                <a:latin typeface="Limelight" panose="020B0604020202020204" charset="0"/>
                <a:cs typeface="Amatic SC" panose="00000500000000000000" pitchFamily="2" charset="-79"/>
              </a:rPr>
              <a:t>Libraries </a:t>
            </a:r>
          </a:p>
        </p:txBody>
      </p:sp>
      <p:sp>
        <p:nvSpPr>
          <p:cNvPr id="9" name="TextBox 8">
            <a:extLst>
              <a:ext uri="{FF2B5EF4-FFF2-40B4-BE49-F238E27FC236}">
                <a16:creationId xmlns:a16="http://schemas.microsoft.com/office/drawing/2014/main" id="{711833FF-C470-529B-32AD-300B5A90EC6C}"/>
              </a:ext>
            </a:extLst>
          </p:cNvPr>
          <p:cNvSpPr txBox="1"/>
          <p:nvPr/>
        </p:nvSpPr>
        <p:spPr>
          <a:xfrm>
            <a:off x="782703" y="1240699"/>
            <a:ext cx="7787268" cy="738664"/>
          </a:xfrm>
          <a:prstGeom prst="rect">
            <a:avLst/>
          </a:prstGeom>
          <a:noFill/>
        </p:spPr>
        <p:txBody>
          <a:bodyPr wrap="square">
            <a:spAutoFit/>
          </a:bodyPr>
          <a:lstStyle/>
          <a:p>
            <a:r>
              <a:rPr lang="en-US" dirty="0">
                <a:solidFill>
                  <a:srgbClr val="213363"/>
                </a:solidFill>
                <a:latin typeface="Aptos Display" panose="020B0004020202020204" pitchFamily="34" charset="0"/>
              </a:rPr>
              <a:t>“At the beginning of the project, we imported the required libraries and frameworks needed for data processing, visualization, machine learning, and deep learning. Different libraries were used because each one provides specialized tools for a specific task in the workflow.”</a:t>
            </a:r>
          </a:p>
        </p:txBody>
      </p:sp>
      <p:graphicFrame>
        <p:nvGraphicFramePr>
          <p:cNvPr id="10" name="Table 9">
            <a:extLst>
              <a:ext uri="{FF2B5EF4-FFF2-40B4-BE49-F238E27FC236}">
                <a16:creationId xmlns:a16="http://schemas.microsoft.com/office/drawing/2014/main" id="{1D89EDCF-D4C2-44F2-C0B7-3DD9435A4346}"/>
              </a:ext>
            </a:extLst>
          </p:cNvPr>
          <p:cNvGraphicFramePr>
            <a:graphicFrameLocks noGrp="1"/>
          </p:cNvGraphicFramePr>
          <p:nvPr>
            <p:extLst>
              <p:ext uri="{D42A27DB-BD31-4B8C-83A1-F6EECF244321}">
                <p14:modId xmlns:p14="http://schemas.microsoft.com/office/powerpoint/2010/main" val="4098636346"/>
              </p:ext>
            </p:extLst>
          </p:nvPr>
        </p:nvGraphicFramePr>
        <p:xfrm>
          <a:off x="1919818" y="2021676"/>
          <a:ext cx="5397190" cy="2159717"/>
        </p:xfrm>
        <a:graphic>
          <a:graphicData uri="http://schemas.openxmlformats.org/drawingml/2006/table">
            <a:tbl>
              <a:tblPr firstRow="1" bandRow="1">
                <a:tableStyleId>{17292A2E-F333-43FB-9621-5CBBE7FDCDCB}</a:tableStyleId>
              </a:tblPr>
              <a:tblGrid>
                <a:gridCol w="1306602">
                  <a:extLst>
                    <a:ext uri="{9D8B030D-6E8A-4147-A177-3AD203B41FA5}">
                      <a16:colId xmlns:a16="http://schemas.microsoft.com/office/drawing/2014/main" val="2718028860"/>
                    </a:ext>
                  </a:extLst>
                </a:gridCol>
                <a:gridCol w="4090588">
                  <a:extLst>
                    <a:ext uri="{9D8B030D-6E8A-4147-A177-3AD203B41FA5}">
                      <a16:colId xmlns:a16="http://schemas.microsoft.com/office/drawing/2014/main" val="2029305031"/>
                    </a:ext>
                  </a:extLst>
                </a:gridCol>
              </a:tblGrid>
              <a:tr h="308531">
                <a:tc>
                  <a:txBody>
                    <a:bodyPr/>
                    <a:lstStyle/>
                    <a:p>
                      <a:pPr algn="ctr"/>
                      <a:r>
                        <a:rPr lang="en-US" sz="1100" dirty="0"/>
                        <a:t>library</a:t>
                      </a:r>
                    </a:p>
                  </a:txBody>
                  <a:tcPr/>
                </a:tc>
                <a:tc>
                  <a:txBody>
                    <a:bodyPr/>
                    <a:lstStyle/>
                    <a:p>
                      <a:pPr algn="ctr"/>
                      <a:r>
                        <a:rPr lang="en-US" sz="1100" dirty="0"/>
                        <a:t>purpose</a:t>
                      </a:r>
                    </a:p>
                  </a:txBody>
                  <a:tcPr/>
                </a:tc>
                <a:extLst>
                  <a:ext uri="{0D108BD9-81ED-4DB2-BD59-A6C34878D82A}">
                    <a16:rowId xmlns:a16="http://schemas.microsoft.com/office/drawing/2014/main" val="1174749869"/>
                  </a:ext>
                </a:extLst>
              </a:tr>
              <a:tr h="308531">
                <a:tc>
                  <a:txBody>
                    <a:bodyPr/>
                    <a:lstStyle/>
                    <a:p>
                      <a:pPr algn="ctr"/>
                      <a:r>
                        <a:rPr lang="en-US" sz="1100" dirty="0"/>
                        <a:t>PySpark</a:t>
                      </a:r>
                    </a:p>
                  </a:txBody>
                  <a:tcPr/>
                </a:tc>
                <a:tc>
                  <a:txBody>
                    <a:bodyPr/>
                    <a:lstStyle/>
                    <a:p>
                      <a:pPr algn="ctr"/>
                      <a:r>
                        <a:rPr lang="en-US" sz="1100" dirty="0"/>
                        <a:t>Processing large-scale data efficiently</a:t>
                      </a:r>
                    </a:p>
                  </a:txBody>
                  <a:tcPr/>
                </a:tc>
                <a:extLst>
                  <a:ext uri="{0D108BD9-81ED-4DB2-BD59-A6C34878D82A}">
                    <a16:rowId xmlns:a16="http://schemas.microsoft.com/office/drawing/2014/main" val="841818974"/>
                  </a:ext>
                </a:extLst>
              </a:tr>
              <a:tr h="308531">
                <a:tc>
                  <a:txBody>
                    <a:bodyPr/>
                    <a:lstStyle/>
                    <a:p>
                      <a:pPr algn="ctr"/>
                      <a:r>
                        <a:rPr lang="en-US" sz="1100" dirty="0"/>
                        <a:t>Pandas</a:t>
                      </a:r>
                    </a:p>
                  </a:txBody>
                  <a:tcPr/>
                </a:tc>
                <a:tc>
                  <a:txBody>
                    <a:bodyPr/>
                    <a:lstStyle/>
                    <a:p>
                      <a:pPr algn="ctr"/>
                      <a:r>
                        <a:rPr lang="en-US" sz="1100" dirty="0"/>
                        <a:t>Data manipulation and analysis</a:t>
                      </a:r>
                    </a:p>
                  </a:txBody>
                  <a:tcPr/>
                </a:tc>
                <a:extLst>
                  <a:ext uri="{0D108BD9-81ED-4DB2-BD59-A6C34878D82A}">
                    <a16:rowId xmlns:a16="http://schemas.microsoft.com/office/drawing/2014/main" val="629679276"/>
                  </a:ext>
                </a:extLst>
              </a:tr>
              <a:tr h="308531">
                <a:tc>
                  <a:txBody>
                    <a:bodyPr/>
                    <a:lstStyle/>
                    <a:p>
                      <a:pPr algn="ctr"/>
                      <a:r>
                        <a:rPr lang="en-US" sz="1100" dirty="0"/>
                        <a:t>Matplotlib</a:t>
                      </a:r>
                    </a:p>
                  </a:txBody>
                  <a:tcPr/>
                </a:tc>
                <a:tc>
                  <a:txBody>
                    <a:bodyPr/>
                    <a:lstStyle/>
                    <a:p>
                      <a:pPr algn="ctr"/>
                      <a:r>
                        <a:rPr lang="en-US" sz="1100" dirty="0"/>
                        <a:t>Creating charts and visualizations</a:t>
                      </a:r>
                    </a:p>
                  </a:txBody>
                  <a:tcPr/>
                </a:tc>
                <a:extLst>
                  <a:ext uri="{0D108BD9-81ED-4DB2-BD59-A6C34878D82A}">
                    <a16:rowId xmlns:a16="http://schemas.microsoft.com/office/drawing/2014/main" val="219519288"/>
                  </a:ext>
                </a:extLst>
              </a:tr>
              <a:tr h="308531">
                <a:tc>
                  <a:txBody>
                    <a:bodyPr/>
                    <a:lstStyle/>
                    <a:p>
                      <a:pPr algn="ctr"/>
                      <a:r>
                        <a:rPr lang="en-US" sz="1100" dirty="0"/>
                        <a:t>PySpark MLlib</a:t>
                      </a:r>
                    </a:p>
                  </a:txBody>
                  <a:tcPr/>
                </a:tc>
                <a:tc>
                  <a:txBody>
                    <a:bodyPr/>
                    <a:lstStyle/>
                    <a:p>
                      <a:pPr algn="ctr"/>
                      <a:r>
                        <a:rPr lang="en-US" sz="1100" dirty="0"/>
                        <a:t>Building machine learning models</a:t>
                      </a:r>
                    </a:p>
                  </a:txBody>
                  <a:tcPr/>
                </a:tc>
                <a:extLst>
                  <a:ext uri="{0D108BD9-81ED-4DB2-BD59-A6C34878D82A}">
                    <a16:rowId xmlns:a16="http://schemas.microsoft.com/office/drawing/2014/main" val="1140578406"/>
                  </a:ext>
                </a:extLst>
              </a:tr>
              <a:tr h="308531">
                <a:tc>
                  <a:txBody>
                    <a:bodyPr/>
                    <a:lstStyle/>
                    <a:p>
                      <a:pPr algn="ctr"/>
                      <a:r>
                        <a:rPr lang="en-US" sz="1100" dirty="0"/>
                        <a:t>Scikit-learn</a:t>
                      </a:r>
                    </a:p>
                  </a:txBody>
                  <a:tcPr/>
                </a:tc>
                <a:tc>
                  <a:txBody>
                    <a:bodyPr/>
                    <a:lstStyle/>
                    <a:p>
                      <a:pPr algn="ctr"/>
                      <a:r>
                        <a:rPr lang="en-US" sz="1100" dirty="0"/>
                        <a:t>Feature scaling and evaluation metrics</a:t>
                      </a:r>
                    </a:p>
                  </a:txBody>
                  <a:tcPr/>
                </a:tc>
                <a:extLst>
                  <a:ext uri="{0D108BD9-81ED-4DB2-BD59-A6C34878D82A}">
                    <a16:rowId xmlns:a16="http://schemas.microsoft.com/office/drawing/2014/main" val="344888206"/>
                  </a:ext>
                </a:extLst>
              </a:tr>
              <a:tr h="308531">
                <a:tc>
                  <a:txBody>
                    <a:bodyPr/>
                    <a:lstStyle/>
                    <a:p>
                      <a:pPr algn="ctr"/>
                      <a:r>
                        <a:rPr lang="en-US" sz="1100" dirty="0"/>
                        <a:t>PyTorch</a:t>
                      </a:r>
                    </a:p>
                  </a:txBody>
                  <a:tcPr/>
                </a:tc>
                <a:tc>
                  <a:txBody>
                    <a:bodyPr/>
                    <a:lstStyle/>
                    <a:p>
                      <a:pPr algn="ctr"/>
                      <a:r>
                        <a:rPr lang="en-US" sz="1100" dirty="0"/>
                        <a:t>Building and training the deep learning model</a:t>
                      </a:r>
                    </a:p>
                  </a:txBody>
                  <a:tcPr/>
                </a:tc>
                <a:extLst>
                  <a:ext uri="{0D108BD9-81ED-4DB2-BD59-A6C34878D82A}">
                    <a16:rowId xmlns:a16="http://schemas.microsoft.com/office/drawing/2014/main" val="281796556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82">
          <a:extLst>
            <a:ext uri="{FF2B5EF4-FFF2-40B4-BE49-F238E27FC236}">
              <a16:creationId xmlns:a16="http://schemas.microsoft.com/office/drawing/2014/main" id="{4E5A3455-ACD3-0AED-CFAD-B2FA0B0C46F0}"/>
            </a:ext>
          </a:extLst>
        </p:cNvPr>
        <p:cNvGrpSpPr/>
        <p:nvPr/>
      </p:nvGrpSpPr>
      <p:grpSpPr>
        <a:xfrm>
          <a:off x="0" y="0"/>
          <a:ext cx="0" cy="0"/>
          <a:chOff x="0" y="0"/>
          <a:chExt cx="0" cy="0"/>
        </a:xfrm>
      </p:grpSpPr>
      <p:grpSp>
        <p:nvGrpSpPr>
          <p:cNvPr id="586" name="Google Shape;586;p41">
            <a:extLst>
              <a:ext uri="{FF2B5EF4-FFF2-40B4-BE49-F238E27FC236}">
                <a16:creationId xmlns:a16="http://schemas.microsoft.com/office/drawing/2014/main" id="{BEE3A943-1C21-FF9E-B9D2-F86230982464}"/>
              </a:ext>
            </a:extLst>
          </p:cNvPr>
          <p:cNvGrpSpPr/>
          <p:nvPr/>
        </p:nvGrpSpPr>
        <p:grpSpPr>
          <a:xfrm>
            <a:off x="8584329" y="234464"/>
            <a:ext cx="1507118" cy="838832"/>
            <a:chOff x="4600131" y="387951"/>
            <a:chExt cx="1507118" cy="838832"/>
          </a:xfrm>
        </p:grpSpPr>
        <p:grpSp>
          <p:nvGrpSpPr>
            <p:cNvPr id="587" name="Google Shape;587;p41">
              <a:extLst>
                <a:ext uri="{FF2B5EF4-FFF2-40B4-BE49-F238E27FC236}">
                  <a16:creationId xmlns:a16="http://schemas.microsoft.com/office/drawing/2014/main" id="{5B13C063-B65F-1406-2C98-850DC6DB4F07}"/>
                </a:ext>
              </a:extLst>
            </p:cNvPr>
            <p:cNvGrpSpPr/>
            <p:nvPr/>
          </p:nvGrpSpPr>
          <p:grpSpPr>
            <a:xfrm flipH="1">
              <a:off x="4691857" y="434776"/>
              <a:ext cx="1415391" cy="792008"/>
              <a:chOff x="1905568" y="363438"/>
              <a:chExt cx="1415391" cy="792008"/>
            </a:xfrm>
          </p:grpSpPr>
          <p:sp>
            <p:nvSpPr>
              <p:cNvPr id="588" name="Google Shape;588;p41">
                <a:extLst>
                  <a:ext uri="{FF2B5EF4-FFF2-40B4-BE49-F238E27FC236}">
                    <a16:creationId xmlns:a16="http://schemas.microsoft.com/office/drawing/2014/main" id="{7019EA78-9A3E-B028-4F01-3FE01E599CBA}"/>
                  </a:ext>
                </a:extLst>
              </p:cNvPr>
              <p:cNvSpPr/>
              <p:nvPr/>
            </p:nvSpPr>
            <p:spPr>
              <a:xfrm>
                <a:off x="1905568" y="363438"/>
                <a:ext cx="1342337" cy="713989"/>
              </a:xfrm>
              <a:custGeom>
                <a:avLst/>
                <a:gdLst/>
                <a:ahLst/>
                <a:cxnLst/>
                <a:rect l="l" t="t" r="r" b="b"/>
                <a:pathLst>
                  <a:path w="41912" h="22293" extrusionOk="0">
                    <a:moveTo>
                      <a:pt x="452" y="22293"/>
                    </a:moveTo>
                    <a:lnTo>
                      <a:pt x="0" y="21437"/>
                    </a:lnTo>
                    <a:lnTo>
                      <a:pt x="41270" y="0"/>
                    </a:lnTo>
                    <a:lnTo>
                      <a:pt x="41911" y="761"/>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41">
                <a:extLst>
                  <a:ext uri="{FF2B5EF4-FFF2-40B4-BE49-F238E27FC236}">
                    <a16:creationId xmlns:a16="http://schemas.microsoft.com/office/drawing/2014/main" id="{7F6EE959-68A4-9528-F376-5B81B9EF74ED}"/>
                  </a:ext>
                </a:extLst>
              </p:cNvPr>
              <p:cNvSpPr/>
              <p:nvPr/>
            </p:nvSpPr>
            <p:spPr>
              <a:xfrm>
                <a:off x="1975580" y="439535"/>
                <a:ext cx="1345379" cy="715911"/>
              </a:xfrm>
              <a:custGeom>
                <a:avLst/>
                <a:gdLst/>
                <a:ahLst/>
                <a:cxnLst/>
                <a:rect l="l" t="t" r="r" b="b"/>
                <a:pathLst>
                  <a:path w="42007" h="22353" extrusionOk="0">
                    <a:moveTo>
                      <a:pt x="452" y="22353"/>
                    </a:moveTo>
                    <a:lnTo>
                      <a:pt x="1" y="21497"/>
                    </a:lnTo>
                    <a:lnTo>
                      <a:pt x="41401" y="1"/>
                    </a:lnTo>
                    <a:lnTo>
                      <a:pt x="42007" y="773"/>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0" name="Google Shape;590;p41">
              <a:extLst>
                <a:ext uri="{FF2B5EF4-FFF2-40B4-BE49-F238E27FC236}">
                  <a16:creationId xmlns:a16="http://schemas.microsoft.com/office/drawing/2014/main" id="{DC9979D1-E2E3-AC21-7869-6DDFBF34C271}"/>
                </a:ext>
              </a:extLst>
            </p:cNvPr>
            <p:cNvGrpSpPr/>
            <p:nvPr/>
          </p:nvGrpSpPr>
          <p:grpSpPr>
            <a:xfrm flipH="1">
              <a:off x="4600131" y="387951"/>
              <a:ext cx="257693" cy="199083"/>
              <a:chOff x="3154993" y="316614"/>
              <a:chExt cx="257693" cy="199083"/>
            </a:xfrm>
          </p:grpSpPr>
          <p:sp>
            <p:nvSpPr>
              <p:cNvPr id="591" name="Google Shape;591;p41">
                <a:extLst>
                  <a:ext uri="{FF2B5EF4-FFF2-40B4-BE49-F238E27FC236}">
                    <a16:creationId xmlns:a16="http://schemas.microsoft.com/office/drawing/2014/main" id="{826C7EEE-4D80-8312-74CC-B0B5B5DF2486}"/>
                  </a:ext>
                </a:extLst>
              </p:cNvPr>
              <p:cNvSpPr/>
              <p:nvPr/>
            </p:nvSpPr>
            <p:spPr>
              <a:xfrm>
                <a:off x="3185067" y="330578"/>
                <a:ext cx="227619" cy="137910"/>
              </a:xfrm>
              <a:custGeom>
                <a:avLst/>
                <a:gdLst/>
                <a:ahLst/>
                <a:cxnLst/>
                <a:rect l="l" t="t" r="r" b="b"/>
                <a:pathLst>
                  <a:path w="7107" h="4306" extrusionOk="0">
                    <a:moveTo>
                      <a:pt x="6067" y="1"/>
                    </a:moveTo>
                    <a:cubicBezTo>
                      <a:pt x="6037" y="1"/>
                      <a:pt x="6008" y="2"/>
                      <a:pt x="5978" y="4"/>
                    </a:cubicBezTo>
                    <a:cubicBezTo>
                      <a:pt x="5835" y="4"/>
                      <a:pt x="5693" y="52"/>
                      <a:pt x="5574" y="135"/>
                    </a:cubicBezTo>
                    <a:cubicBezTo>
                      <a:pt x="4956" y="515"/>
                      <a:pt x="2734" y="1906"/>
                      <a:pt x="1973" y="2274"/>
                    </a:cubicBezTo>
                    <a:cubicBezTo>
                      <a:pt x="1355" y="2571"/>
                      <a:pt x="773" y="2927"/>
                      <a:pt x="226" y="3331"/>
                    </a:cubicBezTo>
                    <a:lnTo>
                      <a:pt x="1" y="4306"/>
                    </a:lnTo>
                    <a:cubicBezTo>
                      <a:pt x="690" y="4258"/>
                      <a:pt x="1843" y="3676"/>
                      <a:pt x="1843" y="3676"/>
                    </a:cubicBezTo>
                    <a:cubicBezTo>
                      <a:pt x="1843" y="3676"/>
                      <a:pt x="5764" y="1490"/>
                      <a:pt x="6429" y="1038"/>
                    </a:cubicBezTo>
                    <a:cubicBezTo>
                      <a:pt x="7107" y="598"/>
                      <a:pt x="6786" y="278"/>
                      <a:pt x="6786" y="278"/>
                    </a:cubicBezTo>
                    <a:cubicBezTo>
                      <a:pt x="6583" y="96"/>
                      <a:pt x="6332" y="1"/>
                      <a:pt x="60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41">
                <a:extLst>
                  <a:ext uri="{FF2B5EF4-FFF2-40B4-BE49-F238E27FC236}">
                    <a16:creationId xmlns:a16="http://schemas.microsoft.com/office/drawing/2014/main" id="{8B97E62C-2E62-0909-0A58-3B7EC3CD8B5B}"/>
                  </a:ext>
                </a:extLst>
              </p:cNvPr>
              <p:cNvSpPr/>
              <p:nvPr/>
            </p:nvSpPr>
            <p:spPr>
              <a:xfrm>
                <a:off x="3258890" y="401102"/>
                <a:ext cx="124875" cy="114594"/>
              </a:xfrm>
              <a:custGeom>
                <a:avLst/>
                <a:gdLst/>
                <a:ahLst/>
                <a:cxnLst/>
                <a:rect l="l" t="t" r="r" b="b"/>
                <a:pathLst>
                  <a:path w="3899" h="3578" extrusionOk="0">
                    <a:moveTo>
                      <a:pt x="1617" y="1"/>
                    </a:moveTo>
                    <a:lnTo>
                      <a:pt x="1" y="797"/>
                    </a:lnTo>
                    <a:lnTo>
                      <a:pt x="1522" y="1783"/>
                    </a:lnTo>
                    <a:lnTo>
                      <a:pt x="3661" y="3577"/>
                    </a:lnTo>
                    <a:lnTo>
                      <a:pt x="3899" y="3554"/>
                    </a:lnTo>
                    <a:lnTo>
                      <a:pt x="16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41">
                <a:extLst>
                  <a:ext uri="{FF2B5EF4-FFF2-40B4-BE49-F238E27FC236}">
                    <a16:creationId xmlns:a16="http://schemas.microsoft.com/office/drawing/2014/main" id="{3AD97EF5-AF40-9762-1426-967329B468CF}"/>
                  </a:ext>
                </a:extLst>
              </p:cNvPr>
              <p:cNvSpPr/>
              <p:nvPr/>
            </p:nvSpPr>
            <p:spPr>
              <a:xfrm>
                <a:off x="3323233" y="426148"/>
                <a:ext cx="28280" cy="23957"/>
              </a:xfrm>
              <a:custGeom>
                <a:avLst/>
                <a:gdLst/>
                <a:ahLst/>
                <a:cxnLst/>
                <a:rect l="l" t="t" r="r" b="b"/>
                <a:pathLst>
                  <a:path w="883" h="748" extrusionOk="0">
                    <a:moveTo>
                      <a:pt x="399" y="1"/>
                    </a:moveTo>
                    <a:cubicBezTo>
                      <a:pt x="385" y="1"/>
                      <a:pt x="371" y="1"/>
                      <a:pt x="357" y="3"/>
                    </a:cubicBezTo>
                    <a:cubicBezTo>
                      <a:pt x="155" y="15"/>
                      <a:pt x="0" y="193"/>
                      <a:pt x="24" y="407"/>
                    </a:cubicBezTo>
                    <a:cubicBezTo>
                      <a:pt x="39" y="618"/>
                      <a:pt x="212" y="748"/>
                      <a:pt x="391" y="748"/>
                    </a:cubicBezTo>
                    <a:cubicBezTo>
                      <a:pt x="494" y="748"/>
                      <a:pt x="599" y="705"/>
                      <a:pt x="678" y="609"/>
                    </a:cubicBezTo>
                    <a:cubicBezTo>
                      <a:pt x="882" y="370"/>
                      <a:pt x="706" y="1"/>
                      <a:pt x="3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41">
                <a:extLst>
                  <a:ext uri="{FF2B5EF4-FFF2-40B4-BE49-F238E27FC236}">
                    <a16:creationId xmlns:a16="http://schemas.microsoft.com/office/drawing/2014/main" id="{A3765110-C61E-7830-2FCF-AE55862D1A87}"/>
                  </a:ext>
                </a:extLst>
              </p:cNvPr>
              <p:cNvSpPr/>
              <p:nvPr/>
            </p:nvSpPr>
            <p:spPr>
              <a:xfrm>
                <a:off x="3196116" y="452475"/>
                <a:ext cx="42661" cy="40387"/>
              </a:xfrm>
              <a:custGeom>
                <a:avLst/>
                <a:gdLst/>
                <a:ahLst/>
                <a:cxnLst/>
                <a:rect l="l" t="t" r="r" b="b"/>
                <a:pathLst>
                  <a:path w="1332" h="1261" extrusionOk="0">
                    <a:moveTo>
                      <a:pt x="452" y="1"/>
                    </a:moveTo>
                    <a:lnTo>
                      <a:pt x="0" y="298"/>
                    </a:lnTo>
                    <a:lnTo>
                      <a:pt x="1010" y="1260"/>
                    </a:lnTo>
                    <a:lnTo>
                      <a:pt x="1331" y="1225"/>
                    </a:lnTo>
                    <a:lnTo>
                      <a:pt x="4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41">
                <a:extLst>
                  <a:ext uri="{FF2B5EF4-FFF2-40B4-BE49-F238E27FC236}">
                    <a16:creationId xmlns:a16="http://schemas.microsoft.com/office/drawing/2014/main" id="{2FE5A7E3-DF52-EBE1-F8D6-C43AC9526472}"/>
                  </a:ext>
                </a:extLst>
              </p:cNvPr>
              <p:cNvSpPr/>
              <p:nvPr/>
            </p:nvSpPr>
            <p:spPr>
              <a:xfrm>
                <a:off x="3170622" y="316614"/>
                <a:ext cx="122569" cy="110399"/>
              </a:xfrm>
              <a:custGeom>
                <a:avLst/>
                <a:gdLst/>
                <a:ahLst/>
                <a:cxnLst/>
                <a:rect l="l" t="t" r="r" b="b"/>
                <a:pathLst>
                  <a:path w="3827" h="3447" extrusionOk="0">
                    <a:moveTo>
                      <a:pt x="24" y="1"/>
                    </a:moveTo>
                    <a:lnTo>
                      <a:pt x="0" y="238"/>
                    </a:lnTo>
                    <a:lnTo>
                      <a:pt x="1878" y="2555"/>
                    </a:lnTo>
                    <a:lnTo>
                      <a:pt x="2555" y="3447"/>
                    </a:lnTo>
                    <a:lnTo>
                      <a:pt x="3826" y="2294"/>
                    </a:lnTo>
                    <a:lnTo>
                      <a:pt x="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41">
                <a:extLst>
                  <a:ext uri="{FF2B5EF4-FFF2-40B4-BE49-F238E27FC236}">
                    <a16:creationId xmlns:a16="http://schemas.microsoft.com/office/drawing/2014/main" id="{AC87AF15-D892-0503-01EC-6BBFEF1F3A98}"/>
                  </a:ext>
                </a:extLst>
              </p:cNvPr>
              <p:cNvSpPr/>
              <p:nvPr/>
            </p:nvSpPr>
            <p:spPr>
              <a:xfrm>
                <a:off x="3233364" y="351972"/>
                <a:ext cx="30138" cy="26134"/>
              </a:xfrm>
              <a:custGeom>
                <a:avLst/>
                <a:gdLst/>
                <a:ahLst/>
                <a:cxnLst/>
                <a:rect l="l" t="t" r="r" b="b"/>
                <a:pathLst>
                  <a:path w="941" h="816" extrusionOk="0">
                    <a:moveTo>
                      <a:pt x="472" y="1"/>
                    </a:moveTo>
                    <a:cubicBezTo>
                      <a:pt x="303" y="1"/>
                      <a:pt x="137" y="103"/>
                      <a:pt x="85" y="299"/>
                    </a:cubicBezTo>
                    <a:cubicBezTo>
                      <a:pt x="0" y="572"/>
                      <a:pt x="222" y="816"/>
                      <a:pt x="471" y="816"/>
                    </a:cubicBezTo>
                    <a:cubicBezTo>
                      <a:pt x="536" y="816"/>
                      <a:pt x="603" y="799"/>
                      <a:pt x="667" y="762"/>
                    </a:cubicBezTo>
                    <a:cubicBezTo>
                      <a:pt x="869" y="655"/>
                      <a:pt x="941" y="406"/>
                      <a:pt x="834" y="216"/>
                    </a:cubicBezTo>
                    <a:cubicBezTo>
                      <a:pt x="753" y="71"/>
                      <a:pt x="612" y="1"/>
                      <a:pt x="4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41">
                <a:extLst>
                  <a:ext uri="{FF2B5EF4-FFF2-40B4-BE49-F238E27FC236}">
                    <a16:creationId xmlns:a16="http://schemas.microsoft.com/office/drawing/2014/main" id="{9E6B2AB3-4FE8-B309-19E9-9AC0DD26656C}"/>
                  </a:ext>
                </a:extLst>
              </p:cNvPr>
              <p:cNvSpPr/>
              <p:nvPr/>
            </p:nvSpPr>
            <p:spPr>
              <a:xfrm>
                <a:off x="3154993" y="413657"/>
                <a:ext cx="41155" cy="46856"/>
              </a:xfrm>
              <a:custGeom>
                <a:avLst/>
                <a:gdLst/>
                <a:ahLst/>
                <a:cxnLst/>
                <a:rect l="l" t="t" r="r" b="b"/>
                <a:pathLst>
                  <a:path w="1285" h="1463" extrusionOk="0">
                    <a:moveTo>
                      <a:pt x="25" y="1"/>
                    </a:moveTo>
                    <a:lnTo>
                      <a:pt x="1" y="322"/>
                    </a:lnTo>
                    <a:lnTo>
                      <a:pt x="1165" y="1462"/>
                    </a:lnTo>
                    <a:lnTo>
                      <a:pt x="1284" y="833"/>
                    </a:lnTo>
                    <a:lnTo>
                      <a:pt x="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41">
                <a:extLst>
                  <a:ext uri="{FF2B5EF4-FFF2-40B4-BE49-F238E27FC236}">
                    <a16:creationId xmlns:a16="http://schemas.microsoft.com/office/drawing/2014/main" id="{D6687105-391B-B137-2141-170388213001}"/>
                  </a:ext>
                </a:extLst>
              </p:cNvPr>
              <p:cNvSpPr/>
              <p:nvPr/>
            </p:nvSpPr>
            <p:spPr>
              <a:xfrm>
                <a:off x="3196501" y="402640"/>
                <a:ext cx="23989" cy="36928"/>
              </a:xfrm>
              <a:custGeom>
                <a:avLst/>
                <a:gdLst/>
                <a:ahLst/>
                <a:cxnLst/>
                <a:rect l="l" t="t" r="r" b="b"/>
                <a:pathLst>
                  <a:path w="749" h="1153" extrusionOk="0">
                    <a:moveTo>
                      <a:pt x="666" y="0"/>
                    </a:moveTo>
                    <a:lnTo>
                      <a:pt x="416" y="107"/>
                    </a:lnTo>
                    <a:lnTo>
                      <a:pt x="0" y="1153"/>
                    </a:lnTo>
                    <a:lnTo>
                      <a:pt x="749" y="594"/>
                    </a:lnTo>
                    <a:lnTo>
                      <a:pt x="6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41">
                <a:extLst>
                  <a:ext uri="{FF2B5EF4-FFF2-40B4-BE49-F238E27FC236}">
                    <a16:creationId xmlns:a16="http://schemas.microsoft.com/office/drawing/2014/main" id="{1D982717-EDB3-7773-6047-5B1DC679D11E}"/>
                  </a:ext>
                </a:extLst>
              </p:cNvPr>
              <p:cNvSpPr/>
              <p:nvPr/>
            </p:nvSpPr>
            <p:spPr>
              <a:xfrm>
                <a:off x="3316380" y="427749"/>
                <a:ext cx="13355" cy="14476"/>
              </a:xfrm>
              <a:custGeom>
                <a:avLst/>
                <a:gdLst/>
                <a:ahLst/>
                <a:cxnLst/>
                <a:rect l="l" t="t" r="r" b="b"/>
                <a:pathLst>
                  <a:path w="417" h="452" extrusionOk="0">
                    <a:moveTo>
                      <a:pt x="416" y="0"/>
                    </a:moveTo>
                    <a:lnTo>
                      <a:pt x="0" y="286"/>
                    </a:lnTo>
                    <a:lnTo>
                      <a:pt x="404" y="452"/>
                    </a:lnTo>
                    <a:lnTo>
                      <a:pt x="4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41">
                <a:extLst>
                  <a:ext uri="{FF2B5EF4-FFF2-40B4-BE49-F238E27FC236}">
                    <a16:creationId xmlns:a16="http://schemas.microsoft.com/office/drawing/2014/main" id="{1F839F74-D78D-F8A9-6C5F-3AAC3363ACB5}"/>
                  </a:ext>
                </a:extLst>
              </p:cNvPr>
              <p:cNvSpPr/>
              <p:nvPr/>
            </p:nvSpPr>
            <p:spPr>
              <a:xfrm>
                <a:off x="3230354" y="352389"/>
                <a:ext cx="14893" cy="13740"/>
              </a:xfrm>
              <a:custGeom>
                <a:avLst/>
                <a:gdLst/>
                <a:ahLst/>
                <a:cxnLst/>
                <a:rect l="l" t="t" r="r" b="b"/>
                <a:pathLst>
                  <a:path w="465" h="429" extrusionOk="0">
                    <a:moveTo>
                      <a:pt x="464" y="1"/>
                    </a:moveTo>
                    <a:lnTo>
                      <a:pt x="1" y="167"/>
                    </a:lnTo>
                    <a:lnTo>
                      <a:pt x="345" y="428"/>
                    </a:lnTo>
                    <a:lnTo>
                      <a:pt x="4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 name="Title 4">
            <a:extLst>
              <a:ext uri="{FF2B5EF4-FFF2-40B4-BE49-F238E27FC236}">
                <a16:creationId xmlns:a16="http://schemas.microsoft.com/office/drawing/2014/main" id="{4B7AB1AD-47B9-D2D9-FD25-E2405BAF6915}"/>
              </a:ext>
            </a:extLst>
          </p:cNvPr>
          <p:cNvSpPr>
            <a:spLocks noGrp="1"/>
          </p:cNvSpPr>
          <p:nvPr>
            <p:ph type="title"/>
          </p:nvPr>
        </p:nvSpPr>
        <p:spPr>
          <a:xfrm>
            <a:off x="1919818" y="234464"/>
            <a:ext cx="5304363" cy="354900"/>
          </a:xfrm>
        </p:spPr>
        <p:style>
          <a:lnRef idx="2">
            <a:schemeClr val="dk1"/>
          </a:lnRef>
          <a:fillRef idx="1">
            <a:schemeClr val="lt1"/>
          </a:fillRef>
          <a:effectRef idx="0">
            <a:schemeClr val="dk1"/>
          </a:effectRef>
          <a:fontRef idx="minor">
            <a:schemeClr val="dk1"/>
          </a:fontRef>
        </p:style>
        <p:txBody>
          <a:bodyPr/>
          <a:lstStyle/>
          <a:p>
            <a:r>
              <a:rPr lang="en-US" dirty="0">
                <a:solidFill>
                  <a:srgbClr val="213363"/>
                </a:solidFill>
              </a:rPr>
              <a:t>Import</a:t>
            </a:r>
            <a:r>
              <a:rPr lang="en-US" dirty="0"/>
              <a:t> Libraries and Load Data</a:t>
            </a:r>
          </a:p>
        </p:txBody>
      </p:sp>
      <p:sp>
        <p:nvSpPr>
          <p:cNvPr id="7" name="TextBox 6">
            <a:extLst>
              <a:ext uri="{FF2B5EF4-FFF2-40B4-BE49-F238E27FC236}">
                <a16:creationId xmlns:a16="http://schemas.microsoft.com/office/drawing/2014/main" id="{2A6675F2-625C-0538-62D2-228B8BD2266E}"/>
              </a:ext>
            </a:extLst>
          </p:cNvPr>
          <p:cNvSpPr txBox="1"/>
          <p:nvPr/>
        </p:nvSpPr>
        <p:spPr>
          <a:xfrm>
            <a:off x="107795" y="890609"/>
            <a:ext cx="1345379" cy="307777"/>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r>
              <a:rPr lang="en-US" dirty="0">
                <a:solidFill>
                  <a:srgbClr val="213363"/>
                </a:solidFill>
                <a:latin typeface="Limelight" panose="020B0604020202020204" charset="0"/>
                <a:cs typeface="Amatic SC" panose="00000500000000000000" pitchFamily="2" charset="-79"/>
              </a:rPr>
              <a:t>Load Data</a:t>
            </a:r>
          </a:p>
        </p:txBody>
      </p:sp>
      <p:sp>
        <p:nvSpPr>
          <p:cNvPr id="3" name="TextBox 2">
            <a:extLst>
              <a:ext uri="{FF2B5EF4-FFF2-40B4-BE49-F238E27FC236}">
                <a16:creationId xmlns:a16="http://schemas.microsoft.com/office/drawing/2014/main" id="{89998320-CED9-C148-C975-A0017E2A884C}"/>
              </a:ext>
            </a:extLst>
          </p:cNvPr>
          <p:cNvSpPr txBox="1"/>
          <p:nvPr/>
        </p:nvSpPr>
        <p:spPr>
          <a:xfrm>
            <a:off x="1226634" y="1381556"/>
            <a:ext cx="7043853" cy="738664"/>
          </a:xfrm>
          <a:prstGeom prst="rect">
            <a:avLst/>
          </a:prstGeom>
          <a:noFill/>
        </p:spPr>
        <p:txBody>
          <a:bodyPr wrap="square">
            <a:spAutoFit/>
          </a:bodyPr>
          <a:lstStyle/>
          <a:p>
            <a:pPr algn="ctr"/>
            <a:r>
              <a:rPr lang="en-US" dirty="0">
                <a:solidFill>
                  <a:srgbClr val="213363"/>
                </a:solidFill>
              </a:rPr>
              <a:t>“After importing the libraries, the dataset was loaded from a CSV file into a Spark Data Frame using PySpark. The header option was enabled to read column names correctly, and schema inference was used to automatically detect data types.”</a:t>
            </a:r>
          </a:p>
        </p:txBody>
      </p:sp>
      <p:sp>
        <p:nvSpPr>
          <p:cNvPr id="6" name="TextBox 5">
            <a:extLst>
              <a:ext uri="{FF2B5EF4-FFF2-40B4-BE49-F238E27FC236}">
                <a16:creationId xmlns:a16="http://schemas.microsoft.com/office/drawing/2014/main" id="{1E1133DC-D3FA-D7DA-CB8E-BC19A26AAC98}"/>
              </a:ext>
            </a:extLst>
          </p:cNvPr>
          <p:cNvSpPr txBox="1"/>
          <p:nvPr/>
        </p:nvSpPr>
        <p:spPr>
          <a:xfrm>
            <a:off x="390293" y="2500061"/>
            <a:ext cx="5047784" cy="523220"/>
          </a:xfrm>
          <a:prstGeom prst="rect">
            <a:avLst/>
          </a:prstGeom>
          <a:noFill/>
        </p:spPr>
        <p:txBody>
          <a:bodyPr wrap="square">
            <a:spAutoFit/>
          </a:bodyPr>
          <a:lstStyle/>
          <a:p>
            <a:r>
              <a:rPr lang="en-US" b="1" dirty="0">
                <a:solidFill>
                  <a:srgbClr val="213363"/>
                </a:solidFill>
              </a:rPr>
              <a:t>Rows</a:t>
            </a:r>
            <a:r>
              <a:rPr lang="en-US" dirty="0">
                <a:solidFill>
                  <a:srgbClr val="213363"/>
                </a:solidFill>
              </a:rPr>
              <a:t> : 4,078,318</a:t>
            </a:r>
          </a:p>
          <a:p>
            <a:r>
              <a:rPr lang="en-US" b="1" dirty="0">
                <a:solidFill>
                  <a:srgbClr val="213363"/>
                </a:solidFill>
              </a:rPr>
              <a:t>Columns</a:t>
            </a:r>
            <a:r>
              <a:rPr lang="en-US" dirty="0">
                <a:solidFill>
                  <a:srgbClr val="213363"/>
                </a:solidFill>
              </a:rPr>
              <a:t> : 61</a:t>
            </a:r>
          </a:p>
        </p:txBody>
      </p:sp>
      <p:pic>
        <p:nvPicPr>
          <p:cNvPr id="11" name="Picture 10">
            <a:extLst>
              <a:ext uri="{FF2B5EF4-FFF2-40B4-BE49-F238E27FC236}">
                <a16:creationId xmlns:a16="http://schemas.microsoft.com/office/drawing/2014/main" id="{D660F538-4DD8-8390-05FF-65F47B1589B6}"/>
              </a:ext>
            </a:extLst>
          </p:cNvPr>
          <p:cNvPicPr>
            <a:picLocks noChangeAspect="1"/>
          </p:cNvPicPr>
          <p:nvPr/>
        </p:nvPicPr>
        <p:blipFill>
          <a:blip r:embed="rId3"/>
          <a:stretch>
            <a:fillRect/>
          </a:stretch>
        </p:blipFill>
        <p:spPr>
          <a:xfrm>
            <a:off x="2174955" y="2667664"/>
            <a:ext cx="5321912" cy="2075087"/>
          </a:xfrm>
          <a:prstGeom prst="rect">
            <a:avLst/>
          </a:prstGeom>
          <a:ln>
            <a:no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8141404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43"/>
        <p:cNvGrpSpPr/>
        <p:nvPr/>
      </p:nvGrpSpPr>
      <p:grpSpPr>
        <a:xfrm>
          <a:off x="0" y="0"/>
          <a:ext cx="0" cy="0"/>
          <a:chOff x="0" y="0"/>
          <a:chExt cx="0" cy="0"/>
        </a:xfrm>
      </p:grpSpPr>
      <p:sp>
        <p:nvSpPr>
          <p:cNvPr id="748" name="Google Shape;748;p44"/>
          <p:cNvSpPr txBox="1">
            <a:spLocks noGrp="1"/>
          </p:cNvSpPr>
          <p:nvPr>
            <p:ph type="title"/>
          </p:nvPr>
        </p:nvSpPr>
        <p:spPr>
          <a:xfrm>
            <a:off x="539400" y="445025"/>
            <a:ext cx="80652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rPr>
              <a:t>Data</a:t>
            </a:r>
            <a:r>
              <a:rPr lang="en" dirty="0">
                <a:solidFill>
                  <a:schemeClr val="dk2"/>
                </a:solidFill>
              </a:rPr>
              <a:t> Cleaning</a:t>
            </a:r>
            <a:endParaRPr dirty="0">
              <a:solidFill>
                <a:schemeClr val="dk2"/>
              </a:solidFill>
            </a:endParaRPr>
          </a:p>
        </p:txBody>
      </p:sp>
      <p:grpSp>
        <p:nvGrpSpPr>
          <p:cNvPr id="763" name="Google Shape;763;p44"/>
          <p:cNvGrpSpPr/>
          <p:nvPr/>
        </p:nvGrpSpPr>
        <p:grpSpPr>
          <a:xfrm>
            <a:off x="4452533" y="4491467"/>
            <a:ext cx="1507118" cy="838832"/>
            <a:chOff x="7636893" y="2346251"/>
            <a:chExt cx="1507118" cy="838832"/>
          </a:xfrm>
        </p:grpSpPr>
        <p:grpSp>
          <p:nvGrpSpPr>
            <p:cNvPr id="764" name="Google Shape;764;p44"/>
            <p:cNvGrpSpPr/>
            <p:nvPr/>
          </p:nvGrpSpPr>
          <p:grpSpPr>
            <a:xfrm flipH="1">
              <a:off x="7728620" y="2393076"/>
              <a:ext cx="1415391" cy="792008"/>
              <a:chOff x="1905568" y="363438"/>
              <a:chExt cx="1415391" cy="792008"/>
            </a:xfrm>
          </p:grpSpPr>
          <p:sp>
            <p:nvSpPr>
              <p:cNvPr id="765" name="Google Shape;765;p44"/>
              <p:cNvSpPr/>
              <p:nvPr/>
            </p:nvSpPr>
            <p:spPr>
              <a:xfrm>
                <a:off x="1905568" y="363438"/>
                <a:ext cx="1342337" cy="713989"/>
              </a:xfrm>
              <a:custGeom>
                <a:avLst/>
                <a:gdLst/>
                <a:ahLst/>
                <a:cxnLst/>
                <a:rect l="l" t="t" r="r" b="b"/>
                <a:pathLst>
                  <a:path w="41912" h="22293" extrusionOk="0">
                    <a:moveTo>
                      <a:pt x="452" y="22293"/>
                    </a:moveTo>
                    <a:lnTo>
                      <a:pt x="0" y="21437"/>
                    </a:lnTo>
                    <a:lnTo>
                      <a:pt x="41270" y="0"/>
                    </a:lnTo>
                    <a:lnTo>
                      <a:pt x="41911" y="761"/>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44"/>
              <p:cNvSpPr/>
              <p:nvPr/>
            </p:nvSpPr>
            <p:spPr>
              <a:xfrm>
                <a:off x="1975580" y="439535"/>
                <a:ext cx="1345379" cy="715911"/>
              </a:xfrm>
              <a:custGeom>
                <a:avLst/>
                <a:gdLst/>
                <a:ahLst/>
                <a:cxnLst/>
                <a:rect l="l" t="t" r="r" b="b"/>
                <a:pathLst>
                  <a:path w="42007" h="22353" extrusionOk="0">
                    <a:moveTo>
                      <a:pt x="452" y="22353"/>
                    </a:moveTo>
                    <a:lnTo>
                      <a:pt x="1" y="21497"/>
                    </a:lnTo>
                    <a:lnTo>
                      <a:pt x="41401" y="1"/>
                    </a:lnTo>
                    <a:lnTo>
                      <a:pt x="42007" y="773"/>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7" name="Google Shape;767;p44"/>
            <p:cNvGrpSpPr/>
            <p:nvPr/>
          </p:nvGrpSpPr>
          <p:grpSpPr>
            <a:xfrm flipH="1">
              <a:off x="7636893" y="2346251"/>
              <a:ext cx="257693" cy="199083"/>
              <a:chOff x="3154993" y="316614"/>
              <a:chExt cx="257693" cy="199083"/>
            </a:xfrm>
          </p:grpSpPr>
          <p:sp>
            <p:nvSpPr>
              <p:cNvPr id="768" name="Google Shape;768;p44"/>
              <p:cNvSpPr/>
              <p:nvPr/>
            </p:nvSpPr>
            <p:spPr>
              <a:xfrm>
                <a:off x="3185067" y="330578"/>
                <a:ext cx="227619" cy="137910"/>
              </a:xfrm>
              <a:custGeom>
                <a:avLst/>
                <a:gdLst/>
                <a:ahLst/>
                <a:cxnLst/>
                <a:rect l="l" t="t" r="r" b="b"/>
                <a:pathLst>
                  <a:path w="7107" h="4306" extrusionOk="0">
                    <a:moveTo>
                      <a:pt x="6067" y="1"/>
                    </a:moveTo>
                    <a:cubicBezTo>
                      <a:pt x="6037" y="1"/>
                      <a:pt x="6008" y="2"/>
                      <a:pt x="5978" y="4"/>
                    </a:cubicBezTo>
                    <a:cubicBezTo>
                      <a:pt x="5835" y="4"/>
                      <a:pt x="5693" y="52"/>
                      <a:pt x="5574" y="135"/>
                    </a:cubicBezTo>
                    <a:cubicBezTo>
                      <a:pt x="4956" y="515"/>
                      <a:pt x="2734" y="1906"/>
                      <a:pt x="1973" y="2274"/>
                    </a:cubicBezTo>
                    <a:cubicBezTo>
                      <a:pt x="1355" y="2571"/>
                      <a:pt x="773" y="2927"/>
                      <a:pt x="226" y="3331"/>
                    </a:cubicBezTo>
                    <a:lnTo>
                      <a:pt x="1" y="4306"/>
                    </a:lnTo>
                    <a:cubicBezTo>
                      <a:pt x="690" y="4258"/>
                      <a:pt x="1843" y="3676"/>
                      <a:pt x="1843" y="3676"/>
                    </a:cubicBezTo>
                    <a:cubicBezTo>
                      <a:pt x="1843" y="3676"/>
                      <a:pt x="5764" y="1490"/>
                      <a:pt x="6429" y="1038"/>
                    </a:cubicBezTo>
                    <a:cubicBezTo>
                      <a:pt x="7107" y="598"/>
                      <a:pt x="6786" y="278"/>
                      <a:pt x="6786" y="278"/>
                    </a:cubicBezTo>
                    <a:cubicBezTo>
                      <a:pt x="6583" y="96"/>
                      <a:pt x="6332" y="1"/>
                      <a:pt x="60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44"/>
              <p:cNvSpPr/>
              <p:nvPr/>
            </p:nvSpPr>
            <p:spPr>
              <a:xfrm>
                <a:off x="3258890" y="401102"/>
                <a:ext cx="124875" cy="114594"/>
              </a:xfrm>
              <a:custGeom>
                <a:avLst/>
                <a:gdLst/>
                <a:ahLst/>
                <a:cxnLst/>
                <a:rect l="l" t="t" r="r" b="b"/>
                <a:pathLst>
                  <a:path w="3899" h="3578" extrusionOk="0">
                    <a:moveTo>
                      <a:pt x="1617" y="1"/>
                    </a:moveTo>
                    <a:lnTo>
                      <a:pt x="1" y="797"/>
                    </a:lnTo>
                    <a:lnTo>
                      <a:pt x="1522" y="1783"/>
                    </a:lnTo>
                    <a:lnTo>
                      <a:pt x="3661" y="3577"/>
                    </a:lnTo>
                    <a:lnTo>
                      <a:pt x="3899" y="3554"/>
                    </a:lnTo>
                    <a:lnTo>
                      <a:pt x="16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44"/>
              <p:cNvSpPr/>
              <p:nvPr/>
            </p:nvSpPr>
            <p:spPr>
              <a:xfrm>
                <a:off x="3323233" y="426148"/>
                <a:ext cx="28280" cy="23957"/>
              </a:xfrm>
              <a:custGeom>
                <a:avLst/>
                <a:gdLst/>
                <a:ahLst/>
                <a:cxnLst/>
                <a:rect l="l" t="t" r="r" b="b"/>
                <a:pathLst>
                  <a:path w="883" h="748" extrusionOk="0">
                    <a:moveTo>
                      <a:pt x="399" y="1"/>
                    </a:moveTo>
                    <a:cubicBezTo>
                      <a:pt x="385" y="1"/>
                      <a:pt x="371" y="1"/>
                      <a:pt x="357" y="3"/>
                    </a:cubicBezTo>
                    <a:cubicBezTo>
                      <a:pt x="155" y="15"/>
                      <a:pt x="0" y="193"/>
                      <a:pt x="24" y="407"/>
                    </a:cubicBezTo>
                    <a:cubicBezTo>
                      <a:pt x="39" y="618"/>
                      <a:pt x="212" y="748"/>
                      <a:pt x="391" y="748"/>
                    </a:cubicBezTo>
                    <a:cubicBezTo>
                      <a:pt x="494" y="748"/>
                      <a:pt x="599" y="705"/>
                      <a:pt x="678" y="609"/>
                    </a:cubicBezTo>
                    <a:cubicBezTo>
                      <a:pt x="882" y="370"/>
                      <a:pt x="706" y="1"/>
                      <a:pt x="3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44"/>
              <p:cNvSpPr/>
              <p:nvPr/>
            </p:nvSpPr>
            <p:spPr>
              <a:xfrm>
                <a:off x="3196116" y="452475"/>
                <a:ext cx="42661" cy="40387"/>
              </a:xfrm>
              <a:custGeom>
                <a:avLst/>
                <a:gdLst/>
                <a:ahLst/>
                <a:cxnLst/>
                <a:rect l="l" t="t" r="r" b="b"/>
                <a:pathLst>
                  <a:path w="1332" h="1261" extrusionOk="0">
                    <a:moveTo>
                      <a:pt x="452" y="1"/>
                    </a:moveTo>
                    <a:lnTo>
                      <a:pt x="0" y="298"/>
                    </a:lnTo>
                    <a:lnTo>
                      <a:pt x="1010" y="1260"/>
                    </a:lnTo>
                    <a:lnTo>
                      <a:pt x="1331" y="1225"/>
                    </a:lnTo>
                    <a:lnTo>
                      <a:pt x="4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44"/>
              <p:cNvSpPr/>
              <p:nvPr/>
            </p:nvSpPr>
            <p:spPr>
              <a:xfrm>
                <a:off x="3170622" y="316614"/>
                <a:ext cx="122569" cy="110399"/>
              </a:xfrm>
              <a:custGeom>
                <a:avLst/>
                <a:gdLst/>
                <a:ahLst/>
                <a:cxnLst/>
                <a:rect l="l" t="t" r="r" b="b"/>
                <a:pathLst>
                  <a:path w="3827" h="3447" extrusionOk="0">
                    <a:moveTo>
                      <a:pt x="24" y="1"/>
                    </a:moveTo>
                    <a:lnTo>
                      <a:pt x="0" y="238"/>
                    </a:lnTo>
                    <a:lnTo>
                      <a:pt x="1878" y="2555"/>
                    </a:lnTo>
                    <a:lnTo>
                      <a:pt x="2555" y="3447"/>
                    </a:lnTo>
                    <a:lnTo>
                      <a:pt x="3826" y="2294"/>
                    </a:lnTo>
                    <a:lnTo>
                      <a:pt x="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44"/>
              <p:cNvSpPr/>
              <p:nvPr/>
            </p:nvSpPr>
            <p:spPr>
              <a:xfrm>
                <a:off x="3233364" y="351972"/>
                <a:ext cx="30138" cy="26134"/>
              </a:xfrm>
              <a:custGeom>
                <a:avLst/>
                <a:gdLst/>
                <a:ahLst/>
                <a:cxnLst/>
                <a:rect l="l" t="t" r="r" b="b"/>
                <a:pathLst>
                  <a:path w="941" h="816" extrusionOk="0">
                    <a:moveTo>
                      <a:pt x="472" y="1"/>
                    </a:moveTo>
                    <a:cubicBezTo>
                      <a:pt x="303" y="1"/>
                      <a:pt x="137" y="103"/>
                      <a:pt x="85" y="299"/>
                    </a:cubicBezTo>
                    <a:cubicBezTo>
                      <a:pt x="0" y="572"/>
                      <a:pt x="222" y="816"/>
                      <a:pt x="471" y="816"/>
                    </a:cubicBezTo>
                    <a:cubicBezTo>
                      <a:pt x="536" y="816"/>
                      <a:pt x="603" y="799"/>
                      <a:pt x="667" y="762"/>
                    </a:cubicBezTo>
                    <a:cubicBezTo>
                      <a:pt x="869" y="655"/>
                      <a:pt x="941" y="406"/>
                      <a:pt x="834" y="216"/>
                    </a:cubicBezTo>
                    <a:cubicBezTo>
                      <a:pt x="753" y="71"/>
                      <a:pt x="612" y="1"/>
                      <a:pt x="4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44"/>
              <p:cNvSpPr/>
              <p:nvPr/>
            </p:nvSpPr>
            <p:spPr>
              <a:xfrm>
                <a:off x="3154993" y="413657"/>
                <a:ext cx="41155" cy="46856"/>
              </a:xfrm>
              <a:custGeom>
                <a:avLst/>
                <a:gdLst/>
                <a:ahLst/>
                <a:cxnLst/>
                <a:rect l="l" t="t" r="r" b="b"/>
                <a:pathLst>
                  <a:path w="1285" h="1463" extrusionOk="0">
                    <a:moveTo>
                      <a:pt x="25" y="1"/>
                    </a:moveTo>
                    <a:lnTo>
                      <a:pt x="1" y="322"/>
                    </a:lnTo>
                    <a:lnTo>
                      <a:pt x="1165" y="1462"/>
                    </a:lnTo>
                    <a:lnTo>
                      <a:pt x="1284" y="833"/>
                    </a:lnTo>
                    <a:lnTo>
                      <a:pt x="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44"/>
              <p:cNvSpPr/>
              <p:nvPr/>
            </p:nvSpPr>
            <p:spPr>
              <a:xfrm>
                <a:off x="3196501" y="402640"/>
                <a:ext cx="23989" cy="36928"/>
              </a:xfrm>
              <a:custGeom>
                <a:avLst/>
                <a:gdLst/>
                <a:ahLst/>
                <a:cxnLst/>
                <a:rect l="l" t="t" r="r" b="b"/>
                <a:pathLst>
                  <a:path w="749" h="1153" extrusionOk="0">
                    <a:moveTo>
                      <a:pt x="666" y="0"/>
                    </a:moveTo>
                    <a:lnTo>
                      <a:pt x="416" y="107"/>
                    </a:lnTo>
                    <a:lnTo>
                      <a:pt x="0" y="1153"/>
                    </a:lnTo>
                    <a:lnTo>
                      <a:pt x="749" y="594"/>
                    </a:lnTo>
                    <a:lnTo>
                      <a:pt x="6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44"/>
              <p:cNvSpPr/>
              <p:nvPr/>
            </p:nvSpPr>
            <p:spPr>
              <a:xfrm>
                <a:off x="3316380" y="427749"/>
                <a:ext cx="13355" cy="14476"/>
              </a:xfrm>
              <a:custGeom>
                <a:avLst/>
                <a:gdLst/>
                <a:ahLst/>
                <a:cxnLst/>
                <a:rect l="l" t="t" r="r" b="b"/>
                <a:pathLst>
                  <a:path w="417" h="452" extrusionOk="0">
                    <a:moveTo>
                      <a:pt x="416" y="0"/>
                    </a:moveTo>
                    <a:lnTo>
                      <a:pt x="0" y="286"/>
                    </a:lnTo>
                    <a:lnTo>
                      <a:pt x="404" y="452"/>
                    </a:lnTo>
                    <a:lnTo>
                      <a:pt x="4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44"/>
              <p:cNvSpPr/>
              <p:nvPr/>
            </p:nvSpPr>
            <p:spPr>
              <a:xfrm>
                <a:off x="3230354" y="352389"/>
                <a:ext cx="14893" cy="13740"/>
              </a:xfrm>
              <a:custGeom>
                <a:avLst/>
                <a:gdLst/>
                <a:ahLst/>
                <a:cxnLst/>
                <a:rect l="l" t="t" r="r" b="b"/>
                <a:pathLst>
                  <a:path w="465" h="429" extrusionOk="0">
                    <a:moveTo>
                      <a:pt x="464" y="1"/>
                    </a:moveTo>
                    <a:lnTo>
                      <a:pt x="1" y="167"/>
                    </a:lnTo>
                    <a:lnTo>
                      <a:pt x="345" y="428"/>
                    </a:lnTo>
                    <a:lnTo>
                      <a:pt x="4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9" name="Picture 8">
            <a:extLst>
              <a:ext uri="{FF2B5EF4-FFF2-40B4-BE49-F238E27FC236}">
                <a16:creationId xmlns:a16="http://schemas.microsoft.com/office/drawing/2014/main" id="{F821523E-8590-74AB-A225-D3A238ED4092}"/>
              </a:ext>
            </a:extLst>
          </p:cNvPr>
          <p:cNvPicPr>
            <a:picLocks noChangeAspect="1"/>
          </p:cNvPicPr>
          <p:nvPr/>
        </p:nvPicPr>
        <p:blipFill>
          <a:blip r:embed="rId3"/>
          <a:stretch>
            <a:fillRect/>
          </a:stretch>
        </p:blipFill>
        <p:spPr>
          <a:xfrm>
            <a:off x="240336" y="2429977"/>
            <a:ext cx="4553390" cy="2564410"/>
          </a:xfrm>
          <a:prstGeom prst="rect">
            <a:avLst/>
          </a:prstGeom>
          <a:ln>
            <a:noFill/>
          </a:ln>
          <a:effectLst>
            <a:outerShdw blurRad="63500" sx="102000" sy="102000" algn="ctr" rotWithShape="0">
              <a:prstClr val="black">
                <a:alpha val="40000"/>
              </a:prstClr>
            </a:outerShdw>
          </a:effectLst>
        </p:spPr>
      </p:pic>
      <p:sp>
        <p:nvSpPr>
          <p:cNvPr id="12" name="Rectangle 1">
            <a:extLst>
              <a:ext uri="{FF2B5EF4-FFF2-40B4-BE49-F238E27FC236}">
                <a16:creationId xmlns:a16="http://schemas.microsoft.com/office/drawing/2014/main" id="{EFA4A7C2-E5B2-5AAF-F6E2-C94F186310A9}"/>
              </a:ext>
            </a:extLst>
          </p:cNvPr>
          <p:cNvSpPr>
            <a:spLocks noGrp="1" noChangeArrowheads="1"/>
          </p:cNvSpPr>
          <p:nvPr>
            <p:ph type="subTitle" idx="3"/>
          </p:nvPr>
        </p:nvSpPr>
        <p:spPr bwMode="auto">
          <a:xfrm>
            <a:off x="649007" y="1246797"/>
            <a:ext cx="3421129"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Removed cancelled and diverted flights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Handled missing values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Removed duplicate records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Improved data quality before analysis </a:t>
            </a:r>
          </a:p>
        </p:txBody>
      </p:sp>
      <p:pic>
        <p:nvPicPr>
          <p:cNvPr id="14" name="Picture 13">
            <a:extLst>
              <a:ext uri="{FF2B5EF4-FFF2-40B4-BE49-F238E27FC236}">
                <a16:creationId xmlns:a16="http://schemas.microsoft.com/office/drawing/2014/main" id="{F451BFB7-C315-1E1A-B5C7-26872EAD323E}"/>
              </a:ext>
            </a:extLst>
          </p:cNvPr>
          <p:cNvPicPr>
            <a:picLocks noChangeAspect="1"/>
          </p:cNvPicPr>
          <p:nvPr/>
        </p:nvPicPr>
        <p:blipFill>
          <a:blip r:embed="rId4"/>
          <a:stretch>
            <a:fillRect/>
          </a:stretch>
        </p:blipFill>
        <p:spPr>
          <a:xfrm>
            <a:off x="5483661" y="2429977"/>
            <a:ext cx="3362249" cy="2625243"/>
          </a:xfrm>
          <a:prstGeom prst="rect">
            <a:avLst/>
          </a:prstGeom>
          <a:ln>
            <a:noFill/>
          </a:ln>
          <a:effectLst>
            <a:outerShdw blurRad="190500" algn="tl" rotWithShape="0">
              <a:srgbClr val="000000">
                <a:alpha val="70000"/>
              </a:srgbClr>
            </a:outerShdw>
          </a:effectLst>
        </p:spPr>
      </p:pic>
      <p:sp>
        <p:nvSpPr>
          <p:cNvPr id="15" name="Rectangle 1">
            <a:extLst>
              <a:ext uri="{FF2B5EF4-FFF2-40B4-BE49-F238E27FC236}">
                <a16:creationId xmlns:a16="http://schemas.microsoft.com/office/drawing/2014/main" id="{012DF446-4DB5-5A7E-16B2-F05A7A27E087}"/>
              </a:ext>
            </a:extLst>
          </p:cNvPr>
          <p:cNvSpPr txBox="1">
            <a:spLocks noChangeArrowheads="1"/>
          </p:cNvSpPr>
          <p:nvPr/>
        </p:nvSpPr>
        <p:spPr bwMode="auto">
          <a:xfrm>
            <a:off x="5483661" y="1246797"/>
            <a:ext cx="210826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spcFirstLastPara="1" vert="horz" wrap="none" lIns="91440" tIns="45720" rIns="91440" bIns="45720" numCol="1" anchor="ctr" anchorCtr="0" compatLnSpc="1">
            <a:prstTxWarp prst="textNoShape">
              <a:avLst/>
            </a:prstTxWarp>
            <a:spAutoFit/>
          </a:bodyPr>
          <a:lstStyle>
            <a:defPPr marR="0" lvl="0" algn="l" rtl="0">
              <a:lnSpc>
                <a:spcPct val="100000"/>
              </a:lnSpc>
              <a:spcBef>
                <a:spcPts val="0"/>
              </a:spcBef>
              <a:spcAft>
                <a:spcPts val="0"/>
              </a:spcAft>
            </a:defPPr>
            <a:lvl1pPr marL="457200" marR="0" lvl="0" indent="-323850" algn="ctr" rtl="0">
              <a:lnSpc>
                <a:spcPct val="100000"/>
              </a:lnSpc>
              <a:spcBef>
                <a:spcPts val="0"/>
              </a:spcBef>
              <a:spcAft>
                <a:spcPts val="0"/>
              </a:spcAft>
              <a:buClr>
                <a:schemeClr val="accent4"/>
              </a:buClr>
              <a:buSzPts val="1500"/>
              <a:buFont typeface="Raleway"/>
              <a:buNone/>
              <a:defRPr sz="1600" b="0" i="0" u="none" strike="noStrike" cap="none">
                <a:solidFill>
                  <a:schemeClr val="accent4"/>
                </a:solidFill>
                <a:latin typeface="Raleway"/>
                <a:ea typeface="Raleway"/>
                <a:cs typeface="Raleway"/>
                <a:sym typeface="Raleway"/>
              </a:defRPr>
            </a:lvl1pPr>
            <a:lvl2pPr marL="914400" marR="0" lvl="1" indent="-323850" algn="ctr" rtl="0">
              <a:lnSpc>
                <a:spcPct val="100000"/>
              </a:lnSpc>
              <a:spcBef>
                <a:spcPts val="0"/>
              </a:spcBef>
              <a:spcAft>
                <a:spcPts val="0"/>
              </a:spcAft>
              <a:buClr>
                <a:schemeClr val="accent4"/>
              </a:buClr>
              <a:buSzPts val="1500"/>
              <a:buFont typeface="Raleway"/>
              <a:buNone/>
              <a:defRPr sz="1500" b="0" i="0" u="none" strike="noStrike" cap="none">
                <a:solidFill>
                  <a:schemeClr val="accent4"/>
                </a:solidFill>
                <a:latin typeface="Raleway"/>
                <a:ea typeface="Raleway"/>
                <a:cs typeface="Raleway"/>
                <a:sym typeface="Raleway"/>
              </a:defRPr>
            </a:lvl2pPr>
            <a:lvl3pPr marL="1371600" marR="0" lvl="2" indent="-323850" algn="ctr" rtl="0">
              <a:lnSpc>
                <a:spcPct val="100000"/>
              </a:lnSpc>
              <a:spcBef>
                <a:spcPts val="0"/>
              </a:spcBef>
              <a:spcAft>
                <a:spcPts val="0"/>
              </a:spcAft>
              <a:buClr>
                <a:schemeClr val="accent4"/>
              </a:buClr>
              <a:buSzPts val="1500"/>
              <a:buFont typeface="Raleway"/>
              <a:buNone/>
              <a:defRPr sz="1500" b="0" i="0" u="none" strike="noStrike" cap="none">
                <a:solidFill>
                  <a:schemeClr val="accent4"/>
                </a:solidFill>
                <a:latin typeface="Raleway"/>
                <a:ea typeface="Raleway"/>
                <a:cs typeface="Raleway"/>
                <a:sym typeface="Raleway"/>
              </a:defRPr>
            </a:lvl3pPr>
            <a:lvl4pPr marL="1828800" marR="0" lvl="3" indent="-323850" algn="ctr" rtl="0">
              <a:lnSpc>
                <a:spcPct val="100000"/>
              </a:lnSpc>
              <a:spcBef>
                <a:spcPts val="0"/>
              </a:spcBef>
              <a:spcAft>
                <a:spcPts val="0"/>
              </a:spcAft>
              <a:buClr>
                <a:schemeClr val="accent4"/>
              </a:buClr>
              <a:buSzPts val="1500"/>
              <a:buFont typeface="Raleway"/>
              <a:buNone/>
              <a:defRPr sz="1500" b="0" i="0" u="none" strike="noStrike" cap="none">
                <a:solidFill>
                  <a:schemeClr val="accent4"/>
                </a:solidFill>
                <a:latin typeface="Raleway"/>
                <a:ea typeface="Raleway"/>
                <a:cs typeface="Raleway"/>
                <a:sym typeface="Raleway"/>
              </a:defRPr>
            </a:lvl4pPr>
            <a:lvl5pPr marL="2286000" marR="0" lvl="4" indent="-323850" algn="ctr" rtl="0">
              <a:lnSpc>
                <a:spcPct val="100000"/>
              </a:lnSpc>
              <a:spcBef>
                <a:spcPts val="0"/>
              </a:spcBef>
              <a:spcAft>
                <a:spcPts val="0"/>
              </a:spcAft>
              <a:buClr>
                <a:schemeClr val="accent4"/>
              </a:buClr>
              <a:buSzPts val="1500"/>
              <a:buFont typeface="Raleway"/>
              <a:buNone/>
              <a:defRPr sz="1500" b="0" i="0" u="none" strike="noStrike" cap="none">
                <a:solidFill>
                  <a:schemeClr val="accent4"/>
                </a:solidFill>
                <a:latin typeface="Raleway"/>
                <a:ea typeface="Raleway"/>
                <a:cs typeface="Raleway"/>
                <a:sym typeface="Raleway"/>
              </a:defRPr>
            </a:lvl5pPr>
            <a:lvl6pPr marL="2743200" marR="0" lvl="5" indent="-323850" algn="ctr" rtl="0">
              <a:lnSpc>
                <a:spcPct val="100000"/>
              </a:lnSpc>
              <a:spcBef>
                <a:spcPts val="0"/>
              </a:spcBef>
              <a:spcAft>
                <a:spcPts val="0"/>
              </a:spcAft>
              <a:buClr>
                <a:schemeClr val="accent4"/>
              </a:buClr>
              <a:buSzPts val="1500"/>
              <a:buFont typeface="Raleway"/>
              <a:buNone/>
              <a:defRPr sz="1500" b="0" i="0" u="none" strike="noStrike" cap="none">
                <a:solidFill>
                  <a:schemeClr val="accent4"/>
                </a:solidFill>
                <a:latin typeface="Raleway"/>
                <a:ea typeface="Raleway"/>
                <a:cs typeface="Raleway"/>
                <a:sym typeface="Raleway"/>
              </a:defRPr>
            </a:lvl6pPr>
            <a:lvl7pPr marL="3200400" marR="0" lvl="6" indent="-323850" algn="ctr" rtl="0">
              <a:lnSpc>
                <a:spcPct val="100000"/>
              </a:lnSpc>
              <a:spcBef>
                <a:spcPts val="0"/>
              </a:spcBef>
              <a:spcAft>
                <a:spcPts val="0"/>
              </a:spcAft>
              <a:buClr>
                <a:schemeClr val="accent4"/>
              </a:buClr>
              <a:buSzPts val="1500"/>
              <a:buFont typeface="Raleway"/>
              <a:buNone/>
              <a:defRPr sz="1500" b="0" i="0" u="none" strike="noStrike" cap="none">
                <a:solidFill>
                  <a:schemeClr val="accent4"/>
                </a:solidFill>
                <a:latin typeface="Raleway"/>
                <a:ea typeface="Raleway"/>
                <a:cs typeface="Raleway"/>
                <a:sym typeface="Raleway"/>
              </a:defRPr>
            </a:lvl7pPr>
            <a:lvl8pPr marL="3657600" marR="0" lvl="7" indent="-323850" algn="ctr" rtl="0">
              <a:lnSpc>
                <a:spcPct val="100000"/>
              </a:lnSpc>
              <a:spcBef>
                <a:spcPts val="0"/>
              </a:spcBef>
              <a:spcAft>
                <a:spcPts val="0"/>
              </a:spcAft>
              <a:buClr>
                <a:schemeClr val="accent4"/>
              </a:buClr>
              <a:buSzPts val="1500"/>
              <a:buFont typeface="Raleway"/>
              <a:buNone/>
              <a:defRPr sz="1500" b="0" i="0" u="none" strike="noStrike" cap="none">
                <a:solidFill>
                  <a:schemeClr val="accent4"/>
                </a:solidFill>
                <a:latin typeface="Raleway"/>
                <a:ea typeface="Raleway"/>
                <a:cs typeface="Raleway"/>
                <a:sym typeface="Raleway"/>
              </a:defRPr>
            </a:lvl8pPr>
            <a:lvl9pPr marL="4114800" marR="0" lvl="8" indent="-323850" algn="ctr" rtl="0">
              <a:lnSpc>
                <a:spcPct val="100000"/>
              </a:lnSpc>
              <a:spcBef>
                <a:spcPts val="0"/>
              </a:spcBef>
              <a:spcAft>
                <a:spcPts val="0"/>
              </a:spcAft>
              <a:buClr>
                <a:schemeClr val="accent4"/>
              </a:buClr>
              <a:buSzPts val="1500"/>
              <a:buFont typeface="Raleway"/>
              <a:buNone/>
              <a:defRPr sz="1500" b="0" i="0" u="none" strike="noStrike" cap="none">
                <a:solidFill>
                  <a:schemeClr val="accent4"/>
                </a:solidFill>
                <a:latin typeface="Raleway"/>
                <a:ea typeface="Raleway"/>
                <a:cs typeface="Raleway"/>
                <a:sym typeface="Raleway"/>
              </a:defRPr>
            </a:lvl9pPr>
          </a:lstStyle>
          <a:p>
            <a:pPr marL="0" indent="0" algn="l" eaLnBrk="0" fontAlgn="base" hangingPunct="0">
              <a:spcBef>
                <a:spcPct val="0"/>
              </a:spcBef>
              <a:spcAft>
                <a:spcPct val="0"/>
              </a:spcAft>
              <a:buClrTx/>
              <a:buSzTx/>
              <a:buFontTx/>
              <a:buChar char="•"/>
            </a:pPr>
            <a:r>
              <a:rPr lang="en-US" altLang="en-US" sz="1400" dirty="0">
                <a:solidFill>
                  <a:schemeClr val="tx1"/>
                </a:solidFill>
                <a:latin typeface="Arial" panose="020B0604020202020204" pitchFamily="34" charset="0"/>
              </a:rPr>
              <a:t>Clean Rows: 3,944,916</a:t>
            </a:r>
          </a:p>
          <a:p>
            <a:pPr marL="0" indent="0" algn="l" eaLnBrk="0" fontAlgn="base" hangingPunct="0">
              <a:spcBef>
                <a:spcPct val="0"/>
              </a:spcBef>
              <a:spcAft>
                <a:spcPct val="0"/>
              </a:spcAft>
              <a:buClrTx/>
              <a:buSzTx/>
              <a:buFontTx/>
              <a:buChar char="•"/>
            </a:pPr>
            <a:r>
              <a:rPr lang="en-US" altLang="en-US" sz="1400" dirty="0">
                <a:solidFill>
                  <a:schemeClr val="tx1"/>
                </a:solidFill>
                <a:latin typeface="Arial" panose="020B0604020202020204" pitchFamily="34" charset="0"/>
              </a:rPr>
              <a:t>Columns : 61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05"/>
        <p:cNvGrpSpPr/>
        <p:nvPr/>
      </p:nvGrpSpPr>
      <p:grpSpPr>
        <a:xfrm>
          <a:off x="0" y="0"/>
          <a:ext cx="0" cy="0"/>
          <a:chOff x="0" y="0"/>
          <a:chExt cx="0" cy="0"/>
        </a:xfrm>
      </p:grpSpPr>
      <p:sp>
        <p:nvSpPr>
          <p:cNvPr id="806" name="Google Shape;806;p46"/>
          <p:cNvSpPr txBox="1">
            <a:spLocks noGrp="1"/>
          </p:cNvSpPr>
          <p:nvPr>
            <p:ph type="title"/>
          </p:nvPr>
        </p:nvSpPr>
        <p:spPr>
          <a:xfrm>
            <a:off x="717613" y="433350"/>
            <a:ext cx="7708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rPr>
              <a:t>Exploratory Data Analysis</a:t>
            </a:r>
            <a:endParaRPr dirty="0">
              <a:solidFill>
                <a:schemeClr val="dk2"/>
              </a:solidFill>
            </a:endParaRPr>
          </a:p>
        </p:txBody>
      </p:sp>
      <p:grpSp>
        <p:nvGrpSpPr>
          <p:cNvPr id="812" name="Google Shape;812;p46"/>
          <p:cNvGrpSpPr/>
          <p:nvPr/>
        </p:nvGrpSpPr>
        <p:grpSpPr>
          <a:xfrm>
            <a:off x="8712368" y="2556676"/>
            <a:ext cx="1507118" cy="838832"/>
            <a:chOff x="7636893" y="2346251"/>
            <a:chExt cx="1507118" cy="838832"/>
          </a:xfrm>
        </p:grpSpPr>
        <p:grpSp>
          <p:nvGrpSpPr>
            <p:cNvPr id="813" name="Google Shape;813;p46"/>
            <p:cNvGrpSpPr/>
            <p:nvPr/>
          </p:nvGrpSpPr>
          <p:grpSpPr>
            <a:xfrm flipH="1">
              <a:off x="7728620" y="2393076"/>
              <a:ext cx="1415391" cy="792008"/>
              <a:chOff x="1905568" y="363438"/>
              <a:chExt cx="1415391" cy="792008"/>
            </a:xfrm>
          </p:grpSpPr>
          <p:sp>
            <p:nvSpPr>
              <p:cNvPr id="814" name="Google Shape;814;p46"/>
              <p:cNvSpPr/>
              <p:nvPr/>
            </p:nvSpPr>
            <p:spPr>
              <a:xfrm>
                <a:off x="1905568" y="363438"/>
                <a:ext cx="1342337" cy="713989"/>
              </a:xfrm>
              <a:custGeom>
                <a:avLst/>
                <a:gdLst/>
                <a:ahLst/>
                <a:cxnLst/>
                <a:rect l="l" t="t" r="r" b="b"/>
                <a:pathLst>
                  <a:path w="41912" h="22293" extrusionOk="0">
                    <a:moveTo>
                      <a:pt x="452" y="22293"/>
                    </a:moveTo>
                    <a:lnTo>
                      <a:pt x="0" y="21437"/>
                    </a:lnTo>
                    <a:lnTo>
                      <a:pt x="41270" y="0"/>
                    </a:lnTo>
                    <a:lnTo>
                      <a:pt x="41911" y="761"/>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46"/>
              <p:cNvSpPr/>
              <p:nvPr/>
            </p:nvSpPr>
            <p:spPr>
              <a:xfrm>
                <a:off x="1975580" y="439535"/>
                <a:ext cx="1345379" cy="715911"/>
              </a:xfrm>
              <a:custGeom>
                <a:avLst/>
                <a:gdLst/>
                <a:ahLst/>
                <a:cxnLst/>
                <a:rect l="l" t="t" r="r" b="b"/>
                <a:pathLst>
                  <a:path w="42007" h="22353" extrusionOk="0">
                    <a:moveTo>
                      <a:pt x="452" y="22353"/>
                    </a:moveTo>
                    <a:lnTo>
                      <a:pt x="1" y="21497"/>
                    </a:lnTo>
                    <a:lnTo>
                      <a:pt x="41401" y="1"/>
                    </a:lnTo>
                    <a:lnTo>
                      <a:pt x="42007" y="773"/>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6" name="Google Shape;816;p46"/>
            <p:cNvGrpSpPr/>
            <p:nvPr/>
          </p:nvGrpSpPr>
          <p:grpSpPr>
            <a:xfrm flipH="1">
              <a:off x="7636893" y="2346251"/>
              <a:ext cx="257693" cy="199083"/>
              <a:chOff x="3154993" y="316614"/>
              <a:chExt cx="257693" cy="199083"/>
            </a:xfrm>
          </p:grpSpPr>
          <p:sp>
            <p:nvSpPr>
              <p:cNvPr id="817" name="Google Shape;817;p46"/>
              <p:cNvSpPr/>
              <p:nvPr/>
            </p:nvSpPr>
            <p:spPr>
              <a:xfrm>
                <a:off x="3185067" y="330578"/>
                <a:ext cx="227619" cy="137910"/>
              </a:xfrm>
              <a:custGeom>
                <a:avLst/>
                <a:gdLst/>
                <a:ahLst/>
                <a:cxnLst/>
                <a:rect l="l" t="t" r="r" b="b"/>
                <a:pathLst>
                  <a:path w="7107" h="4306" extrusionOk="0">
                    <a:moveTo>
                      <a:pt x="6067" y="1"/>
                    </a:moveTo>
                    <a:cubicBezTo>
                      <a:pt x="6037" y="1"/>
                      <a:pt x="6008" y="2"/>
                      <a:pt x="5978" y="4"/>
                    </a:cubicBezTo>
                    <a:cubicBezTo>
                      <a:pt x="5835" y="4"/>
                      <a:pt x="5693" y="52"/>
                      <a:pt x="5574" y="135"/>
                    </a:cubicBezTo>
                    <a:cubicBezTo>
                      <a:pt x="4956" y="515"/>
                      <a:pt x="2734" y="1906"/>
                      <a:pt x="1973" y="2274"/>
                    </a:cubicBezTo>
                    <a:cubicBezTo>
                      <a:pt x="1355" y="2571"/>
                      <a:pt x="773" y="2927"/>
                      <a:pt x="226" y="3331"/>
                    </a:cubicBezTo>
                    <a:lnTo>
                      <a:pt x="1" y="4306"/>
                    </a:lnTo>
                    <a:cubicBezTo>
                      <a:pt x="690" y="4258"/>
                      <a:pt x="1843" y="3676"/>
                      <a:pt x="1843" y="3676"/>
                    </a:cubicBezTo>
                    <a:cubicBezTo>
                      <a:pt x="1843" y="3676"/>
                      <a:pt x="5764" y="1490"/>
                      <a:pt x="6429" y="1038"/>
                    </a:cubicBezTo>
                    <a:cubicBezTo>
                      <a:pt x="7107" y="598"/>
                      <a:pt x="6786" y="278"/>
                      <a:pt x="6786" y="278"/>
                    </a:cubicBezTo>
                    <a:cubicBezTo>
                      <a:pt x="6583" y="96"/>
                      <a:pt x="6332" y="1"/>
                      <a:pt x="60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46"/>
              <p:cNvSpPr/>
              <p:nvPr/>
            </p:nvSpPr>
            <p:spPr>
              <a:xfrm>
                <a:off x="3258890" y="401102"/>
                <a:ext cx="124875" cy="114594"/>
              </a:xfrm>
              <a:custGeom>
                <a:avLst/>
                <a:gdLst/>
                <a:ahLst/>
                <a:cxnLst/>
                <a:rect l="l" t="t" r="r" b="b"/>
                <a:pathLst>
                  <a:path w="3899" h="3578" extrusionOk="0">
                    <a:moveTo>
                      <a:pt x="1617" y="1"/>
                    </a:moveTo>
                    <a:lnTo>
                      <a:pt x="1" y="797"/>
                    </a:lnTo>
                    <a:lnTo>
                      <a:pt x="1522" y="1783"/>
                    </a:lnTo>
                    <a:lnTo>
                      <a:pt x="3661" y="3577"/>
                    </a:lnTo>
                    <a:lnTo>
                      <a:pt x="3899" y="3554"/>
                    </a:lnTo>
                    <a:lnTo>
                      <a:pt x="16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46"/>
              <p:cNvSpPr/>
              <p:nvPr/>
            </p:nvSpPr>
            <p:spPr>
              <a:xfrm>
                <a:off x="3323233" y="426148"/>
                <a:ext cx="28280" cy="23957"/>
              </a:xfrm>
              <a:custGeom>
                <a:avLst/>
                <a:gdLst/>
                <a:ahLst/>
                <a:cxnLst/>
                <a:rect l="l" t="t" r="r" b="b"/>
                <a:pathLst>
                  <a:path w="883" h="748" extrusionOk="0">
                    <a:moveTo>
                      <a:pt x="399" y="1"/>
                    </a:moveTo>
                    <a:cubicBezTo>
                      <a:pt x="385" y="1"/>
                      <a:pt x="371" y="1"/>
                      <a:pt x="357" y="3"/>
                    </a:cubicBezTo>
                    <a:cubicBezTo>
                      <a:pt x="155" y="15"/>
                      <a:pt x="0" y="193"/>
                      <a:pt x="24" y="407"/>
                    </a:cubicBezTo>
                    <a:cubicBezTo>
                      <a:pt x="39" y="618"/>
                      <a:pt x="212" y="748"/>
                      <a:pt x="391" y="748"/>
                    </a:cubicBezTo>
                    <a:cubicBezTo>
                      <a:pt x="494" y="748"/>
                      <a:pt x="599" y="705"/>
                      <a:pt x="678" y="609"/>
                    </a:cubicBezTo>
                    <a:cubicBezTo>
                      <a:pt x="882" y="370"/>
                      <a:pt x="706" y="1"/>
                      <a:pt x="3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46"/>
              <p:cNvSpPr/>
              <p:nvPr/>
            </p:nvSpPr>
            <p:spPr>
              <a:xfrm>
                <a:off x="3196116" y="452475"/>
                <a:ext cx="42661" cy="40387"/>
              </a:xfrm>
              <a:custGeom>
                <a:avLst/>
                <a:gdLst/>
                <a:ahLst/>
                <a:cxnLst/>
                <a:rect l="l" t="t" r="r" b="b"/>
                <a:pathLst>
                  <a:path w="1332" h="1261" extrusionOk="0">
                    <a:moveTo>
                      <a:pt x="452" y="1"/>
                    </a:moveTo>
                    <a:lnTo>
                      <a:pt x="0" y="298"/>
                    </a:lnTo>
                    <a:lnTo>
                      <a:pt x="1010" y="1260"/>
                    </a:lnTo>
                    <a:lnTo>
                      <a:pt x="1331" y="1225"/>
                    </a:lnTo>
                    <a:lnTo>
                      <a:pt x="4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46"/>
              <p:cNvSpPr/>
              <p:nvPr/>
            </p:nvSpPr>
            <p:spPr>
              <a:xfrm>
                <a:off x="3170622" y="316614"/>
                <a:ext cx="122569" cy="110399"/>
              </a:xfrm>
              <a:custGeom>
                <a:avLst/>
                <a:gdLst/>
                <a:ahLst/>
                <a:cxnLst/>
                <a:rect l="l" t="t" r="r" b="b"/>
                <a:pathLst>
                  <a:path w="3827" h="3447" extrusionOk="0">
                    <a:moveTo>
                      <a:pt x="24" y="1"/>
                    </a:moveTo>
                    <a:lnTo>
                      <a:pt x="0" y="238"/>
                    </a:lnTo>
                    <a:lnTo>
                      <a:pt x="1878" y="2555"/>
                    </a:lnTo>
                    <a:lnTo>
                      <a:pt x="2555" y="3447"/>
                    </a:lnTo>
                    <a:lnTo>
                      <a:pt x="3826" y="2294"/>
                    </a:lnTo>
                    <a:lnTo>
                      <a:pt x="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46"/>
              <p:cNvSpPr/>
              <p:nvPr/>
            </p:nvSpPr>
            <p:spPr>
              <a:xfrm>
                <a:off x="3233364" y="351972"/>
                <a:ext cx="30138" cy="26134"/>
              </a:xfrm>
              <a:custGeom>
                <a:avLst/>
                <a:gdLst/>
                <a:ahLst/>
                <a:cxnLst/>
                <a:rect l="l" t="t" r="r" b="b"/>
                <a:pathLst>
                  <a:path w="941" h="816" extrusionOk="0">
                    <a:moveTo>
                      <a:pt x="472" y="1"/>
                    </a:moveTo>
                    <a:cubicBezTo>
                      <a:pt x="303" y="1"/>
                      <a:pt x="137" y="103"/>
                      <a:pt x="85" y="299"/>
                    </a:cubicBezTo>
                    <a:cubicBezTo>
                      <a:pt x="0" y="572"/>
                      <a:pt x="222" y="816"/>
                      <a:pt x="471" y="816"/>
                    </a:cubicBezTo>
                    <a:cubicBezTo>
                      <a:pt x="536" y="816"/>
                      <a:pt x="603" y="799"/>
                      <a:pt x="667" y="762"/>
                    </a:cubicBezTo>
                    <a:cubicBezTo>
                      <a:pt x="869" y="655"/>
                      <a:pt x="941" y="406"/>
                      <a:pt x="834" y="216"/>
                    </a:cubicBezTo>
                    <a:cubicBezTo>
                      <a:pt x="753" y="71"/>
                      <a:pt x="612" y="1"/>
                      <a:pt x="4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46"/>
              <p:cNvSpPr/>
              <p:nvPr/>
            </p:nvSpPr>
            <p:spPr>
              <a:xfrm>
                <a:off x="3154993" y="413657"/>
                <a:ext cx="41155" cy="46856"/>
              </a:xfrm>
              <a:custGeom>
                <a:avLst/>
                <a:gdLst/>
                <a:ahLst/>
                <a:cxnLst/>
                <a:rect l="l" t="t" r="r" b="b"/>
                <a:pathLst>
                  <a:path w="1285" h="1463" extrusionOk="0">
                    <a:moveTo>
                      <a:pt x="25" y="1"/>
                    </a:moveTo>
                    <a:lnTo>
                      <a:pt x="1" y="322"/>
                    </a:lnTo>
                    <a:lnTo>
                      <a:pt x="1165" y="1462"/>
                    </a:lnTo>
                    <a:lnTo>
                      <a:pt x="1284" y="833"/>
                    </a:lnTo>
                    <a:lnTo>
                      <a:pt x="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46"/>
              <p:cNvSpPr/>
              <p:nvPr/>
            </p:nvSpPr>
            <p:spPr>
              <a:xfrm>
                <a:off x="3196501" y="402640"/>
                <a:ext cx="23989" cy="36928"/>
              </a:xfrm>
              <a:custGeom>
                <a:avLst/>
                <a:gdLst/>
                <a:ahLst/>
                <a:cxnLst/>
                <a:rect l="l" t="t" r="r" b="b"/>
                <a:pathLst>
                  <a:path w="749" h="1153" extrusionOk="0">
                    <a:moveTo>
                      <a:pt x="666" y="0"/>
                    </a:moveTo>
                    <a:lnTo>
                      <a:pt x="416" y="107"/>
                    </a:lnTo>
                    <a:lnTo>
                      <a:pt x="0" y="1153"/>
                    </a:lnTo>
                    <a:lnTo>
                      <a:pt x="749" y="594"/>
                    </a:lnTo>
                    <a:lnTo>
                      <a:pt x="6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46"/>
              <p:cNvSpPr/>
              <p:nvPr/>
            </p:nvSpPr>
            <p:spPr>
              <a:xfrm>
                <a:off x="3316380" y="427749"/>
                <a:ext cx="13355" cy="14476"/>
              </a:xfrm>
              <a:custGeom>
                <a:avLst/>
                <a:gdLst/>
                <a:ahLst/>
                <a:cxnLst/>
                <a:rect l="l" t="t" r="r" b="b"/>
                <a:pathLst>
                  <a:path w="417" h="452" extrusionOk="0">
                    <a:moveTo>
                      <a:pt x="416" y="0"/>
                    </a:moveTo>
                    <a:lnTo>
                      <a:pt x="0" y="286"/>
                    </a:lnTo>
                    <a:lnTo>
                      <a:pt x="404" y="452"/>
                    </a:lnTo>
                    <a:lnTo>
                      <a:pt x="4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46"/>
              <p:cNvSpPr/>
              <p:nvPr/>
            </p:nvSpPr>
            <p:spPr>
              <a:xfrm>
                <a:off x="3230354" y="352389"/>
                <a:ext cx="14893" cy="13740"/>
              </a:xfrm>
              <a:custGeom>
                <a:avLst/>
                <a:gdLst/>
                <a:ahLst/>
                <a:cxnLst/>
                <a:rect l="l" t="t" r="r" b="b"/>
                <a:pathLst>
                  <a:path w="465" h="429" extrusionOk="0">
                    <a:moveTo>
                      <a:pt x="464" y="1"/>
                    </a:moveTo>
                    <a:lnTo>
                      <a:pt x="1" y="167"/>
                    </a:lnTo>
                    <a:lnTo>
                      <a:pt x="345" y="428"/>
                    </a:lnTo>
                    <a:lnTo>
                      <a:pt x="4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3" name="Picture 2">
            <a:extLst>
              <a:ext uri="{FF2B5EF4-FFF2-40B4-BE49-F238E27FC236}">
                <a16:creationId xmlns:a16="http://schemas.microsoft.com/office/drawing/2014/main" id="{5F25E129-F3EA-2A6D-779F-A3202B4C4644}"/>
              </a:ext>
            </a:extLst>
          </p:cNvPr>
          <p:cNvPicPr>
            <a:picLocks noChangeAspect="1"/>
          </p:cNvPicPr>
          <p:nvPr/>
        </p:nvPicPr>
        <p:blipFill>
          <a:blip r:embed="rId3"/>
          <a:stretch>
            <a:fillRect/>
          </a:stretch>
        </p:blipFill>
        <p:spPr>
          <a:xfrm>
            <a:off x="4212539" y="2573265"/>
            <a:ext cx="4245255" cy="1905311"/>
          </a:xfrm>
          <a:prstGeom prst="rect">
            <a:avLst/>
          </a:prstGeom>
          <a:ln>
            <a:noFill/>
          </a:ln>
          <a:effectLst>
            <a:outerShdw blurRad="63500" sx="102000" sy="102000" algn="ctr" rotWithShape="0">
              <a:prstClr val="black">
                <a:alpha val="40000"/>
              </a:prstClr>
            </a:outerShdw>
          </a:effectLst>
        </p:spPr>
      </p:pic>
      <p:sp>
        <p:nvSpPr>
          <p:cNvPr id="5" name="TextBox 4">
            <a:extLst>
              <a:ext uri="{FF2B5EF4-FFF2-40B4-BE49-F238E27FC236}">
                <a16:creationId xmlns:a16="http://schemas.microsoft.com/office/drawing/2014/main" id="{6CBD64AC-3DCD-DBE5-80D3-562FFFF00496}"/>
              </a:ext>
            </a:extLst>
          </p:cNvPr>
          <p:cNvSpPr txBox="1"/>
          <p:nvPr/>
        </p:nvSpPr>
        <p:spPr>
          <a:xfrm>
            <a:off x="1001751" y="1138521"/>
            <a:ext cx="7323703" cy="646331"/>
          </a:xfrm>
          <a:prstGeom prst="rect">
            <a:avLst/>
          </a:prstGeom>
          <a:noFill/>
        </p:spPr>
        <p:txBody>
          <a:bodyPr wrap="square">
            <a:spAutoFit/>
          </a:bodyPr>
          <a:lstStyle/>
          <a:p>
            <a:pPr algn="ctr"/>
            <a:r>
              <a:rPr lang="en-US" sz="1200" dirty="0">
                <a:solidFill>
                  <a:srgbClr val="213363"/>
                </a:solidFill>
              </a:rPr>
              <a:t>“After cleaning and preprocessing the data, Exploratory Data Analysis (EDA) was performed to better understand the dataset and discover important patterns, trends, and relationships related to flight delays. EDA helps transform raw data into meaningful insights using statistics and visualizations.”</a:t>
            </a:r>
          </a:p>
        </p:txBody>
      </p:sp>
      <p:sp>
        <p:nvSpPr>
          <p:cNvPr id="7" name="TextBox 6">
            <a:extLst>
              <a:ext uri="{FF2B5EF4-FFF2-40B4-BE49-F238E27FC236}">
                <a16:creationId xmlns:a16="http://schemas.microsoft.com/office/drawing/2014/main" id="{4BA29239-E102-9B53-628B-03BB021AF203}"/>
              </a:ext>
            </a:extLst>
          </p:cNvPr>
          <p:cNvSpPr txBox="1"/>
          <p:nvPr/>
        </p:nvSpPr>
        <p:spPr>
          <a:xfrm>
            <a:off x="342179" y="2682287"/>
            <a:ext cx="3966315" cy="1384995"/>
          </a:xfrm>
          <a:prstGeom prst="rect">
            <a:avLst/>
          </a:prstGeom>
          <a:noFill/>
        </p:spPr>
        <p:txBody>
          <a:bodyPr wrap="square">
            <a:spAutoFit/>
          </a:bodyPr>
          <a:lstStyle/>
          <a:p>
            <a:pPr>
              <a:buNone/>
            </a:pPr>
            <a:r>
              <a:rPr lang="en-US" b="1" dirty="0"/>
              <a:t>Summary Statistics</a:t>
            </a:r>
          </a:p>
          <a:p>
            <a:pPr>
              <a:buNone/>
            </a:pPr>
            <a:r>
              <a:rPr lang="en-US" dirty="0"/>
              <a:t>“Statistical analysis was performed on numerical features such as arrival delay, departure delay, airtime, and distance to understand the data distribution, average values, minimums, and maximums.”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05">
          <a:extLst>
            <a:ext uri="{FF2B5EF4-FFF2-40B4-BE49-F238E27FC236}">
              <a16:creationId xmlns:a16="http://schemas.microsoft.com/office/drawing/2014/main" id="{B71F1881-09E8-702F-F18A-3A5D48512803}"/>
            </a:ext>
          </a:extLst>
        </p:cNvPr>
        <p:cNvGrpSpPr/>
        <p:nvPr/>
      </p:nvGrpSpPr>
      <p:grpSpPr>
        <a:xfrm>
          <a:off x="0" y="0"/>
          <a:ext cx="0" cy="0"/>
          <a:chOff x="0" y="0"/>
          <a:chExt cx="0" cy="0"/>
        </a:xfrm>
      </p:grpSpPr>
      <p:sp>
        <p:nvSpPr>
          <p:cNvPr id="806" name="Google Shape;806;p46">
            <a:extLst>
              <a:ext uri="{FF2B5EF4-FFF2-40B4-BE49-F238E27FC236}">
                <a16:creationId xmlns:a16="http://schemas.microsoft.com/office/drawing/2014/main" id="{579D9D0F-BD4F-F871-F06D-89ED30B599C1}"/>
              </a:ext>
            </a:extLst>
          </p:cNvPr>
          <p:cNvSpPr txBox="1">
            <a:spLocks noGrp="1"/>
          </p:cNvSpPr>
          <p:nvPr>
            <p:ph type="title"/>
          </p:nvPr>
        </p:nvSpPr>
        <p:spPr>
          <a:xfrm>
            <a:off x="717613" y="433350"/>
            <a:ext cx="7708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rPr>
              <a:t>Exploratory Data Analysis</a:t>
            </a:r>
            <a:endParaRPr dirty="0">
              <a:solidFill>
                <a:schemeClr val="dk2"/>
              </a:solidFill>
            </a:endParaRPr>
          </a:p>
        </p:txBody>
      </p:sp>
      <p:grpSp>
        <p:nvGrpSpPr>
          <p:cNvPr id="812" name="Google Shape;812;p46">
            <a:extLst>
              <a:ext uri="{FF2B5EF4-FFF2-40B4-BE49-F238E27FC236}">
                <a16:creationId xmlns:a16="http://schemas.microsoft.com/office/drawing/2014/main" id="{A29040FA-0A26-D8DD-8ABE-BE442CEBB07C}"/>
              </a:ext>
            </a:extLst>
          </p:cNvPr>
          <p:cNvGrpSpPr/>
          <p:nvPr/>
        </p:nvGrpSpPr>
        <p:grpSpPr>
          <a:xfrm>
            <a:off x="8712368" y="2556676"/>
            <a:ext cx="1507118" cy="838832"/>
            <a:chOff x="7636893" y="2346251"/>
            <a:chExt cx="1507118" cy="838832"/>
          </a:xfrm>
        </p:grpSpPr>
        <p:grpSp>
          <p:nvGrpSpPr>
            <p:cNvPr id="813" name="Google Shape;813;p46">
              <a:extLst>
                <a:ext uri="{FF2B5EF4-FFF2-40B4-BE49-F238E27FC236}">
                  <a16:creationId xmlns:a16="http://schemas.microsoft.com/office/drawing/2014/main" id="{1254C915-D3E3-C3F1-1BFE-E1307CFD1A9E}"/>
                </a:ext>
              </a:extLst>
            </p:cNvPr>
            <p:cNvGrpSpPr/>
            <p:nvPr/>
          </p:nvGrpSpPr>
          <p:grpSpPr>
            <a:xfrm flipH="1">
              <a:off x="7728620" y="2393076"/>
              <a:ext cx="1415391" cy="792008"/>
              <a:chOff x="1905568" y="363438"/>
              <a:chExt cx="1415391" cy="792008"/>
            </a:xfrm>
          </p:grpSpPr>
          <p:sp>
            <p:nvSpPr>
              <p:cNvPr id="814" name="Google Shape;814;p46">
                <a:extLst>
                  <a:ext uri="{FF2B5EF4-FFF2-40B4-BE49-F238E27FC236}">
                    <a16:creationId xmlns:a16="http://schemas.microsoft.com/office/drawing/2014/main" id="{9D931B65-1C3F-27B4-E59F-12B17A81C031}"/>
                  </a:ext>
                </a:extLst>
              </p:cNvPr>
              <p:cNvSpPr/>
              <p:nvPr/>
            </p:nvSpPr>
            <p:spPr>
              <a:xfrm>
                <a:off x="1905568" y="363438"/>
                <a:ext cx="1342337" cy="713989"/>
              </a:xfrm>
              <a:custGeom>
                <a:avLst/>
                <a:gdLst/>
                <a:ahLst/>
                <a:cxnLst/>
                <a:rect l="l" t="t" r="r" b="b"/>
                <a:pathLst>
                  <a:path w="41912" h="22293" extrusionOk="0">
                    <a:moveTo>
                      <a:pt x="452" y="22293"/>
                    </a:moveTo>
                    <a:lnTo>
                      <a:pt x="0" y="21437"/>
                    </a:lnTo>
                    <a:lnTo>
                      <a:pt x="41270" y="0"/>
                    </a:lnTo>
                    <a:lnTo>
                      <a:pt x="41911" y="761"/>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46">
                <a:extLst>
                  <a:ext uri="{FF2B5EF4-FFF2-40B4-BE49-F238E27FC236}">
                    <a16:creationId xmlns:a16="http://schemas.microsoft.com/office/drawing/2014/main" id="{95E5427B-C90A-0917-63F9-9D74690DE5B5}"/>
                  </a:ext>
                </a:extLst>
              </p:cNvPr>
              <p:cNvSpPr/>
              <p:nvPr/>
            </p:nvSpPr>
            <p:spPr>
              <a:xfrm>
                <a:off x="1975580" y="439535"/>
                <a:ext cx="1345379" cy="715911"/>
              </a:xfrm>
              <a:custGeom>
                <a:avLst/>
                <a:gdLst/>
                <a:ahLst/>
                <a:cxnLst/>
                <a:rect l="l" t="t" r="r" b="b"/>
                <a:pathLst>
                  <a:path w="42007" h="22353" extrusionOk="0">
                    <a:moveTo>
                      <a:pt x="452" y="22353"/>
                    </a:moveTo>
                    <a:lnTo>
                      <a:pt x="1" y="21497"/>
                    </a:lnTo>
                    <a:lnTo>
                      <a:pt x="41401" y="1"/>
                    </a:lnTo>
                    <a:lnTo>
                      <a:pt x="42007" y="773"/>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6" name="Google Shape;816;p46">
              <a:extLst>
                <a:ext uri="{FF2B5EF4-FFF2-40B4-BE49-F238E27FC236}">
                  <a16:creationId xmlns:a16="http://schemas.microsoft.com/office/drawing/2014/main" id="{664640A3-6E19-82C6-AF17-4A840821702D}"/>
                </a:ext>
              </a:extLst>
            </p:cNvPr>
            <p:cNvGrpSpPr/>
            <p:nvPr/>
          </p:nvGrpSpPr>
          <p:grpSpPr>
            <a:xfrm flipH="1">
              <a:off x="7636893" y="2346251"/>
              <a:ext cx="257693" cy="199083"/>
              <a:chOff x="3154993" y="316614"/>
              <a:chExt cx="257693" cy="199083"/>
            </a:xfrm>
          </p:grpSpPr>
          <p:sp>
            <p:nvSpPr>
              <p:cNvPr id="817" name="Google Shape;817;p46">
                <a:extLst>
                  <a:ext uri="{FF2B5EF4-FFF2-40B4-BE49-F238E27FC236}">
                    <a16:creationId xmlns:a16="http://schemas.microsoft.com/office/drawing/2014/main" id="{E6999A90-A9C1-8D7A-2C0A-6E3065904855}"/>
                  </a:ext>
                </a:extLst>
              </p:cNvPr>
              <p:cNvSpPr/>
              <p:nvPr/>
            </p:nvSpPr>
            <p:spPr>
              <a:xfrm>
                <a:off x="3185067" y="330578"/>
                <a:ext cx="227619" cy="137910"/>
              </a:xfrm>
              <a:custGeom>
                <a:avLst/>
                <a:gdLst/>
                <a:ahLst/>
                <a:cxnLst/>
                <a:rect l="l" t="t" r="r" b="b"/>
                <a:pathLst>
                  <a:path w="7107" h="4306" extrusionOk="0">
                    <a:moveTo>
                      <a:pt x="6067" y="1"/>
                    </a:moveTo>
                    <a:cubicBezTo>
                      <a:pt x="6037" y="1"/>
                      <a:pt x="6008" y="2"/>
                      <a:pt x="5978" y="4"/>
                    </a:cubicBezTo>
                    <a:cubicBezTo>
                      <a:pt x="5835" y="4"/>
                      <a:pt x="5693" y="52"/>
                      <a:pt x="5574" y="135"/>
                    </a:cubicBezTo>
                    <a:cubicBezTo>
                      <a:pt x="4956" y="515"/>
                      <a:pt x="2734" y="1906"/>
                      <a:pt x="1973" y="2274"/>
                    </a:cubicBezTo>
                    <a:cubicBezTo>
                      <a:pt x="1355" y="2571"/>
                      <a:pt x="773" y="2927"/>
                      <a:pt x="226" y="3331"/>
                    </a:cubicBezTo>
                    <a:lnTo>
                      <a:pt x="1" y="4306"/>
                    </a:lnTo>
                    <a:cubicBezTo>
                      <a:pt x="690" y="4258"/>
                      <a:pt x="1843" y="3676"/>
                      <a:pt x="1843" y="3676"/>
                    </a:cubicBezTo>
                    <a:cubicBezTo>
                      <a:pt x="1843" y="3676"/>
                      <a:pt x="5764" y="1490"/>
                      <a:pt x="6429" y="1038"/>
                    </a:cubicBezTo>
                    <a:cubicBezTo>
                      <a:pt x="7107" y="598"/>
                      <a:pt x="6786" y="278"/>
                      <a:pt x="6786" y="278"/>
                    </a:cubicBezTo>
                    <a:cubicBezTo>
                      <a:pt x="6583" y="96"/>
                      <a:pt x="6332" y="1"/>
                      <a:pt x="60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46">
                <a:extLst>
                  <a:ext uri="{FF2B5EF4-FFF2-40B4-BE49-F238E27FC236}">
                    <a16:creationId xmlns:a16="http://schemas.microsoft.com/office/drawing/2014/main" id="{AFA6ABA5-E600-3BE4-F983-412151CA7ECB}"/>
                  </a:ext>
                </a:extLst>
              </p:cNvPr>
              <p:cNvSpPr/>
              <p:nvPr/>
            </p:nvSpPr>
            <p:spPr>
              <a:xfrm>
                <a:off x="3258890" y="401102"/>
                <a:ext cx="124875" cy="114594"/>
              </a:xfrm>
              <a:custGeom>
                <a:avLst/>
                <a:gdLst/>
                <a:ahLst/>
                <a:cxnLst/>
                <a:rect l="l" t="t" r="r" b="b"/>
                <a:pathLst>
                  <a:path w="3899" h="3578" extrusionOk="0">
                    <a:moveTo>
                      <a:pt x="1617" y="1"/>
                    </a:moveTo>
                    <a:lnTo>
                      <a:pt x="1" y="797"/>
                    </a:lnTo>
                    <a:lnTo>
                      <a:pt x="1522" y="1783"/>
                    </a:lnTo>
                    <a:lnTo>
                      <a:pt x="3661" y="3577"/>
                    </a:lnTo>
                    <a:lnTo>
                      <a:pt x="3899" y="3554"/>
                    </a:lnTo>
                    <a:lnTo>
                      <a:pt x="16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46">
                <a:extLst>
                  <a:ext uri="{FF2B5EF4-FFF2-40B4-BE49-F238E27FC236}">
                    <a16:creationId xmlns:a16="http://schemas.microsoft.com/office/drawing/2014/main" id="{7E5D986A-E211-9FA5-EF55-00AF19AC7559}"/>
                  </a:ext>
                </a:extLst>
              </p:cNvPr>
              <p:cNvSpPr/>
              <p:nvPr/>
            </p:nvSpPr>
            <p:spPr>
              <a:xfrm>
                <a:off x="3323233" y="426148"/>
                <a:ext cx="28280" cy="23957"/>
              </a:xfrm>
              <a:custGeom>
                <a:avLst/>
                <a:gdLst/>
                <a:ahLst/>
                <a:cxnLst/>
                <a:rect l="l" t="t" r="r" b="b"/>
                <a:pathLst>
                  <a:path w="883" h="748" extrusionOk="0">
                    <a:moveTo>
                      <a:pt x="399" y="1"/>
                    </a:moveTo>
                    <a:cubicBezTo>
                      <a:pt x="385" y="1"/>
                      <a:pt x="371" y="1"/>
                      <a:pt x="357" y="3"/>
                    </a:cubicBezTo>
                    <a:cubicBezTo>
                      <a:pt x="155" y="15"/>
                      <a:pt x="0" y="193"/>
                      <a:pt x="24" y="407"/>
                    </a:cubicBezTo>
                    <a:cubicBezTo>
                      <a:pt x="39" y="618"/>
                      <a:pt x="212" y="748"/>
                      <a:pt x="391" y="748"/>
                    </a:cubicBezTo>
                    <a:cubicBezTo>
                      <a:pt x="494" y="748"/>
                      <a:pt x="599" y="705"/>
                      <a:pt x="678" y="609"/>
                    </a:cubicBezTo>
                    <a:cubicBezTo>
                      <a:pt x="882" y="370"/>
                      <a:pt x="706" y="1"/>
                      <a:pt x="3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46">
                <a:extLst>
                  <a:ext uri="{FF2B5EF4-FFF2-40B4-BE49-F238E27FC236}">
                    <a16:creationId xmlns:a16="http://schemas.microsoft.com/office/drawing/2014/main" id="{70F1940F-1E87-47C4-80EE-4F7BAABD4F1B}"/>
                  </a:ext>
                </a:extLst>
              </p:cNvPr>
              <p:cNvSpPr/>
              <p:nvPr/>
            </p:nvSpPr>
            <p:spPr>
              <a:xfrm>
                <a:off x="3196116" y="452475"/>
                <a:ext cx="42661" cy="40387"/>
              </a:xfrm>
              <a:custGeom>
                <a:avLst/>
                <a:gdLst/>
                <a:ahLst/>
                <a:cxnLst/>
                <a:rect l="l" t="t" r="r" b="b"/>
                <a:pathLst>
                  <a:path w="1332" h="1261" extrusionOk="0">
                    <a:moveTo>
                      <a:pt x="452" y="1"/>
                    </a:moveTo>
                    <a:lnTo>
                      <a:pt x="0" y="298"/>
                    </a:lnTo>
                    <a:lnTo>
                      <a:pt x="1010" y="1260"/>
                    </a:lnTo>
                    <a:lnTo>
                      <a:pt x="1331" y="1225"/>
                    </a:lnTo>
                    <a:lnTo>
                      <a:pt x="4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46">
                <a:extLst>
                  <a:ext uri="{FF2B5EF4-FFF2-40B4-BE49-F238E27FC236}">
                    <a16:creationId xmlns:a16="http://schemas.microsoft.com/office/drawing/2014/main" id="{9673F6EB-4DE5-81A2-F979-A68F8D9C423E}"/>
                  </a:ext>
                </a:extLst>
              </p:cNvPr>
              <p:cNvSpPr/>
              <p:nvPr/>
            </p:nvSpPr>
            <p:spPr>
              <a:xfrm>
                <a:off x="3170622" y="316614"/>
                <a:ext cx="122569" cy="110399"/>
              </a:xfrm>
              <a:custGeom>
                <a:avLst/>
                <a:gdLst/>
                <a:ahLst/>
                <a:cxnLst/>
                <a:rect l="l" t="t" r="r" b="b"/>
                <a:pathLst>
                  <a:path w="3827" h="3447" extrusionOk="0">
                    <a:moveTo>
                      <a:pt x="24" y="1"/>
                    </a:moveTo>
                    <a:lnTo>
                      <a:pt x="0" y="238"/>
                    </a:lnTo>
                    <a:lnTo>
                      <a:pt x="1878" y="2555"/>
                    </a:lnTo>
                    <a:lnTo>
                      <a:pt x="2555" y="3447"/>
                    </a:lnTo>
                    <a:lnTo>
                      <a:pt x="3826" y="2294"/>
                    </a:lnTo>
                    <a:lnTo>
                      <a:pt x="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46">
                <a:extLst>
                  <a:ext uri="{FF2B5EF4-FFF2-40B4-BE49-F238E27FC236}">
                    <a16:creationId xmlns:a16="http://schemas.microsoft.com/office/drawing/2014/main" id="{FC8D898A-2625-3627-F53B-3AD875F79819}"/>
                  </a:ext>
                </a:extLst>
              </p:cNvPr>
              <p:cNvSpPr/>
              <p:nvPr/>
            </p:nvSpPr>
            <p:spPr>
              <a:xfrm>
                <a:off x="3233364" y="351972"/>
                <a:ext cx="30138" cy="26134"/>
              </a:xfrm>
              <a:custGeom>
                <a:avLst/>
                <a:gdLst/>
                <a:ahLst/>
                <a:cxnLst/>
                <a:rect l="l" t="t" r="r" b="b"/>
                <a:pathLst>
                  <a:path w="941" h="816" extrusionOk="0">
                    <a:moveTo>
                      <a:pt x="472" y="1"/>
                    </a:moveTo>
                    <a:cubicBezTo>
                      <a:pt x="303" y="1"/>
                      <a:pt x="137" y="103"/>
                      <a:pt x="85" y="299"/>
                    </a:cubicBezTo>
                    <a:cubicBezTo>
                      <a:pt x="0" y="572"/>
                      <a:pt x="222" y="816"/>
                      <a:pt x="471" y="816"/>
                    </a:cubicBezTo>
                    <a:cubicBezTo>
                      <a:pt x="536" y="816"/>
                      <a:pt x="603" y="799"/>
                      <a:pt x="667" y="762"/>
                    </a:cubicBezTo>
                    <a:cubicBezTo>
                      <a:pt x="869" y="655"/>
                      <a:pt x="941" y="406"/>
                      <a:pt x="834" y="216"/>
                    </a:cubicBezTo>
                    <a:cubicBezTo>
                      <a:pt x="753" y="71"/>
                      <a:pt x="612" y="1"/>
                      <a:pt x="4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46">
                <a:extLst>
                  <a:ext uri="{FF2B5EF4-FFF2-40B4-BE49-F238E27FC236}">
                    <a16:creationId xmlns:a16="http://schemas.microsoft.com/office/drawing/2014/main" id="{0950A91C-A3B7-5A11-3E57-6CD38116C94D}"/>
                  </a:ext>
                </a:extLst>
              </p:cNvPr>
              <p:cNvSpPr/>
              <p:nvPr/>
            </p:nvSpPr>
            <p:spPr>
              <a:xfrm>
                <a:off x="3154993" y="413657"/>
                <a:ext cx="41155" cy="46856"/>
              </a:xfrm>
              <a:custGeom>
                <a:avLst/>
                <a:gdLst/>
                <a:ahLst/>
                <a:cxnLst/>
                <a:rect l="l" t="t" r="r" b="b"/>
                <a:pathLst>
                  <a:path w="1285" h="1463" extrusionOk="0">
                    <a:moveTo>
                      <a:pt x="25" y="1"/>
                    </a:moveTo>
                    <a:lnTo>
                      <a:pt x="1" y="322"/>
                    </a:lnTo>
                    <a:lnTo>
                      <a:pt x="1165" y="1462"/>
                    </a:lnTo>
                    <a:lnTo>
                      <a:pt x="1284" y="833"/>
                    </a:lnTo>
                    <a:lnTo>
                      <a:pt x="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46">
                <a:extLst>
                  <a:ext uri="{FF2B5EF4-FFF2-40B4-BE49-F238E27FC236}">
                    <a16:creationId xmlns:a16="http://schemas.microsoft.com/office/drawing/2014/main" id="{5A20DEEA-5175-E2B8-2FC3-6FF03A0A732E}"/>
                  </a:ext>
                </a:extLst>
              </p:cNvPr>
              <p:cNvSpPr/>
              <p:nvPr/>
            </p:nvSpPr>
            <p:spPr>
              <a:xfrm>
                <a:off x="3196501" y="402640"/>
                <a:ext cx="23989" cy="36928"/>
              </a:xfrm>
              <a:custGeom>
                <a:avLst/>
                <a:gdLst/>
                <a:ahLst/>
                <a:cxnLst/>
                <a:rect l="l" t="t" r="r" b="b"/>
                <a:pathLst>
                  <a:path w="749" h="1153" extrusionOk="0">
                    <a:moveTo>
                      <a:pt x="666" y="0"/>
                    </a:moveTo>
                    <a:lnTo>
                      <a:pt x="416" y="107"/>
                    </a:lnTo>
                    <a:lnTo>
                      <a:pt x="0" y="1153"/>
                    </a:lnTo>
                    <a:lnTo>
                      <a:pt x="749" y="594"/>
                    </a:lnTo>
                    <a:lnTo>
                      <a:pt x="6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46">
                <a:extLst>
                  <a:ext uri="{FF2B5EF4-FFF2-40B4-BE49-F238E27FC236}">
                    <a16:creationId xmlns:a16="http://schemas.microsoft.com/office/drawing/2014/main" id="{A3B1A14F-A547-4676-3EB6-8D9F2BC1769A}"/>
                  </a:ext>
                </a:extLst>
              </p:cNvPr>
              <p:cNvSpPr/>
              <p:nvPr/>
            </p:nvSpPr>
            <p:spPr>
              <a:xfrm>
                <a:off x="3316380" y="427749"/>
                <a:ext cx="13355" cy="14476"/>
              </a:xfrm>
              <a:custGeom>
                <a:avLst/>
                <a:gdLst/>
                <a:ahLst/>
                <a:cxnLst/>
                <a:rect l="l" t="t" r="r" b="b"/>
                <a:pathLst>
                  <a:path w="417" h="452" extrusionOk="0">
                    <a:moveTo>
                      <a:pt x="416" y="0"/>
                    </a:moveTo>
                    <a:lnTo>
                      <a:pt x="0" y="286"/>
                    </a:lnTo>
                    <a:lnTo>
                      <a:pt x="404" y="452"/>
                    </a:lnTo>
                    <a:lnTo>
                      <a:pt x="4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46">
                <a:extLst>
                  <a:ext uri="{FF2B5EF4-FFF2-40B4-BE49-F238E27FC236}">
                    <a16:creationId xmlns:a16="http://schemas.microsoft.com/office/drawing/2014/main" id="{068B15D1-F114-76A6-F521-2DE4BA668AE6}"/>
                  </a:ext>
                </a:extLst>
              </p:cNvPr>
              <p:cNvSpPr/>
              <p:nvPr/>
            </p:nvSpPr>
            <p:spPr>
              <a:xfrm>
                <a:off x="3230354" y="352389"/>
                <a:ext cx="14893" cy="13740"/>
              </a:xfrm>
              <a:custGeom>
                <a:avLst/>
                <a:gdLst/>
                <a:ahLst/>
                <a:cxnLst/>
                <a:rect l="l" t="t" r="r" b="b"/>
                <a:pathLst>
                  <a:path w="465" h="429" extrusionOk="0">
                    <a:moveTo>
                      <a:pt x="464" y="1"/>
                    </a:moveTo>
                    <a:lnTo>
                      <a:pt x="1" y="167"/>
                    </a:lnTo>
                    <a:lnTo>
                      <a:pt x="345" y="428"/>
                    </a:lnTo>
                    <a:lnTo>
                      <a:pt x="4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4" name="Picture 3">
            <a:extLst>
              <a:ext uri="{FF2B5EF4-FFF2-40B4-BE49-F238E27FC236}">
                <a16:creationId xmlns:a16="http://schemas.microsoft.com/office/drawing/2014/main" id="{EE3BCBB0-519A-8B6F-5284-501C9D2EF62F}"/>
              </a:ext>
            </a:extLst>
          </p:cNvPr>
          <p:cNvPicPr>
            <a:picLocks noChangeAspect="1"/>
          </p:cNvPicPr>
          <p:nvPr/>
        </p:nvPicPr>
        <p:blipFill>
          <a:blip r:embed="rId3"/>
          <a:stretch>
            <a:fillRect/>
          </a:stretch>
        </p:blipFill>
        <p:spPr>
          <a:xfrm>
            <a:off x="602167" y="1156632"/>
            <a:ext cx="3614853" cy="2238877"/>
          </a:xfrm>
          <a:prstGeom prst="rect">
            <a:avLst/>
          </a:prstGeom>
          <a:ln>
            <a:noFill/>
          </a:ln>
          <a:effectLst>
            <a:outerShdw blurRad="190500" algn="tl" rotWithShape="0">
              <a:srgbClr val="000000">
                <a:alpha val="70000"/>
              </a:srgbClr>
            </a:outerShdw>
          </a:effectLst>
        </p:spPr>
      </p:pic>
      <p:sp>
        <p:nvSpPr>
          <p:cNvPr id="8" name="TextBox 7">
            <a:extLst>
              <a:ext uri="{FF2B5EF4-FFF2-40B4-BE49-F238E27FC236}">
                <a16:creationId xmlns:a16="http://schemas.microsoft.com/office/drawing/2014/main" id="{759325A0-F9CF-79FB-D222-FACCC704A3E7}"/>
              </a:ext>
            </a:extLst>
          </p:cNvPr>
          <p:cNvSpPr txBox="1"/>
          <p:nvPr/>
        </p:nvSpPr>
        <p:spPr>
          <a:xfrm>
            <a:off x="788021" y="3546091"/>
            <a:ext cx="3614853" cy="1446550"/>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a:spAutoFit/>
          </a:bodyPr>
          <a:lstStyle/>
          <a:p>
            <a:pPr>
              <a:buNone/>
            </a:pPr>
            <a:r>
              <a:rPr lang="en-US" sz="1100" b="1" dirty="0"/>
              <a:t>Delay by Month</a:t>
            </a:r>
          </a:p>
          <a:p>
            <a:pPr>
              <a:buNone/>
            </a:pPr>
            <a:r>
              <a:rPr lang="en-US" sz="1100" dirty="0"/>
              <a:t>“Average delays were analyzed across different months to identify seasonal patterns and periods with higher delays.”</a:t>
            </a:r>
          </a:p>
          <a:p>
            <a:pPr>
              <a:buNone/>
            </a:pPr>
            <a:endParaRPr lang="en-US" sz="1100" dirty="0"/>
          </a:p>
          <a:p>
            <a:pPr>
              <a:buNone/>
            </a:pPr>
            <a:r>
              <a:rPr lang="en-US" sz="1100" b="1" dirty="0"/>
              <a:t>Insight Example</a:t>
            </a:r>
          </a:p>
          <a:p>
            <a:pPr>
              <a:buFont typeface="Arial" panose="020B0604020202020204" pitchFamily="34" charset="0"/>
              <a:buChar char="•"/>
            </a:pPr>
            <a:r>
              <a:rPr lang="en-US" sz="1100" dirty="0"/>
              <a:t>June and July recorded the highest average delays (summer travel peak). Friday had the highest delay rate among weekdays.</a:t>
            </a:r>
          </a:p>
        </p:txBody>
      </p:sp>
      <p:pic>
        <p:nvPicPr>
          <p:cNvPr id="10" name="Picture 9">
            <a:extLst>
              <a:ext uri="{FF2B5EF4-FFF2-40B4-BE49-F238E27FC236}">
                <a16:creationId xmlns:a16="http://schemas.microsoft.com/office/drawing/2014/main" id="{44EBFC49-F465-170D-16B0-5397F042127F}"/>
              </a:ext>
            </a:extLst>
          </p:cNvPr>
          <p:cNvPicPr>
            <a:picLocks noChangeAspect="1"/>
          </p:cNvPicPr>
          <p:nvPr/>
        </p:nvPicPr>
        <p:blipFill>
          <a:blip r:embed="rId4"/>
          <a:stretch>
            <a:fillRect/>
          </a:stretch>
        </p:blipFill>
        <p:spPr>
          <a:xfrm>
            <a:off x="4852980" y="1156632"/>
            <a:ext cx="3376896" cy="2238877"/>
          </a:xfrm>
          <a:prstGeom prst="rect">
            <a:avLst/>
          </a:prstGeom>
          <a:ln>
            <a:noFill/>
          </a:ln>
          <a:effectLst>
            <a:outerShdw blurRad="190500" algn="tl" rotWithShape="0">
              <a:srgbClr val="000000">
                <a:alpha val="70000"/>
              </a:srgbClr>
            </a:outerShdw>
          </a:effectLst>
        </p:spPr>
      </p:pic>
      <p:sp>
        <p:nvSpPr>
          <p:cNvPr id="12" name="TextBox 11">
            <a:extLst>
              <a:ext uri="{FF2B5EF4-FFF2-40B4-BE49-F238E27FC236}">
                <a16:creationId xmlns:a16="http://schemas.microsoft.com/office/drawing/2014/main" id="{0D0DEB0D-BFF8-1DB8-5918-6BA95FF8BC00}"/>
              </a:ext>
            </a:extLst>
          </p:cNvPr>
          <p:cNvSpPr txBox="1"/>
          <p:nvPr/>
        </p:nvSpPr>
        <p:spPr>
          <a:xfrm>
            <a:off x="4926980" y="3659975"/>
            <a:ext cx="3614853" cy="830997"/>
          </a:xfrm>
          <a:prstGeom prst="rect">
            <a:avLst/>
          </a:prstGeom>
          <a:noFill/>
        </p:spPr>
        <p:txBody>
          <a:bodyPr wrap="square">
            <a:spAutoFit/>
          </a:bodyPr>
          <a:lstStyle/>
          <a:p>
            <a:pPr>
              <a:buNone/>
            </a:pPr>
            <a:r>
              <a:rPr lang="en-US" sz="1200" b="1" dirty="0">
                <a:solidFill>
                  <a:srgbClr val="213363"/>
                </a:solidFill>
              </a:rPr>
              <a:t>Delay by Day of Week</a:t>
            </a:r>
          </a:p>
          <a:p>
            <a:pPr>
              <a:buNone/>
            </a:pPr>
            <a:r>
              <a:rPr lang="en-US" sz="1200" dirty="0">
                <a:solidFill>
                  <a:srgbClr val="213363"/>
                </a:solidFill>
              </a:rPr>
              <a:t>“Flight delays were compared across weekdays to determine whether some days experience more delays than others.”</a:t>
            </a:r>
          </a:p>
        </p:txBody>
      </p:sp>
    </p:spTree>
    <p:extLst>
      <p:ext uri="{BB962C8B-B14F-4D97-AF65-F5344CB8AC3E}">
        <p14:creationId xmlns:p14="http://schemas.microsoft.com/office/powerpoint/2010/main" val="4122094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05">
          <a:extLst>
            <a:ext uri="{FF2B5EF4-FFF2-40B4-BE49-F238E27FC236}">
              <a16:creationId xmlns:a16="http://schemas.microsoft.com/office/drawing/2014/main" id="{7E7264D4-9698-17CE-7F6C-0AF430A19188}"/>
            </a:ext>
          </a:extLst>
        </p:cNvPr>
        <p:cNvGrpSpPr/>
        <p:nvPr/>
      </p:nvGrpSpPr>
      <p:grpSpPr>
        <a:xfrm>
          <a:off x="0" y="0"/>
          <a:ext cx="0" cy="0"/>
          <a:chOff x="0" y="0"/>
          <a:chExt cx="0" cy="0"/>
        </a:xfrm>
      </p:grpSpPr>
      <p:sp>
        <p:nvSpPr>
          <p:cNvPr id="806" name="Google Shape;806;p46">
            <a:extLst>
              <a:ext uri="{FF2B5EF4-FFF2-40B4-BE49-F238E27FC236}">
                <a16:creationId xmlns:a16="http://schemas.microsoft.com/office/drawing/2014/main" id="{0E49199B-53E0-A9D3-E695-3C3633D0B15C}"/>
              </a:ext>
            </a:extLst>
          </p:cNvPr>
          <p:cNvSpPr txBox="1">
            <a:spLocks noGrp="1"/>
          </p:cNvSpPr>
          <p:nvPr>
            <p:ph type="title"/>
          </p:nvPr>
        </p:nvSpPr>
        <p:spPr>
          <a:xfrm>
            <a:off x="717613" y="433350"/>
            <a:ext cx="7708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rPr>
              <a:t>Exploratory Data Analysis</a:t>
            </a:r>
            <a:endParaRPr dirty="0">
              <a:solidFill>
                <a:schemeClr val="dk2"/>
              </a:solidFill>
            </a:endParaRPr>
          </a:p>
        </p:txBody>
      </p:sp>
      <p:grpSp>
        <p:nvGrpSpPr>
          <p:cNvPr id="812" name="Google Shape;812;p46">
            <a:extLst>
              <a:ext uri="{FF2B5EF4-FFF2-40B4-BE49-F238E27FC236}">
                <a16:creationId xmlns:a16="http://schemas.microsoft.com/office/drawing/2014/main" id="{47441612-D34B-1BFB-7165-A190564C6BA1}"/>
              </a:ext>
            </a:extLst>
          </p:cNvPr>
          <p:cNvGrpSpPr/>
          <p:nvPr/>
        </p:nvGrpSpPr>
        <p:grpSpPr>
          <a:xfrm>
            <a:off x="8712368" y="2556676"/>
            <a:ext cx="1507118" cy="838832"/>
            <a:chOff x="7636893" y="2346251"/>
            <a:chExt cx="1507118" cy="838832"/>
          </a:xfrm>
        </p:grpSpPr>
        <p:grpSp>
          <p:nvGrpSpPr>
            <p:cNvPr id="813" name="Google Shape;813;p46">
              <a:extLst>
                <a:ext uri="{FF2B5EF4-FFF2-40B4-BE49-F238E27FC236}">
                  <a16:creationId xmlns:a16="http://schemas.microsoft.com/office/drawing/2014/main" id="{52969772-DA76-17CF-0AFF-0D4DE7F2BFEB}"/>
                </a:ext>
              </a:extLst>
            </p:cNvPr>
            <p:cNvGrpSpPr/>
            <p:nvPr/>
          </p:nvGrpSpPr>
          <p:grpSpPr>
            <a:xfrm flipH="1">
              <a:off x="7728620" y="2393076"/>
              <a:ext cx="1415391" cy="792008"/>
              <a:chOff x="1905568" y="363438"/>
              <a:chExt cx="1415391" cy="792008"/>
            </a:xfrm>
          </p:grpSpPr>
          <p:sp>
            <p:nvSpPr>
              <p:cNvPr id="814" name="Google Shape;814;p46">
                <a:extLst>
                  <a:ext uri="{FF2B5EF4-FFF2-40B4-BE49-F238E27FC236}">
                    <a16:creationId xmlns:a16="http://schemas.microsoft.com/office/drawing/2014/main" id="{63E2C98B-550B-7822-8360-B7E0F6ED829D}"/>
                  </a:ext>
                </a:extLst>
              </p:cNvPr>
              <p:cNvSpPr/>
              <p:nvPr/>
            </p:nvSpPr>
            <p:spPr>
              <a:xfrm>
                <a:off x="1905568" y="363438"/>
                <a:ext cx="1342337" cy="713989"/>
              </a:xfrm>
              <a:custGeom>
                <a:avLst/>
                <a:gdLst/>
                <a:ahLst/>
                <a:cxnLst/>
                <a:rect l="l" t="t" r="r" b="b"/>
                <a:pathLst>
                  <a:path w="41912" h="22293" extrusionOk="0">
                    <a:moveTo>
                      <a:pt x="452" y="22293"/>
                    </a:moveTo>
                    <a:lnTo>
                      <a:pt x="0" y="21437"/>
                    </a:lnTo>
                    <a:lnTo>
                      <a:pt x="41270" y="0"/>
                    </a:lnTo>
                    <a:lnTo>
                      <a:pt x="41911" y="761"/>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46">
                <a:extLst>
                  <a:ext uri="{FF2B5EF4-FFF2-40B4-BE49-F238E27FC236}">
                    <a16:creationId xmlns:a16="http://schemas.microsoft.com/office/drawing/2014/main" id="{863BF5C6-252E-6390-F45B-6AD017B6D10A}"/>
                  </a:ext>
                </a:extLst>
              </p:cNvPr>
              <p:cNvSpPr/>
              <p:nvPr/>
            </p:nvSpPr>
            <p:spPr>
              <a:xfrm>
                <a:off x="1975580" y="439535"/>
                <a:ext cx="1345379" cy="715911"/>
              </a:xfrm>
              <a:custGeom>
                <a:avLst/>
                <a:gdLst/>
                <a:ahLst/>
                <a:cxnLst/>
                <a:rect l="l" t="t" r="r" b="b"/>
                <a:pathLst>
                  <a:path w="42007" h="22353" extrusionOk="0">
                    <a:moveTo>
                      <a:pt x="452" y="22353"/>
                    </a:moveTo>
                    <a:lnTo>
                      <a:pt x="1" y="21497"/>
                    </a:lnTo>
                    <a:lnTo>
                      <a:pt x="41401" y="1"/>
                    </a:lnTo>
                    <a:lnTo>
                      <a:pt x="42007" y="773"/>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6" name="Google Shape;816;p46">
              <a:extLst>
                <a:ext uri="{FF2B5EF4-FFF2-40B4-BE49-F238E27FC236}">
                  <a16:creationId xmlns:a16="http://schemas.microsoft.com/office/drawing/2014/main" id="{6F1EA11A-B21A-F422-0537-9D91D41F46A7}"/>
                </a:ext>
              </a:extLst>
            </p:cNvPr>
            <p:cNvGrpSpPr/>
            <p:nvPr/>
          </p:nvGrpSpPr>
          <p:grpSpPr>
            <a:xfrm flipH="1">
              <a:off x="7636893" y="2346251"/>
              <a:ext cx="257693" cy="199083"/>
              <a:chOff x="3154993" y="316614"/>
              <a:chExt cx="257693" cy="199083"/>
            </a:xfrm>
          </p:grpSpPr>
          <p:sp>
            <p:nvSpPr>
              <p:cNvPr id="817" name="Google Shape;817;p46">
                <a:extLst>
                  <a:ext uri="{FF2B5EF4-FFF2-40B4-BE49-F238E27FC236}">
                    <a16:creationId xmlns:a16="http://schemas.microsoft.com/office/drawing/2014/main" id="{F92E9C24-50F6-528B-37B8-6D7F4D7E54B6}"/>
                  </a:ext>
                </a:extLst>
              </p:cNvPr>
              <p:cNvSpPr/>
              <p:nvPr/>
            </p:nvSpPr>
            <p:spPr>
              <a:xfrm>
                <a:off x="3185067" y="330578"/>
                <a:ext cx="227619" cy="137910"/>
              </a:xfrm>
              <a:custGeom>
                <a:avLst/>
                <a:gdLst/>
                <a:ahLst/>
                <a:cxnLst/>
                <a:rect l="l" t="t" r="r" b="b"/>
                <a:pathLst>
                  <a:path w="7107" h="4306" extrusionOk="0">
                    <a:moveTo>
                      <a:pt x="6067" y="1"/>
                    </a:moveTo>
                    <a:cubicBezTo>
                      <a:pt x="6037" y="1"/>
                      <a:pt x="6008" y="2"/>
                      <a:pt x="5978" y="4"/>
                    </a:cubicBezTo>
                    <a:cubicBezTo>
                      <a:pt x="5835" y="4"/>
                      <a:pt x="5693" y="52"/>
                      <a:pt x="5574" y="135"/>
                    </a:cubicBezTo>
                    <a:cubicBezTo>
                      <a:pt x="4956" y="515"/>
                      <a:pt x="2734" y="1906"/>
                      <a:pt x="1973" y="2274"/>
                    </a:cubicBezTo>
                    <a:cubicBezTo>
                      <a:pt x="1355" y="2571"/>
                      <a:pt x="773" y="2927"/>
                      <a:pt x="226" y="3331"/>
                    </a:cubicBezTo>
                    <a:lnTo>
                      <a:pt x="1" y="4306"/>
                    </a:lnTo>
                    <a:cubicBezTo>
                      <a:pt x="690" y="4258"/>
                      <a:pt x="1843" y="3676"/>
                      <a:pt x="1843" y="3676"/>
                    </a:cubicBezTo>
                    <a:cubicBezTo>
                      <a:pt x="1843" y="3676"/>
                      <a:pt x="5764" y="1490"/>
                      <a:pt x="6429" y="1038"/>
                    </a:cubicBezTo>
                    <a:cubicBezTo>
                      <a:pt x="7107" y="598"/>
                      <a:pt x="6786" y="278"/>
                      <a:pt x="6786" y="278"/>
                    </a:cubicBezTo>
                    <a:cubicBezTo>
                      <a:pt x="6583" y="96"/>
                      <a:pt x="6332" y="1"/>
                      <a:pt x="60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46">
                <a:extLst>
                  <a:ext uri="{FF2B5EF4-FFF2-40B4-BE49-F238E27FC236}">
                    <a16:creationId xmlns:a16="http://schemas.microsoft.com/office/drawing/2014/main" id="{EA33CAC9-2DC3-99AD-1FE2-9ADE149EDC0E}"/>
                  </a:ext>
                </a:extLst>
              </p:cNvPr>
              <p:cNvSpPr/>
              <p:nvPr/>
            </p:nvSpPr>
            <p:spPr>
              <a:xfrm>
                <a:off x="3258890" y="401102"/>
                <a:ext cx="124875" cy="114594"/>
              </a:xfrm>
              <a:custGeom>
                <a:avLst/>
                <a:gdLst/>
                <a:ahLst/>
                <a:cxnLst/>
                <a:rect l="l" t="t" r="r" b="b"/>
                <a:pathLst>
                  <a:path w="3899" h="3578" extrusionOk="0">
                    <a:moveTo>
                      <a:pt x="1617" y="1"/>
                    </a:moveTo>
                    <a:lnTo>
                      <a:pt x="1" y="797"/>
                    </a:lnTo>
                    <a:lnTo>
                      <a:pt x="1522" y="1783"/>
                    </a:lnTo>
                    <a:lnTo>
                      <a:pt x="3661" y="3577"/>
                    </a:lnTo>
                    <a:lnTo>
                      <a:pt x="3899" y="3554"/>
                    </a:lnTo>
                    <a:lnTo>
                      <a:pt x="16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46">
                <a:extLst>
                  <a:ext uri="{FF2B5EF4-FFF2-40B4-BE49-F238E27FC236}">
                    <a16:creationId xmlns:a16="http://schemas.microsoft.com/office/drawing/2014/main" id="{58980DB3-3705-B970-90FD-E75EE61A90E0}"/>
                  </a:ext>
                </a:extLst>
              </p:cNvPr>
              <p:cNvSpPr/>
              <p:nvPr/>
            </p:nvSpPr>
            <p:spPr>
              <a:xfrm>
                <a:off x="3323233" y="426148"/>
                <a:ext cx="28280" cy="23957"/>
              </a:xfrm>
              <a:custGeom>
                <a:avLst/>
                <a:gdLst/>
                <a:ahLst/>
                <a:cxnLst/>
                <a:rect l="l" t="t" r="r" b="b"/>
                <a:pathLst>
                  <a:path w="883" h="748" extrusionOk="0">
                    <a:moveTo>
                      <a:pt x="399" y="1"/>
                    </a:moveTo>
                    <a:cubicBezTo>
                      <a:pt x="385" y="1"/>
                      <a:pt x="371" y="1"/>
                      <a:pt x="357" y="3"/>
                    </a:cubicBezTo>
                    <a:cubicBezTo>
                      <a:pt x="155" y="15"/>
                      <a:pt x="0" y="193"/>
                      <a:pt x="24" y="407"/>
                    </a:cubicBezTo>
                    <a:cubicBezTo>
                      <a:pt x="39" y="618"/>
                      <a:pt x="212" y="748"/>
                      <a:pt x="391" y="748"/>
                    </a:cubicBezTo>
                    <a:cubicBezTo>
                      <a:pt x="494" y="748"/>
                      <a:pt x="599" y="705"/>
                      <a:pt x="678" y="609"/>
                    </a:cubicBezTo>
                    <a:cubicBezTo>
                      <a:pt x="882" y="370"/>
                      <a:pt x="706" y="1"/>
                      <a:pt x="3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46">
                <a:extLst>
                  <a:ext uri="{FF2B5EF4-FFF2-40B4-BE49-F238E27FC236}">
                    <a16:creationId xmlns:a16="http://schemas.microsoft.com/office/drawing/2014/main" id="{DE96A8BB-D991-829C-806D-DE66E104301D}"/>
                  </a:ext>
                </a:extLst>
              </p:cNvPr>
              <p:cNvSpPr/>
              <p:nvPr/>
            </p:nvSpPr>
            <p:spPr>
              <a:xfrm>
                <a:off x="3196116" y="452475"/>
                <a:ext cx="42661" cy="40387"/>
              </a:xfrm>
              <a:custGeom>
                <a:avLst/>
                <a:gdLst/>
                <a:ahLst/>
                <a:cxnLst/>
                <a:rect l="l" t="t" r="r" b="b"/>
                <a:pathLst>
                  <a:path w="1332" h="1261" extrusionOk="0">
                    <a:moveTo>
                      <a:pt x="452" y="1"/>
                    </a:moveTo>
                    <a:lnTo>
                      <a:pt x="0" y="298"/>
                    </a:lnTo>
                    <a:lnTo>
                      <a:pt x="1010" y="1260"/>
                    </a:lnTo>
                    <a:lnTo>
                      <a:pt x="1331" y="1225"/>
                    </a:lnTo>
                    <a:lnTo>
                      <a:pt x="4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46">
                <a:extLst>
                  <a:ext uri="{FF2B5EF4-FFF2-40B4-BE49-F238E27FC236}">
                    <a16:creationId xmlns:a16="http://schemas.microsoft.com/office/drawing/2014/main" id="{4C9421DA-97E1-CCC3-3BE3-1A8ECB854F54}"/>
                  </a:ext>
                </a:extLst>
              </p:cNvPr>
              <p:cNvSpPr/>
              <p:nvPr/>
            </p:nvSpPr>
            <p:spPr>
              <a:xfrm>
                <a:off x="3170622" y="316614"/>
                <a:ext cx="122569" cy="110399"/>
              </a:xfrm>
              <a:custGeom>
                <a:avLst/>
                <a:gdLst/>
                <a:ahLst/>
                <a:cxnLst/>
                <a:rect l="l" t="t" r="r" b="b"/>
                <a:pathLst>
                  <a:path w="3827" h="3447" extrusionOk="0">
                    <a:moveTo>
                      <a:pt x="24" y="1"/>
                    </a:moveTo>
                    <a:lnTo>
                      <a:pt x="0" y="238"/>
                    </a:lnTo>
                    <a:lnTo>
                      <a:pt x="1878" y="2555"/>
                    </a:lnTo>
                    <a:lnTo>
                      <a:pt x="2555" y="3447"/>
                    </a:lnTo>
                    <a:lnTo>
                      <a:pt x="3826" y="2294"/>
                    </a:lnTo>
                    <a:lnTo>
                      <a:pt x="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46">
                <a:extLst>
                  <a:ext uri="{FF2B5EF4-FFF2-40B4-BE49-F238E27FC236}">
                    <a16:creationId xmlns:a16="http://schemas.microsoft.com/office/drawing/2014/main" id="{D5511879-4B58-4236-7C48-E0B041E58CE6}"/>
                  </a:ext>
                </a:extLst>
              </p:cNvPr>
              <p:cNvSpPr/>
              <p:nvPr/>
            </p:nvSpPr>
            <p:spPr>
              <a:xfrm>
                <a:off x="3233364" y="351972"/>
                <a:ext cx="30138" cy="26134"/>
              </a:xfrm>
              <a:custGeom>
                <a:avLst/>
                <a:gdLst/>
                <a:ahLst/>
                <a:cxnLst/>
                <a:rect l="l" t="t" r="r" b="b"/>
                <a:pathLst>
                  <a:path w="941" h="816" extrusionOk="0">
                    <a:moveTo>
                      <a:pt x="472" y="1"/>
                    </a:moveTo>
                    <a:cubicBezTo>
                      <a:pt x="303" y="1"/>
                      <a:pt x="137" y="103"/>
                      <a:pt x="85" y="299"/>
                    </a:cubicBezTo>
                    <a:cubicBezTo>
                      <a:pt x="0" y="572"/>
                      <a:pt x="222" y="816"/>
                      <a:pt x="471" y="816"/>
                    </a:cubicBezTo>
                    <a:cubicBezTo>
                      <a:pt x="536" y="816"/>
                      <a:pt x="603" y="799"/>
                      <a:pt x="667" y="762"/>
                    </a:cubicBezTo>
                    <a:cubicBezTo>
                      <a:pt x="869" y="655"/>
                      <a:pt x="941" y="406"/>
                      <a:pt x="834" y="216"/>
                    </a:cubicBezTo>
                    <a:cubicBezTo>
                      <a:pt x="753" y="71"/>
                      <a:pt x="612" y="1"/>
                      <a:pt x="4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46">
                <a:extLst>
                  <a:ext uri="{FF2B5EF4-FFF2-40B4-BE49-F238E27FC236}">
                    <a16:creationId xmlns:a16="http://schemas.microsoft.com/office/drawing/2014/main" id="{1EFBE17A-69E4-545D-CE76-3C2C5B8DA252}"/>
                  </a:ext>
                </a:extLst>
              </p:cNvPr>
              <p:cNvSpPr/>
              <p:nvPr/>
            </p:nvSpPr>
            <p:spPr>
              <a:xfrm>
                <a:off x="3154993" y="413657"/>
                <a:ext cx="41155" cy="46856"/>
              </a:xfrm>
              <a:custGeom>
                <a:avLst/>
                <a:gdLst/>
                <a:ahLst/>
                <a:cxnLst/>
                <a:rect l="l" t="t" r="r" b="b"/>
                <a:pathLst>
                  <a:path w="1285" h="1463" extrusionOk="0">
                    <a:moveTo>
                      <a:pt x="25" y="1"/>
                    </a:moveTo>
                    <a:lnTo>
                      <a:pt x="1" y="322"/>
                    </a:lnTo>
                    <a:lnTo>
                      <a:pt x="1165" y="1462"/>
                    </a:lnTo>
                    <a:lnTo>
                      <a:pt x="1284" y="833"/>
                    </a:lnTo>
                    <a:lnTo>
                      <a:pt x="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46">
                <a:extLst>
                  <a:ext uri="{FF2B5EF4-FFF2-40B4-BE49-F238E27FC236}">
                    <a16:creationId xmlns:a16="http://schemas.microsoft.com/office/drawing/2014/main" id="{690D655B-7314-7825-8F61-7D1587834FAA}"/>
                  </a:ext>
                </a:extLst>
              </p:cNvPr>
              <p:cNvSpPr/>
              <p:nvPr/>
            </p:nvSpPr>
            <p:spPr>
              <a:xfrm>
                <a:off x="3196501" y="402640"/>
                <a:ext cx="23989" cy="36928"/>
              </a:xfrm>
              <a:custGeom>
                <a:avLst/>
                <a:gdLst/>
                <a:ahLst/>
                <a:cxnLst/>
                <a:rect l="l" t="t" r="r" b="b"/>
                <a:pathLst>
                  <a:path w="749" h="1153" extrusionOk="0">
                    <a:moveTo>
                      <a:pt x="666" y="0"/>
                    </a:moveTo>
                    <a:lnTo>
                      <a:pt x="416" y="107"/>
                    </a:lnTo>
                    <a:lnTo>
                      <a:pt x="0" y="1153"/>
                    </a:lnTo>
                    <a:lnTo>
                      <a:pt x="749" y="594"/>
                    </a:lnTo>
                    <a:lnTo>
                      <a:pt x="6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46">
                <a:extLst>
                  <a:ext uri="{FF2B5EF4-FFF2-40B4-BE49-F238E27FC236}">
                    <a16:creationId xmlns:a16="http://schemas.microsoft.com/office/drawing/2014/main" id="{184FA0D9-49C4-D61E-E091-5F093396EC64}"/>
                  </a:ext>
                </a:extLst>
              </p:cNvPr>
              <p:cNvSpPr/>
              <p:nvPr/>
            </p:nvSpPr>
            <p:spPr>
              <a:xfrm>
                <a:off x="3316380" y="427749"/>
                <a:ext cx="13355" cy="14476"/>
              </a:xfrm>
              <a:custGeom>
                <a:avLst/>
                <a:gdLst/>
                <a:ahLst/>
                <a:cxnLst/>
                <a:rect l="l" t="t" r="r" b="b"/>
                <a:pathLst>
                  <a:path w="417" h="452" extrusionOk="0">
                    <a:moveTo>
                      <a:pt x="416" y="0"/>
                    </a:moveTo>
                    <a:lnTo>
                      <a:pt x="0" y="286"/>
                    </a:lnTo>
                    <a:lnTo>
                      <a:pt x="404" y="452"/>
                    </a:lnTo>
                    <a:lnTo>
                      <a:pt x="4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46">
                <a:extLst>
                  <a:ext uri="{FF2B5EF4-FFF2-40B4-BE49-F238E27FC236}">
                    <a16:creationId xmlns:a16="http://schemas.microsoft.com/office/drawing/2014/main" id="{0E74BA76-A48D-B23F-92E9-82DC0DE58C76}"/>
                  </a:ext>
                </a:extLst>
              </p:cNvPr>
              <p:cNvSpPr/>
              <p:nvPr/>
            </p:nvSpPr>
            <p:spPr>
              <a:xfrm>
                <a:off x="3230354" y="352389"/>
                <a:ext cx="14893" cy="13740"/>
              </a:xfrm>
              <a:custGeom>
                <a:avLst/>
                <a:gdLst/>
                <a:ahLst/>
                <a:cxnLst/>
                <a:rect l="l" t="t" r="r" b="b"/>
                <a:pathLst>
                  <a:path w="465" h="429" extrusionOk="0">
                    <a:moveTo>
                      <a:pt x="464" y="1"/>
                    </a:moveTo>
                    <a:lnTo>
                      <a:pt x="1" y="167"/>
                    </a:lnTo>
                    <a:lnTo>
                      <a:pt x="345" y="428"/>
                    </a:lnTo>
                    <a:lnTo>
                      <a:pt x="4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 name="TextBox 2">
            <a:extLst>
              <a:ext uri="{FF2B5EF4-FFF2-40B4-BE49-F238E27FC236}">
                <a16:creationId xmlns:a16="http://schemas.microsoft.com/office/drawing/2014/main" id="{3170230F-A210-65A8-3219-5925D94F8832}"/>
              </a:ext>
            </a:extLst>
          </p:cNvPr>
          <p:cNvSpPr txBox="1"/>
          <p:nvPr/>
        </p:nvSpPr>
        <p:spPr>
          <a:xfrm>
            <a:off x="333025" y="1459333"/>
            <a:ext cx="4238975" cy="738664"/>
          </a:xfrm>
          <a:prstGeom prst="rect">
            <a:avLst/>
          </a:prstGeom>
          <a:noFill/>
        </p:spPr>
        <p:txBody>
          <a:bodyPr wrap="square">
            <a:spAutoFit/>
          </a:bodyPr>
          <a:lstStyle/>
          <a:p>
            <a:pPr>
              <a:buNone/>
            </a:pPr>
            <a:r>
              <a:rPr lang="en-US" b="1" dirty="0">
                <a:solidFill>
                  <a:srgbClr val="213363"/>
                </a:solidFill>
              </a:rPr>
              <a:t>Delay by Airline</a:t>
            </a:r>
          </a:p>
          <a:p>
            <a:pPr>
              <a:buNone/>
            </a:pPr>
            <a:r>
              <a:rPr lang="en-US" dirty="0">
                <a:solidFill>
                  <a:srgbClr val="213363"/>
                </a:solidFill>
              </a:rPr>
              <a:t>“Airlines were compared based on their average delay times to evaluate punctuality performance.”</a:t>
            </a:r>
          </a:p>
        </p:txBody>
      </p:sp>
      <p:pic>
        <p:nvPicPr>
          <p:cNvPr id="6" name="Picture 5">
            <a:extLst>
              <a:ext uri="{FF2B5EF4-FFF2-40B4-BE49-F238E27FC236}">
                <a16:creationId xmlns:a16="http://schemas.microsoft.com/office/drawing/2014/main" id="{C6B296B7-F05A-C24E-65BB-92329951C2A6}"/>
              </a:ext>
            </a:extLst>
          </p:cNvPr>
          <p:cNvPicPr>
            <a:picLocks noChangeAspect="1"/>
          </p:cNvPicPr>
          <p:nvPr/>
        </p:nvPicPr>
        <p:blipFill>
          <a:blip r:embed="rId3"/>
          <a:stretch>
            <a:fillRect/>
          </a:stretch>
        </p:blipFill>
        <p:spPr>
          <a:xfrm>
            <a:off x="5221210" y="1281868"/>
            <a:ext cx="3079318" cy="3490195"/>
          </a:xfrm>
          <a:prstGeom prst="rect">
            <a:avLst/>
          </a:prstGeom>
          <a:ln>
            <a:noFill/>
          </a:ln>
          <a:effectLst>
            <a:outerShdw blurRad="190500" algn="tl" rotWithShape="0">
              <a:srgbClr val="000000">
                <a:alpha val="70000"/>
              </a:srgbClr>
            </a:outerShdw>
          </a:effectLst>
        </p:spPr>
      </p:pic>
      <p:sp>
        <p:nvSpPr>
          <p:cNvPr id="9" name="TextBox 8">
            <a:extLst>
              <a:ext uri="{FF2B5EF4-FFF2-40B4-BE49-F238E27FC236}">
                <a16:creationId xmlns:a16="http://schemas.microsoft.com/office/drawing/2014/main" id="{9EF89820-6919-CE8A-0458-9F14CB2CC779}"/>
              </a:ext>
            </a:extLst>
          </p:cNvPr>
          <p:cNvSpPr txBox="1"/>
          <p:nvPr/>
        </p:nvSpPr>
        <p:spPr>
          <a:xfrm>
            <a:off x="342179" y="2639595"/>
            <a:ext cx="3934522" cy="1384995"/>
          </a:xfrm>
          <a:prstGeom prst="rect">
            <a:avLst/>
          </a:prstGeom>
          <a:noFill/>
        </p:spPr>
        <p:txBody>
          <a:bodyPr wrap="square">
            <a:spAutoFit/>
          </a:bodyPr>
          <a:lstStyle/>
          <a:p>
            <a:pPr>
              <a:buNone/>
            </a:pPr>
            <a:r>
              <a:rPr lang="en-US" b="1" dirty="0">
                <a:solidFill>
                  <a:srgbClr val="213363"/>
                </a:solidFill>
              </a:rPr>
              <a:t>Why EDA Is Important?</a:t>
            </a:r>
          </a:p>
          <a:p>
            <a:pPr>
              <a:buNone/>
            </a:pPr>
            <a:endParaRPr lang="en-US" b="1" dirty="0">
              <a:solidFill>
                <a:srgbClr val="213363"/>
              </a:solidFill>
            </a:endParaRPr>
          </a:p>
          <a:p>
            <a:pPr>
              <a:buNone/>
            </a:pPr>
            <a:r>
              <a:rPr lang="en-US" dirty="0">
                <a:solidFill>
                  <a:srgbClr val="213363"/>
                </a:solidFill>
              </a:rPr>
              <a:t>“EDA helps understand the behavior of the data before building machine learning models. It also helps identify important features that may strongly affect flight delays.”</a:t>
            </a:r>
          </a:p>
        </p:txBody>
      </p:sp>
    </p:spTree>
    <p:extLst>
      <p:ext uri="{BB962C8B-B14F-4D97-AF65-F5344CB8AC3E}">
        <p14:creationId xmlns:p14="http://schemas.microsoft.com/office/powerpoint/2010/main" val="7585377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4"/>
        <p:cNvGrpSpPr/>
        <p:nvPr/>
      </p:nvGrpSpPr>
      <p:grpSpPr>
        <a:xfrm>
          <a:off x="0" y="0"/>
          <a:ext cx="0" cy="0"/>
          <a:chOff x="0" y="0"/>
          <a:chExt cx="0" cy="0"/>
        </a:xfrm>
      </p:grpSpPr>
      <p:sp>
        <p:nvSpPr>
          <p:cNvPr id="955" name="Google Shape;955;p50"/>
          <p:cNvSpPr txBox="1">
            <a:spLocks noGrp="1"/>
          </p:cNvSpPr>
          <p:nvPr>
            <p:ph type="title"/>
          </p:nvPr>
        </p:nvSpPr>
        <p:spPr>
          <a:xfrm>
            <a:off x="717613" y="433350"/>
            <a:ext cx="7708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rPr>
              <a:t>Feature</a:t>
            </a:r>
            <a:r>
              <a:rPr lang="en" dirty="0">
                <a:solidFill>
                  <a:schemeClr val="dk2"/>
                </a:solidFill>
              </a:rPr>
              <a:t> Engineering </a:t>
            </a:r>
            <a:endParaRPr dirty="0">
              <a:solidFill>
                <a:schemeClr val="dk2"/>
              </a:solidFill>
            </a:endParaRPr>
          </a:p>
        </p:txBody>
      </p:sp>
      <p:grpSp>
        <p:nvGrpSpPr>
          <p:cNvPr id="997" name="Google Shape;997;p50"/>
          <p:cNvGrpSpPr/>
          <p:nvPr/>
        </p:nvGrpSpPr>
        <p:grpSpPr>
          <a:xfrm>
            <a:off x="7595087" y="4533440"/>
            <a:ext cx="1507118" cy="838832"/>
            <a:chOff x="7636893" y="2346251"/>
            <a:chExt cx="1507118" cy="838832"/>
          </a:xfrm>
        </p:grpSpPr>
        <p:grpSp>
          <p:nvGrpSpPr>
            <p:cNvPr id="998" name="Google Shape;998;p50"/>
            <p:cNvGrpSpPr/>
            <p:nvPr/>
          </p:nvGrpSpPr>
          <p:grpSpPr>
            <a:xfrm flipH="1">
              <a:off x="7728620" y="2393076"/>
              <a:ext cx="1415391" cy="792008"/>
              <a:chOff x="1905568" y="363438"/>
              <a:chExt cx="1415391" cy="792008"/>
            </a:xfrm>
          </p:grpSpPr>
          <p:sp>
            <p:nvSpPr>
              <p:cNvPr id="999" name="Google Shape;999;p50"/>
              <p:cNvSpPr/>
              <p:nvPr/>
            </p:nvSpPr>
            <p:spPr>
              <a:xfrm>
                <a:off x="1905568" y="363438"/>
                <a:ext cx="1342337" cy="713989"/>
              </a:xfrm>
              <a:custGeom>
                <a:avLst/>
                <a:gdLst/>
                <a:ahLst/>
                <a:cxnLst/>
                <a:rect l="l" t="t" r="r" b="b"/>
                <a:pathLst>
                  <a:path w="41912" h="22293" extrusionOk="0">
                    <a:moveTo>
                      <a:pt x="452" y="22293"/>
                    </a:moveTo>
                    <a:lnTo>
                      <a:pt x="0" y="21437"/>
                    </a:lnTo>
                    <a:lnTo>
                      <a:pt x="41270" y="0"/>
                    </a:lnTo>
                    <a:lnTo>
                      <a:pt x="41911" y="761"/>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50"/>
              <p:cNvSpPr/>
              <p:nvPr/>
            </p:nvSpPr>
            <p:spPr>
              <a:xfrm>
                <a:off x="1975580" y="439535"/>
                <a:ext cx="1345379" cy="715911"/>
              </a:xfrm>
              <a:custGeom>
                <a:avLst/>
                <a:gdLst/>
                <a:ahLst/>
                <a:cxnLst/>
                <a:rect l="l" t="t" r="r" b="b"/>
                <a:pathLst>
                  <a:path w="42007" h="22353" extrusionOk="0">
                    <a:moveTo>
                      <a:pt x="452" y="22353"/>
                    </a:moveTo>
                    <a:lnTo>
                      <a:pt x="1" y="21497"/>
                    </a:lnTo>
                    <a:lnTo>
                      <a:pt x="41401" y="1"/>
                    </a:lnTo>
                    <a:lnTo>
                      <a:pt x="42007" y="773"/>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1" name="Google Shape;1001;p50"/>
            <p:cNvGrpSpPr/>
            <p:nvPr/>
          </p:nvGrpSpPr>
          <p:grpSpPr>
            <a:xfrm flipH="1">
              <a:off x="7636893" y="2346251"/>
              <a:ext cx="257693" cy="199083"/>
              <a:chOff x="3154993" y="316614"/>
              <a:chExt cx="257693" cy="199083"/>
            </a:xfrm>
          </p:grpSpPr>
          <p:sp>
            <p:nvSpPr>
              <p:cNvPr id="1002" name="Google Shape;1002;p50"/>
              <p:cNvSpPr/>
              <p:nvPr/>
            </p:nvSpPr>
            <p:spPr>
              <a:xfrm>
                <a:off x="3185067" y="330578"/>
                <a:ext cx="227619" cy="137910"/>
              </a:xfrm>
              <a:custGeom>
                <a:avLst/>
                <a:gdLst/>
                <a:ahLst/>
                <a:cxnLst/>
                <a:rect l="l" t="t" r="r" b="b"/>
                <a:pathLst>
                  <a:path w="7107" h="4306" extrusionOk="0">
                    <a:moveTo>
                      <a:pt x="6067" y="1"/>
                    </a:moveTo>
                    <a:cubicBezTo>
                      <a:pt x="6037" y="1"/>
                      <a:pt x="6008" y="2"/>
                      <a:pt x="5978" y="4"/>
                    </a:cubicBezTo>
                    <a:cubicBezTo>
                      <a:pt x="5835" y="4"/>
                      <a:pt x="5693" y="52"/>
                      <a:pt x="5574" y="135"/>
                    </a:cubicBezTo>
                    <a:cubicBezTo>
                      <a:pt x="4956" y="515"/>
                      <a:pt x="2734" y="1906"/>
                      <a:pt x="1973" y="2274"/>
                    </a:cubicBezTo>
                    <a:cubicBezTo>
                      <a:pt x="1355" y="2571"/>
                      <a:pt x="773" y="2927"/>
                      <a:pt x="226" y="3331"/>
                    </a:cubicBezTo>
                    <a:lnTo>
                      <a:pt x="1" y="4306"/>
                    </a:lnTo>
                    <a:cubicBezTo>
                      <a:pt x="690" y="4258"/>
                      <a:pt x="1843" y="3676"/>
                      <a:pt x="1843" y="3676"/>
                    </a:cubicBezTo>
                    <a:cubicBezTo>
                      <a:pt x="1843" y="3676"/>
                      <a:pt x="5764" y="1490"/>
                      <a:pt x="6429" y="1038"/>
                    </a:cubicBezTo>
                    <a:cubicBezTo>
                      <a:pt x="7107" y="598"/>
                      <a:pt x="6786" y="278"/>
                      <a:pt x="6786" y="278"/>
                    </a:cubicBezTo>
                    <a:cubicBezTo>
                      <a:pt x="6583" y="96"/>
                      <a:pt x="6332" y="1"/>
                      <a:pt x="60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50"/>
              <p:cNvSpPr/>
              <p:nvPr/>
            </p:nvSpPr>
            <p:spPr>
              <a:xfrm>
                <a:off x="3258890" y="401102"/>
                <a:ext cx="124875" cy="114594"/>
              </a:xfrm>
              <a:custGeom>
                <a:avLst/>
                <a:gdLst/>
                <a:ahLst/>
                <a:cxnLst/>
                <a:rect l="l" t="t" r="r" b="b"/>
                <a:pathLst>
                  <a:path w="3899" h="3578" extrusionOk="0">
                    <a:moveTo>
                      <a:pt x="1617" y="1"/>
                    </a:moveTo>
                    <a:lnTo>
                      <a:pt x="1" y="797"/>
                    </a:lnTo>
                    <a:lnTo>
                      <a:pt x="1522" y="1783"/>
                    </a:lnTo>
                    <a:lnTo>
                      <a:pt x="3661" y="3577"/>
                    </a:lnTo>
                    <a:lnTo>
                      <a:pt x="3899" y="3554"/>
                    </a:lnTo>
                    <a:lnTo>
                      <a:pt x="16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50"/>
              <p:cNvSpPr/>
              <p:nvPr/>
            </p:nvSpPr>
            <p:spPr>
              <a:xfrm>
                <a:off x="3323233" y="426148"/>
                <a:ext cx="28280" cy="23957"/>
              </a:xfrm>
              <a:custGeom>
                <a:avLst/>
                <a:gdLst/>
                <a:ahLst/>
                <a:cxnLst/>
                <a:rect l="l" t="t" r="r" b="b"/>
                <a:pathLst>
                  <a:path w="883" h="748" extrusionOk="0">
                    <a:moveTo>
                      <a:pt x="399" y="1"/>
                    </a:moveTo>
                    <a:cubicBezTo>
                      <a:pt x="385" y="1"/>
                      <a:pt x="371" y="1"/>
                      <a:pt x="357" y="3"/>
                    </a:cubicBezTo>
                    <a:cubicBezTo>
                      <a:pt x="155" y="15"/>
                      <a:pt x="0" y="193"/>
                      <a:pt x="24" y="407"/>
                    </a:cubicBezTo>
                    <a:cubicBezTo>
                      <a:pt x="39" y="618"/>
                      <a:pt x="212" y="748"/>
                      <a:pt x="391" y="748"/>
                    </a:cubicBezTo>
                    <a:cubicBezTo>
                      <a:pt x="494" y="748"/>
                      <a:pt x="599" y="705"/>
                      <a:pt x="678" y="609"/>
                    </a:cubicBezTo>
                    <a:cubicBezTo>
                      <a:pt x="882" y="370"/>
                      <a:pt x="706" y="1"/>
                      <a:pt x="3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50"/>
              <p:cNvSpPr/>
              <p:nvPr/>
            </p:nvSpPr>
            <p:spPr>
              <a:xfrm>
                <a:off x="3196116" y="452475"/>
                <a:ext cx="42661" cy="40387"/>
              </a:xfrm>
              <a:custGeom>
                <a:avLst/>
                <a:gdLst/>
                <a:ahLst/>
                <a:cxnLst/>
                <a:rect l="l" t="t" r="r" b="b"/>
                <a:pathLst>
                  <a:path w="1332" h="1261" extrusionOk="0">
                    <a:moveTo>
                      <a:pt x="452" y="1"/>
                    </a:moveTo>
                    <a:lnTo>
                      <a:pt x="0" y="298"/>
                    </a:lnTo>
                    <a:lnTo>
                      <a:pt x="1010" y="1260"/>
                    </a:lnTo>
                    <a:lnTo>
                      <a:pt x="1331" y="1225"/>
                    </a:lnTo>
                    <a:lnTo>
                      <a:pt x="4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50"/>
              <p:cNvSpPr/>
              <p:nvPr/>
            </p:nvSpPr>
            <p:spPr>
              <a:xfrm>
                <a:off x="3170622" y="316614"/>
                <a:ext cx="122569" cy="110399"/>
              </a:xfrm>
              <a:custGeom>
                <a:avLst/>
                <a:gdLst/>
                <a:ahLst/>
                <a:cxnLst/>
                <a:rect l="l" t="t" r="r" b="b"/>
                <a:pathLst>
                  <a:path w="3827" h="3447" extrusionOk="0">
                    <a:moveTo>
                      <a:pt x="24" y="1"/>
                    </a:moveTo>
                    <a:lnTo>
                      <a:pt x="0" y="238"/>
                    </a:lnTo>
                    <a:lnTo>
                      <a:pt x="1878" y="2555"/>
                    </a:lnTo>
                    <a:lnTo>
                      <a:pt x="2555" y="3447"/>
                    </a:lnTo>
                    <a:lnTo>
                      <a:pt x="3826" y="2294"/>
                    </a:lnTo>
                    <a:lnTo>
                      <a:pt x="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50"/>
              <p:cNvSpPr/>
              <p:nvPr/>
            </p:nvSpPr>
            <p:spPr>
              <a:xfrm>
                <a:off x="3233364" y="351972"/>
                <a:ext cx="30138" cy="26134"/>
              </a:xfrm>
              <a:custGeom>
                <a:avLst/>
                <a:gdLst/>
                <a:ahLst/>
                <a:cxnLst/>
                <a:rect l="l" t="t" r="r" b="b"/>
                <a:pathLst>
                  <a:path w="941" h="816" extrusionOk="0">
                    <a:moveTo>
                      <a:pt x="472" y="1"/>
                    </a:moveTo>
                    <a:cubicBezTo>
                      <a:pt x="303" y="1"/>
                      <a:pt x="137" y="103"/>
                      <a:pt x="85" y="299"/>
                    </a:cubicBezTo>
                    <a:cubicBezTo>
                      <a:pt x="0" y="572"/>
                      <a:pt x="222" y="816"/>
                      <a:pt x="471" y="816"/>
                    </a:cubicBezTo>
                    <a:cubicBezTo>
                      <a:pt x="536" y="816"/>
                      <a:pt x="603" y="799"/>
                      <a:pt x="667" y="762"/>
                    </a:cubicBezTo>
                    <a:cubicBezTo>
                      <a:pt x="869" y="655"/>
                      <a:pt x="941" y="406"/>
                      <a:pt x="834" y="216"/>
                    </a:cubicBezTo>
                    <a:cubicBezTo>
                      <a:pt x="753" y="71"/>
                      <a:pt x="612" y="1"/>
                      <a:pt x="4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50"/>
              <p:cNvSpPr/>
              <p:nvPr/>
            </p:nvSpPr>
            <p:spPr>
              <a:xfrm>
                <a:off x="3154993" y="413657"/>
                <a:ext cx="41155" cy="46856"/>
              </a:xfrm>
              <a:custGeom>
                <a:avLst/>
                <a:gdLst/>
                <a:ahLst/>
                <a:cxnLst/>
                <a:rect l="l" t="t" r="r" b="b"/>
                <a:pathLst>
                  <a:path w="1285" h="1463" extrusionOk="0">
                    <a:moveTo>
                      <a:pt x="25" y="1"/>
                    </a:moveTo>
                    <a:lnTo>
                      <a:pt x="1" y="322"/>
                    </a:lnTo>
                    <a:lnTo>
                      <a:pt x="1165" y="1462"/>
                    </a:lnTo>
                    <a:lnTo>
                      <a:pt x="1284" y="833"/>
                    </a:lnTo>
                    <a:lnTo>
                      <a:pt x="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50"/>
              <p:cNvSpPr/>
              <p:nvPr/>
            </p:nvSpPr>
            <p:spPr>
              <a:xfrm>
                <a:off x="3196501" y="402640"/>
                <a:ext cx="23989" cy="36928"/>
              </a:xfrm>
              <a:custGeom>
                <a:avLst/>
                <a:gdLst/>
                <a:ahLst/>
                <a:cxnLst/>
                <a:rect l="l" t="t" r="r" b="b"/>
                <a:pathLst>
                  <a:path w="749" h="1153" extrusionOk="0">
                    <a:moveTo>
                      <a:pt x="666" y="0"/>
                    </a:moveTo>
                    <a:lnTo>
                      <a:pt x="416" y="107"/>
                    </a:lnTo>
                    <a:lnTo>
                      <a:pt x="0" y="1153"/>
                    </a:lnTo>
                    <a:lnTo>
                      <a:pt x="749" y="594"/>
                    </a:lnTo>
                    <a:lnTo>
                      <a:pt x="6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50"/>
              <p:cNvSpPr/>
              <p:nvPr/>
            </p:nvSpPr>
            <p:spPr>
              <a:xfrm>
                <a:off x="3316380" y="427749"/>
                <a:ext cx="13355" cy="14476"/>
              </a:xfrm>
              <a:custGeom>
                <a:avLst/>
                <a:gdLst/>
                <a:ahLst/>
                <a:cxnLst/>
                <a:rect l="l" t="t" r="r" b="b"/>
                <a:pathLst>
                  <a:path w="417" h="452" extrusionOk="0">
                    <a:moveTo>
                      <a:pt x="416" y="0"/>
                    </a:moveTo>
                    <a:lnTo>
                      <a:pt x="0" y="286"/>
                    </a:lnTo>
                    <a:lnTo>
                      <a:pt x="404" y="452"/>
                    </a:lnTo>
                    <a:lnTo>
                      <a:pt x="4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50"/>
              <p:cNvSpPr/>
              <p:nvPr/>
            </p:nvSpPr>
            <p:spPr>
              <a:xfrm>
                <a:off x="3230354" y="352389"/>
                <a:ext cx="14893" cy="13740"/>
              </a:xfrm>
              <a:custGeom>
                <a:avLst/>
                <a:gdLst/>
                <a:ahLst/>
                <a:cxnLst/>
                <a:rect l="l" t="t" r="r" b="b"/>
                <a:pathLst>
                  <a:path w="465" h="429" extrusionOk="0">
                    <a:moveTo>
                      <a:pt x="464" y="1"/>
                    </a:moveTo>
                    <a:lnTo>
                      <a:pt x="1" y="167"/>
                    </a:lnTo>
                    <a:lnTo>
                      <a:pt x="345" y="428"/>
                    </a:lnTo>
                    <a:lnTo>
                      <a:pt x="4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3" name="Picture 2" descr="A screenshot of a computer program  AI-generated content may be incorrect.">
            <a:extLst>
              <a:ext uri="{FF2B5EF4-FFF2-40B4-BE49-F238E27FC236}">
                <a16:creationId xmlns:a16="http://schemas.microsoft.com/office/drawing/2014/main" id="{F4478E6C-AF16-78D9-876A-A31BFE642613}"/>
              </a:ext>
            </a:extLst>
          </p:cNvPr>
          <p:cNvPicPr>
            <a:picLocks noChangeAspect="1"/>
          </p:cNvPicPr>
          <p:nvPr/>
        </p:nvPicPr>
        <p:blipFill>
          <a:blip r:embed="rId3"/>
          <a:stretch>
            <a:fillRect/>
          </a:stretch>
        </p:blipFill>
        <p:spPr>
          <a:xfrm>
            <a:off x="4668644" y="1205903"/>
            <a:ext cx="3966212" cy="2436793"/>
          </a:xfrm>
          <a:prstGeom prst="rect">
            <a:avLst/>
          </a:prstGeom>
          <a:ln>
            <a:noFill/>
          </a:ln>
          <a:effectLst>
            <a:outerShdw blurRad="292100" dist="139700" dir="2700000" algn="tl" rotWithShape="0">
              <a:srgbClr val="333333">
                <a:alpha val="65000"/>
              </a:srgbClr>
            </a:outerShdw>
          </a:effectLst>
        </p:spPr>
      </p:pic>
      <p:pic>
        <p:nvPicPr>
          <p:cNvPr id="5" name="Picture 4" descr="A screenshot of a computer code  AI-generated content may be incorrect.">
            <a:extLst>
              <a:ext uri="{FF2B5EF4-FFF2-40B4-BE49-F238E27FC236}">
                <a16:creationId xmlns:a16="http://schemas.microsoft.com/office/drawing/2014/main" id="{06629A20-47C5-D556-2F00-2D843516946C}"/>
              </a:ext>
            </a:extLst>
          </p:cNvPr>
          <p:cNvPicPr>
            <a:picLocks noChangeAspect="1"/>
          </p:cNvPicPr>
          <p:nvPr/>
        </p:nvPicPr>
        <p:blipFill>
          <a:blip r:embed="rId4"/>
          <a:stretch>
            <a:fillRect/>
          </a:stretch>
        </p:blipFill>
        <p:spPr>
          <a:xfrm>
            <a:off x="144558" y="1205903"/>
            <a:ext cx="4130077" cy="2436793"/>
          </a:xfrm>
          <a:prstGeom prst="rect">
            <a:avLst/>
          </a:prstGeom>
          <a:ln>
            <a:noFill/>
          </a:ln>
          <a:effectLst>
            <a:outerShdw blurRad="292100" dist="139700" dir="2700000" algn="tl" rotWithShape="0">
              <a:srgbClr val="333333">
                <a:alpha val="65000"/>
              </a:srgbClr>
            </a:outerShdw>
          </a:effectLst>
        </p:spPr>
      </p:pic>
      <p:sp>
        <p:nvSpPr>
          <p:cNvPr id="12" name="TextBox 11">
            <a:extLst>
              <a:ext uri="{FF2B5EF4-FFF2-40B4-BE49-F238E27FC236}">
                <a16:creationId xmlns:a16="http://schemas.microsoft.com/office/drawing/2014/main" id="{72BF5999-5F6F-B30C-99F6-4EDFB7A18FCB}"/>
              </a:ext>
            </a:extLst>
          </p:cNvPr>
          <p:cNvSpPr txBox="1"/>
          <p:nvPr/>
        </p:nvSpPr>
        <p:spPr>
          <a:xfrm>
            <a:off x="1239077" y="3760332"/>
            <a:ext cx="5393135" cy="1277273"/>
          </a:xfrm>
          <a:prstGeom prst="rect">
            <a:avLst/>
          </a:prstGeom>
          <a:noFill/>
        </p:spPr>
        <p:txBody>
          <a:bodyPr wrap="square">
            <a:spAutoFit/>
          </a:bodyPr>
          <a:lstStyle/>
          <a:p>
            <a:pPr>
              <a:buNone/>
            </a:pPr>
            <a:r>
              <a:rPr lang="en-US" sz="1100" b="1" dirty="0">
                <a:solidFill>
                  <a:schemeClr val="tx1">
                    <a:lumMod val="50000"/>
                  </a:schemeClr>
                </a:solidFill>
              </a:rPr>
              <a:t>Feature Engineering</a:t>
            </a:r>
          </a:p>
          <a:p>
            <a:pPr>
              <a:buFont typeface="Arial" panose="020B0604020202020204" pitchFamily="34" charset="0"/>
              <a:buChar char="•"/>
            </a:pPr>
            <a:r>
              <a:rPr lang="en-US" sz="1100" dirty="0">
                <a:solidFill>
                  <a:schemeClr val="tx1">
                    <a:lumMod val="50000"/>
                  </a:schemeClr>
                </a:solidFill>
              </a:rPr>
              <a:t>Created new meaningful features: </a:t>
            </a:r>
          </a:p>
          <a:p>
            <a:pPr marL="742950" lvl="1" indent="-285750">
              <a:buFont typeface="Arial" panose="020B0604020202020204" pitchFamily="34" charset="0"/>
              <a:buChar char="•"/>
            </a:pPr>
            <a:r>
              <a:rPr lang="en-US" sz="1100" dirty="0">
                <a:solidFill>
                  <a:schemeClr val="tx1">
                    <a:lumMod val="50000"/>
                  </a:schemeClr>
                </a:solidFill>
              </a:rPr>
              <a:t>IsDelayed — Target variable: 1 if ArrDelayMinutes &gt; 15, else 0</a:t>
            </a:r>
          </a:p>
          <a:p>
            <a:pPr marL="742950" lvl="1" indent="-285750">
              <a:buFont typeface="Arial" panose="020B0604020202020204" pitchFamily="34" charset="0"/>
              <a:buChar char="•"/>
            </a:pPr>
            <a:r>
              <a:rPr lang="en-US" sz="1100" dirty="0">
                <a:solidFill>
                  <a:schemeClr val="tx1">
                    <a:lumMod val="50000"/>
                  </a:schemeClr>
                </a:solidFill>
              </a:rPr>
              <a:t>DepHour — Departure hour extracted from CRSDepTime (floor / 100)</a:t>
            </a:r>
          </a:p>
          <a:p>
            <a:pPr marL="742950" lvl="1" indent="-285750">
              <a:buFont typeface="Arial" panose="020B0604020202020204" pitchFamily="34" charset="0"/>
              <a:buChar char="•"/>
            </a:pPr>
            <a:r>
              <a:rPr lang="en-US" sz="1100" dirty="0">
                <a:solidFill>
                  <a:schemeClr val="tx1">
                    <a:lumMod val="50000"/>
                  </a:schemeClr>
                </a:solidFill>
              </a:rPr>
              <a:t>isWeekend — Binary flag: 1 if Saturday or Sunday (DayOfWeek &gt; 5)</a:t>
            </a:r>
          </a:p>
          <a:p>
            <a:pPr>
              <a:buFont typeface="Arial" panose="020B0604020202020204" pitchFamily="34" charset="0"/>
              <a:buChar char="•"/>
            </a:pPr>
            <a:r>
              <a:rPr lang="en-US" sz="1100" dirty="0">
                <a:solidFill>
                  <a:schemeClr val="tx1">
                    <a:lumMod val="50000"/>
                  </a:schemeClr>
                </a:solidFill>
              </a:rPr>
              <a:t>Improved model learning and prediction accuracy </a:t>
            </a:r>
          </a:p>
          <a:p>
            <a:pPr>
              <a:buFont typeface="Arial" panose="020B0604020202020204" pitchFamily="34" charset="0"/>
              <a:buChar char="•"/>
            </a:pPr>
            <a:r>
              <a:rPr lang="en-US" sz="1100" dirty="0">
                <a:solidFill>
                  <a:schemeClr val="tx1">
                    <a:lumMod val="50000"/>
                  </a:schemeClr>
                </a:solidFill>
              </a:rPr>
              <a:t>Converted raw data into useful inputs for ML models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4">
          <a:extLst>
            <a:ext uri="{FF2B5EF4-FFF2-40B4-BE49-F238E27FC236}">
              <a16:creationId xmlns:a16="http://schemas.microsoft.com/office/drawing/2014/main" id="{6E0E7ECB-7F74-A5F1-D86F-523DF097D3CB}"/>
            </a:ext>
          </a:extLst>
        </p:cNvPr>
        <p:cNvGrpSpPr/>
        <p:nvPr/>
      </p:nvGrpSpPr>
      <p:grpSpPr>
        <a:xfrm>
          <a:off x="0" y="0"/>
          <a:ext cx="0" cy="0"/>
          <a:chOff x="0" y="0"/>
          <a:chExt cx="0" cy="0"/>
        </a:xfrm>
      </p:grpSpPr>
      <p:sp>
        <p:nvSpPr>
          <p:cNvPr id="955" name="Google Shape;955;p50">
            <a:extLst>
              <a:ext uri="{FF2B5EF4-FFF2-40B4-BE49-F238E27FC236}">
                <a16:creationId xmlns:a16="http://schemas.microsoft.com/office/drawing/2014/main" id="{64403A3E-6A9C-EA5B-A322-7926472BE301}"/>
              </a:ext>
            </a:extLst>
          </p:cNvPr>
          <p:cNvSpPr txBox="1">
            <a:spLocks noGrp="1"/>
          </p:cNvSpPr>
          <p:nvPr>
            <p:ph type="title"/>
          </p:nvPr>
        </p:nvSpPr>
        <p:spPr>
          <a:xfrm>
            <a:off x="717613" y="433350"/>
            <a:ext cx="7708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rPr>
              <a:t>Feature</a:t>
            </a:r>
            <a:r>
              <a:rPr lang="en" dirty="0">
                <a:solidFill>
                  <a:schemeClr val="dk2"/>
                </a:solidFill>
              </a:rPr>
              <a:t> Engineering </a:t>
            </a:r>
            <a:endParaRPr dirty="0">
              <a:solidFill>
                <a:schemeClr val="dk2"/>
              </a:solidFill>
            </a:endParaRPr>
          </a:p>
        </p:txBody>
      </p:sp>
      <p:grpSp>
        <p:nvGrpSpPr>
          <p:cNvPr id="997" name="Google Shape;997;p50">
            <a:extLst>
              <a:ext uri="{FF2B5EF4-FFF2-40B4-BE49-F238E27FC236}">
                <a16:creationId xmlns:a16="http://schemas.microsoft.com/office/drawing/2014/main" id="{F7BD1A54-FFE9-89A8-E42B-F0CC24AD34C2}"/>
              </a:ext>
            </a:extLst>
          </p:cNvPr>
          <p:cNvGrpSpPr/>
          <p:nvPr/>
        </p:nvGrpSpPr>
        <p:grpSpPr>
          <a:xfrm>
            <a:off x="7595087" y="4533440"/>
            <a:ext cx="1507118" cy="838832"/>
            <a:chOff x="7636893" y="2346251"/>
            <a:chExt cx="1507118" cy="838832"/>
          </a:xfrm>
        </p:grpSpPr>
        <p:grpSp>
          <p:nvGrpSpPr>
            <p:cNvPr id="998" name="Google Shape;998;p50">
              <a:extLst>
                <a:ext uri="{FF2B5EF4-FFF2-40B4-BE49-F238E27FC236}">
                  <a16:creationId xmlns:a16="http://schemas.microsoft.com/office/drawing/2014/main" id="{7F4367F9-827A-D70E-0E98-A607EDDD4B09}"/>
                </a:ext>
              </a:extLst>
            </p:cNvPr>
            <p:cNvGrpSpPr/>
            <p:nvPr/>
          </p:nvGrpSpPr>
          <p:grpSpPr>
            <a:xfrm flipH="1">
              <a:off x="7728620" y="2393076"/>
              <a:ext cx="1415391" cy="792008"/>
              <a:chOff x="1905568" y="363438"/>
              <a:chExt cx="1415391" cy="792008"/>
            </a:xfrm>
          </p:grpSpPr>
          <p:sp>
            <p:nvSpPr>
              <p:cNvPr id="999" name="Google Shape;999;p50">
                <a:extLst>
                  <a:ext uri="{FF2B5EF4-FFF2-40B4-BE49-F238E27FC236}">
                    <a16:creationId xmlns:a16="http://schemas.microsoft.com/office/drawing/2014/main" id="{991B3EA3-8F46-0A94-3E9C-0C1439CCA13C}"/>
                  </a:ext>
                </a:extLst>
              </p:cNvPr>
              <p:cNvSpPr/>
              <p:nvPr/>
            </p:nvSpPr>
            <p:spPr>
              <a:xfrm>
                <a:off x="1905568" y="363438"/>
                <a:ext cx="1342337" cy="713989"/>
              </a:xfrm>
              <a:custGeom>
                <a:avLst/>
                <a:gdLst/>
                <a:ahLst/>
                <a:cxnLst/>
                <a:rect l="l" t="t" r="r" b="b"/>
                <a:pathLst>
                  <a:path w="41912" h="22293" extrusionOk="0">
                    <a:moveTo>
                      <a:pt x="452" y="22293"/>
                    </a:moveTo>
                    <a:lnTo>
                      <a:pt x="0" y="21437"/>
                    </a:lnTo>
                    <a:lnTo>
                      <a:pt x="41270" y="0"/>
                    </a:lnTo>
                    <a:lnTo>
                      <a:pt x="41911" y="761"/>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50">
                <a:extLst>
                  <a:ext uri="{FF2B5EF4-FFF2-40B4-BE49-F238E27FC236}">
                    <a16:creationId xmlns:a16="http://schemas.microsoft.com/office/drawing/2014/main" id="{41050B40-1DD7-541F-4996-52E3BF72C4C2}"/>
                  </a:ext>
                </a:extLst>
              </p:cNvPr>
              <p:cNvSpPr/>
              <p:nvPr/>
            </p:nvSpPr>
            <p:spPr>
              <a:xfrm>
                <a:off x="1975580" y="439535"/>
                <a:ext cx="1345379" cy="715911"/>
              </a:xfrm>
              <a:custGeom>
                <a:avLst/>
                <a:gdLst/>
                <a:ahLst/>
                <a:cxnLst/>
                <a:rect l="l" t="t" r="r" b="b"/>
                <a:pathLst>
                  <a:path w="42007" h="22353" extrusionOk="0">
                    <a:moveTo>
                      <a:pt x="452" y="22353"/>
                    </a:moveTo>
                    <a:lnTo>
                      <a:pt x="1" y="21497"/>
                    </a:lnTo>
                    <a:lnTo>
                      <a:pt x="41401" y="1"/>
                    </a:lnTo>
                    <a:lnTo>
                      <a:pt x="42007" y="773"/>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1" name="Google Shape;1001;p50">
              <a:extLst>
                <a:ext uri="{FF2B5EF4-FFF2-40B4-BE49-F238E27FC236}">
                  <a16:creationId xmlns:a16="http://schemas.microsoft.com/office/drawing/2014/main" id="{5A39AB0E-247F-A28C-39A0-6BE58171E8C1}"/>
                </a:ext>
              </a:extLst>
            </p:cNvPr>
            <p:cNvGrpSpPr/>
            <p:nvPr/>
          </p:nvGrpSpPr>
          <p:grpSpPr>
            <a:xfrm flipH="1">
              <a:off x="7636893" y="2346251"/>
              <a:ext cx="257693" cy="199083"/>
              <a:chOff x="3154993" y="316614"/>
              <a:chExt cx="257693" cy="199083"/>
            </a:xfrm>
          </p:grpSpPr>
          <p:sp>
            <p:nvSpPr>
              <p:cNvPr id="1002" name="Google Shape;1002;p50">
                <a:extLst>
                  <a:ext uri="{FF2B5EF4-FFF2-40B4-BE49-F238E27FC236}">
                    <a16:creationId xmlns:a16="http://schemas.microsoft.com/office/drawing/2014/main" id="{4E211454-D967-2E0F-9F2B-3C9236B838B1}"/>
                  </a:ext>
                </a:extLst>
              </p:cNvPr>
              <p:cNvSpPr/>
              <p:nvPr/>
            </p:nvSpPr>
            <p:spPr>
              <a:xfrm>
                <a:off x="3185067" y="330578"/>
                <a:ext cx="227619" cy="137910"/>
              </a:xfrm>
              <a:custGeom>
                <a:avLst/>
                <a:gdLst/>
                <a:ahLst/>
                <a:cxnLst/>
                <a:rect l="l" t="t" r="r" b="b"/>
                <a:pathLst>
                  <a:path w="7107" h="4306" extrusionOk="0">
                    <a:moveTo>
                      <a:pt x="6067" y="1"/>
                    </a:moveTo>
                    <a:cubicBezTo>
                      <a:pt x="6037" y="1"/>
                      <a:pt x="6008" y="2"/>
                      <a:pt x="5978" y="4"/>
                    </a:cubicBezTo>
                    <a:cubicBezTo>
                      <a:pt x="5835" y="4"/>
                      <a:pt x="5693" y="52"/>
                      <a:pt x="5574" y="135"/>
                    </a:cubicBezTo>
                    <a:cubicBezTo>
                      <a:pt x="4956" y="515"/>
                      <a:pt x="2734" y="1906"/>
                      <a:pt x="1973" y="2274"/>
                    </a:cubicBezTo>
                    <a:cubicBezTo>
                      <a:pt x="1355" y="2571"/>
                      <a:pt x="773" y="2927"/>
                      <a:pt x="226" y="3331"/>
                    </a:cubicBezTo>
                    <a:lnTo>
                      <a:pt x="1" y="4306"/>
                    </a:lnTo>
                    <a:cubicBezTo>
                      <a:pt x="690" y="4258"/>
                      <a:pt x="1843" y="3676"/>
                      <a:pt x="1843" y="3676"/>
                    </a:cubicBezTo>
                    <a:cubicBezTo>
                      <a:pt x="1843" y="3676"/>
                      <a:pt x="5764" y="1490"/>
                      <a:pt x="6429" y="1038"/>
                    </a:cubicBezTo>
                    <a:cubicBezTo>
                      <a:pt x="7107" y="598"/>
                      <a:pt x="6786" y="278"/>
                      <a:pt x="6786" y="278"/>
                    </a:cubicBezTo>
                    <a:cubicBezTo>
                      <a:pt x="6583" y="96"/>
                      <a:pt x="6332" y="1"/>
                      <a:pt x="60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50">
                <a:extLst>
                  <a:ext uri="{FF2B5EF4-FFF2-40B4-BE49-F238E27FC236}">
                    <a16:creationId xmlns:a16="http://schemas.microsoft.com/office/drawing/2014/main" id="{67FDF6CA-7818-0040-5D2F-C355608815F9}"/>
                  </a:ext>
                </a:extLst>
              </p:cNvPr>
              <p:cNvSpPr/>
              <p:nvPr/>
            </p:nvSpPr>
            <p:spPr>
              <a:xfrm>
                <a:off x="3258890" y="401102"/>
                <a:ext cx="124875" cy="114594"/>
              </a:xfrm>
              <a:custGeom>
                <a:avLst/>
                <a:gdLst/>
                <a:ahLst/>
                <a:cxnLst/>
                <a:rect l="l" t="t" r="r" b="b"/>
                <a:pathLst>
                  <a:path w="3899" h="3578" extrusionOk="0">
                    <a:moveTo>
                      <a:pt x="1617" y="1"/>
                    </a:moveTo>
                    <a:lnTo>
                      <a:pt x="1" y="797"/>
                    </a:lnTo>
                    <a:lnTo>
                      <a:pt x="1522" y="1783"/>
                    </a:lnTo>
                    <a:lnTo>
                      <a:pt x="3661" y="3577"/>
                    </a:lnTo>
                    <a:lnTo>
                      <a:pt x="3899" y="3554"/>
                    </a:lnTo>
                    <a:lnTo>
                      <a:pt x="16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50">
                <a:extLst>
                  <a:ext uri="{FF2B5EF4-FFF2-40B4-BE49-F238E27FC236}">
                    <a16:creationId xmlns:a16="http://schemas.microsoft.com/office/drawing/2014/main" id="{F5C32644-4B80-4EB1-8B6C-7262F5F6E65C}"/>
                  </a:ext>
                </a:extLst>
              </p:cNvPr>
              <p:cNvSpPr/>
              <p:nvPr/>
            </p:nvSpPr>
            <p:spPr>
              <a:xfrm>
                <a:off x="3323233" y="426148"/>
                <a:ext cx="28280" cy="23957"/>
              </a:xfrm>
              <a:custGeom>
                <a:avLst/>
                <a:gdLst/>
                <a:ahLst/>
                <a:cxnLst/>
                <a:rect l="l" t="t" r="r" b="b"/>
                <a:pathLst>
                  <a:path w="883" h="748" extrusionOk="0">
                    <a:moveTo>
                      <a:pt x="399" y="1"/>
                    </a:moveTo>
                    <a:cubicBezTo>
                      <a:pt x="385" y="1"/>
                      <a:pt x="371" y="1"/>
                      <a:pt x="357" y="3"/>
                    </a:cubicBezTo>
                    <a:cubicBezTo>
                      <a:pt x="155" y="15"/>
                      <a:pt x="0" y="193"/>
                      <a:pt x="24" y="407"/>
                    </a:cubicBezTo>
                    <a:cubicBezTo>
                      <a:pt x="39" y="618"/>
                      <a:pt x="212" y="748"/>
                      <a:pt x="391" y="748"/>
                    </a:cubicBezTo>
                    <a:cubicBezTo>
                      <a:pt x="494" y="748"/>
                      <a:pt x="599" y="705"/>
                      <a:pt x="678" y="609"/>
                    </a:cubicBezTo>
                    <a:cubicBezTo>
                      <a:pt x="882" y="370"/>
                      <a:pt x="706" y="1"/>
                      <a:pt x="3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50">
                <a:extLst>
                  <a:ext uri="{FF2B5EF4-FFF2-40B4-BE49-F238E27FC236}">
                    <a16:creationId xmlns:a16="http://schemas.microsoft.com/office/drawing/2014/main" id="{4974A4F8-5EB4-148B-3092-4F77418E39D5}"/>
                  </a:ext>
                </a:extLst>
              </p:cNvPr>
              <p:cNvSpPr/>
              <p:nvPr/>
            </p:nvSpPr>
            <p:spPr>
              <a:xfrm>
                <a:off x="3196116" y="452475"/>
                <a:ext cx="42661" cy="40387"/>
              </a:xfrm>
              <a:custGeom>
                <a:avLst/>
                <a:gdLst/>
                <a:ahLst/>
                <a:cxnLst/>
                <a:rect l="l" t="t" r="r" b="b"/>
                <a:pathLst>
                  <a:path w="1332" h="1261" extrusionOk="0">
                    <a:moveTo>
                      <a:pt x="452" y="1"/>
                    </a:moveTo>
                    <a:lnTo>
                      <a:pt x="0" y="298"/>
                    </a:lnTo>
                    <a:lnTo>
                      <a:pt x="1010" y="1260"/>
                    </a:lnTo>
                    <a:lnTo>
                      <a:pt x="1331" y="1225"/>
                    </a:lnTo>
                    <a:lnTo>
                      <a:pt x="4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50">
                <a:extLst>
                  <a:ext uri="{FF2B5EF4-FFF2-40B4-BE49-F238E27FC236}">
                    <a16:creationId xmlns:a16="http://schemas.microsoft.com/office/drawing/2014/main" id="{B7DB5555-A444-40E7-B9AD-0018D807CB30}"/>
                  </a:ext>
                </a:extLst>
              </p:cNvPr>
              <p:cNvSpPr/>
              <p:nvPr/>
            </p:nvSpPr>
            <p:spPr>
              <a:xfrm>
                <a:off x="3170622" y="316614"/>
                <a:ext cx="122569" cy="110399"/>
              </a:xfrm>
              <a:custGeom>
                <a:avLst/>
                <a:gdLst/>
                <a:ahLst/>
                <a:cxnLst/>
                <a:rect l="l" t="t" r="r" b="b"/>
                <a:pathLst>
                  <a:path w="3827" h="3447" extrusionOk="0">
                    <a:moveTo>
                      <a:pt x="24" y="1"/>
                    </a:moveTo>
                    <a:lnTo>
                      <a:pt x="0" y="238"/>
                    </a:lnTo>
                    <a:lnTo>
                      <a:pt x="1878" y="2555"/>
                    </a:lnTo>
                    <a:lnTo>
                      <a:pt x="2555" y="3447"/>
                    </a:lnTo>
                    <a:lnTo>
                      <a:pt x="3826" y="2294"/>
                    </a:lnTo>
                    <a:lnTo>
                      <a:pt x="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50">
                <a:extLst>
                  <a:ext uri="{FF2B5EF4-FFF2-40B4-BE49-F238E27FC236}">
                    <a16:creationId xmlns:a16="http://schemas.microsoft.com/office/drawing/2014/main" id="{74EEFB0E-B78C-89DB-C8B3-1F3F2874233B}"/>
                  </a:ext>
                </a:extLst>
              </p:cNvPr>
              <p:cNvSpPr/>
              <p:nvPr/>
            </p:nvSpPr>
            <p:spPr>
              <a:xfrm>
                <a:off x="3233364" y="351972"/>
                <a:ext cx="30138" cy="26134"/>
              </a:xfrm>
              <a:custGeom>
                <a:avLst/>
                <a:gdLst/>
                <a:ahLst/>
                <a:cxnLst/>
                <a:rect l="l" t="t" r="r" b="b"/>
                <a:pathLst>
                  <a:path w="941" h="816" extrusionOk="0">
                    <a:moveTo>
                      <a:pt x="472" y="1"/>
                    </a:moveTo>
                    <a:cubicBezTo>
                      <a:pt x="303" y="1"/>
                      <a:pt x="137" y="103"/>
                      <a:pt x="85" y="299"/>
                    </a:cubicBezTo>
                    <a:cubicBezTo>
                      <a:pt x="0" y="572"/>
                      <a:pt x="222" y="816"/>
                      <a:pt x="471" y="816"/>
                    </a:cubicBezTo>
                    <a:cubicBezTo>
                      <a:pt x="536" y="816"/>
                      <a:pt x="603" y="799"/>
                      <a:pt x="667" y="762"/>
                    </a:cubicBezTo>
                    <a:cubicBezTo>
                      <a:pt x="869" y="655"/>
                      <a:pt x="941" y="406"/>
                      <a:pt x="834" y="216"/>
                    </a:cubicBezTo>
                    <a:cubicBezTo>
                      <a:pt x="753" y="71"/>
                      <a:pt x="612" y="1"/>
                      <a:pt x="4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50">
                <a:extLst>
                  <a:ext uri="{FF2B5EF4-FFF2-40B4-BE49-F238E27FC236}">
                    <a16:creationId xmlns:a16="http://schemas.microsoft.com/office/drawing/2014/main" id="{234582D4-4814-F29A-E89B-76E25DC1B103}"/>
                  </a:ext>
                </a:extLst>
              </p:cNvPr>
              <p:cNvSpPr/>
              <p:nvPr/>
            </p:nvSpPr>
            <p:spPr>
              <a:xfrm>
                <a:off x="3154993" y="413657"/>
                <a:ext cx="41155" cy="46856"/>
              </a:xfrm>
              <a:custGeom>
                <a:avLst/>
                <a:gdLst/>
                <a:ahLst/>
                <a:cxnLst/>
                <a:rect l="l" t="t" r="r" b="b"/>
                <a:pathLst>
                  <a:path w="1285" h="1463" extrusionOk="0">
                    <a:moveTo>
                      <a:pt x="25" y="1"/>
                    </a:moveTo>
                    <a:lnTo>
                      <a:pt x="1" y="322"/>
                    </a:lnTo>
                    <a:lnTo>
                      <a:pt x="1165" y="1462"/>
                    </a:lnTo>
                    <a:lnTo>
                      <a:pt x="1284" y="833"/>
                    </a:lnTo>
                    <a:lnTo>
                      <a:pt x="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50">
                <a:extLst>
                  <a:ext uri="{FF2B5EF4-FFF2-40B4-BE49-F238E27FC236}">
                    <a16:creationId xmlns:a16="http://schemas.microsoft.com/office/drawing/2014/main" id="{C82823A5-F1A3-2436-A891-E432F463B1F3}"/>
                  </a:ext>
                </a:extLst>
              </p:cNvPr>
              <p:cNvSpPr/>
              <p:nvPr/>
            </p:nvSpPr>
            <p:spPr>
              <a:xfrm>
                <a:off x="3196501" y="402640"/>
                <a:ext cx="23989" cy="36928"/>
              </a:xfrm>
              <a:custGeom>
                <a:avLst/>
                <a:gdLst/>
                <a:ahLst/>
                <a:cxnLst/>
                <a:rect l="l" t="t" r="r" b="b"/>
                <a:pathLst>
                  <a:path w="749" h="1153" extrusionOk="0">
                    <a:moveTo>
                      <a:pt x="666" y="0"/>
                    </a:moveTo>
                    <a:lnTo>
                      <a:pt x="416" y="107"/>
                    </a:lnTo>
                    <a:lnTo>
                      <a:pt x="0" y="1153"/>
                    </a:lnTo>
                    <a:lnTo>
                      <a:pt x="749" y="594"/>
                    </a:lnTo>
                    <a:lnTo>
                      <a:pt x="6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50">
                <a:extLst>
                  <a:ext uri="{FF2B5EF4-FFF2-40B4-BE49-F238E27FC236}">
                    <a16:creationId xmlns:a16="http://schemas.microsoft.com/office/drawing/2014/main" id="{27251C72-CAAE-E25E-1A2C-AC0575520034}"/>
                  </a:ext>
                </a:extLst>
              </p:cNvPr>
              <p:cNvSpPr/>
              <p:nvPr/>
            </p:nvSpPr>
            <p:spPr>
              <a:xfrm>
                <a:off x="3316380" y="427749"/>
                <a:ext cx="13355" cy="14476"/>
              </a:xfrm>
              <a:custGeom>
                <a:avLst/>
                <a:gdLst/>
                <a:ahLst/>
                <a:cxnLst/>
                <a:rect l="l" t="t" r="r" b="b"/>
                <a:pathLst>
                  <a:path w="417" h="452" extrusionOk="0">
                    <a:moveTo>
                      <a:pt x="416" y="0"/>
                    </a:moveTo>
                    <a:lnTo>
                      <a:pt x="0" y="286"/>
                    </a:lnTo>
                    <a:lnTo>
                      <a:pt x="404" y="452"/>
                    </a:lnTo>
                    <a:lnTo>
                      <a:pt x="4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50">
                <a:extLst>
                  <a:ext uri="{FF2B5EF4-FFF2-40B4-BE49-F238E27FC236}">
                    <a16:creationId xmlns:a16="http://schemas.microsoft.com/office/drawing/2014/main" id="{EBF83337-8AEA-36CF-6D33-5A9AE776B21A}"/>
                  </a:ext>
                </a:extLst>
              </p:cNvPr>
              <p:cNvSpPr/>
              <p:nvPr/>
            </p:nvSpPr>
            <p:spPr>
              <a:xfrm>
                <a:off x="3230354" y="352389"/>
                <a:ext cx="14893" cy="13740"/>
              </a:xfrm>
              <a:custGeom>
                <a:avLst/>
                <a:gdLst/>
                <a:ahLst/>
                <a:cxnLst/>
                <a:rect l="l" t="t" r="r" b="b"/>
                <a:pathLst>
                  <a:path w="465" h="429" extrusionOk="0">
                    <a:moveTo>
                      <a:pt x="464" y="1"/>
                    </a:moveTo>
                    <a:lnTo>
                      <a:pt x="1" y="167"/>
                    </a:lnTo>
                    <a:lnTo>
                      <a:pt x="345" y="428"/>
                    </a:lnTo>
                    <a:lnTo>
                      <a:pt x="4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4" name="Picture 3">
            <a:extLst>
              <a:ext uri="{FF2B5EF4-FFF2-40B4-BE49-F238E27FC236}">
                <a16:creationId xmlns:a16="http://schemas.microsoft.com/office/drawing/2014/main" id="{45B8EF3D-BFA4-3EAC-18DC-5B71BF47B825}"/>
              </a:ext>
            </a:extLst>
          </p:cNvPr>
          <p:cNvPicPr>
            <a:picLocks noChangeAspect="1"/>
          </p:cNvPicPr>
          <p:nvPr/>
        </p:nvPicPr>
        <p:blipFill>
          <a:blip r:embed="rId3"/>
          <a:stretch>
            <a:fillRect/>
          </a:stretch>
        </p:blipFill>
        <p:spPr>
          <a:xfrm>
            <a:off x="3698422" y="1280379"/>
            <a:ext cx="5078827" cy="2224499"/>
          </a:xfrm>
          <a:prstGeom prst="rect">
            <a:avLst/>
          </a:prstGeom>
          <a:ln>
            <a:noFill/>
          </a:ln>
          <a:effectLst>
            <a:outerShdw blurRad="292100" dist="139700" dir="2700000" algn="tl" rotWithShape="0">
              <a:srgbClr val="333333">
                <a:alpha val="65000"/>
              </a:srgbClr>
            </a:outerShdw>
          </a:effectLst>
        </p:spPr>
      </p:pic>
      <p:sp>
        <p:nvSpPr>
          <p:cNvPr id="6" name="TextBox 5">
            <a:extLst>
              <a:ext uri="{FF2B5EF4-FFF2-40B4-BE49-F238E27FC236}">
                <a16:creationId xmlns:a16="http://schemas.microsoft.com/office/drawing/2014/main" id="{F6DD8E8F-4754-34CF-7087-48EC240D2974}"/>
              </a:ext>
            </a:extLst>
          </p:cNvPr>
          <p:cNvSpPr txBox="1"/>
          <p:nvPr/>
        </p:nvSpPr>
        <p:spPr>
          <a:xfrm>
            <a:off x="539193" y="2310140"/>
            <a:ext cx="2664924" cy="523220"/>
          </a:xfrm>
          <a:prstGeom prst="rect">
            <a:avLst/>
          </a:prstGeom>
          <a:noFill/>
        </p:spPr>
        <p:txBody>
          <a:bodyPr wrap="square" rtlCol="0">
            <a:spAutoFit/>
          </a:bodyPr>
          <a:lstStyle/>
          <a:p>
            <a:r>
              <a:rPr lang="en-US" dirty="0"/>
              <a:t>We train 3,155,938 rows , and test 788,978 rows</a:t>
            </a:r>
          </a:p>
        </p:txBody>
      </p:sp>
    </p:spTree>
    <p:extLst>
      <p:ext uri="{BB962C8B-B14F-4D97-AF65-F5344CB8AC3E}">
        <p14:creationId xmlns:p14="http://schemas.microsoft.com/office/powerpoint/2010/main" val="41278961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4">
          <a:extLst>
            <a:ext uri="{FF2B5EF4-FFF2-40B4-BE49-F238E27FC236}">
              <a16:creationId xmlns:a16="http://schemas.microsoft.com/office/drawing/2014/main" id="{FD6FCA93-9E5A-E8D0-D25A-FB3B60DFEC55}"/>
            </a:ext>
          </a:extLst>
        </p:cNvPr>
        <p:cNvGrpSpPr/>
        <p:nvPr/>
      </p:nvGrpSpPr>
      <p:grpSpPr>
        <a:xfrm>
          <a:off x="0" y="0"/>
          <a:ext cx="0" cy="0"/>
          <a:chOff x="0" y="0"/>
          <a:chExt cx="0" cy="0"/>
        </a:xfrm>
      </p:grpSpPr>
      <p:sp>
        <p:nvSpPr>
          <p:cNvPr id="955" name="Google Shape;955;p50">
            <a:extLst>
              <a:ext uri="{FF2B5EF4-FFF2-40B4-BE49-F238E27FC236}">
                <a16:creationId xmlns:a16="http://schemas.microsoft.com/office/drawing/2014/main" id="{830B26E5-F793-B2DB-4640-C81D709C7E3D}"/>
              </a:ext>
            </a:extLst>
          </p:cNvPr>
          <p:cNvSpPr txBox="1">
            <a:spLocks noGrp="1"/>
          </p:cNvSpPr>
          <p:nvPr>
            <p:ph type="title"/>
          </p:nvPr>
        </p:nvSpPr>
        <p:spPr>
          <a:xfrm>
            <a:off x="717613" y="433350"/>
            <a:ext cx="7708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rPr>
              <a:t>Feature</a:t>
            </a:r>
            <a:r>
              <a:rPr lang="en" dirty="0">
                <a:solidFill>
                  <a:schemeClr val="dk2"/>
                </a:solidFill>
              </a:rPr>
              <a:t> Engineering </a:t>
            </a:r>
            <a:endParaRPr dirty="0">
              <a:solidFill>
                <a:schemeClr val="dk2"/>
              </a:solidFill>
            </a:endParaRPr>
          </a:p>
        </p:txBody>
      </p:sp>
      <p:grpSp>
        <p:nvGrpSpPr>
          <p:cNvPr id="997" name="Google Shape;997;p50">
            <a:extLst>
              <a:ext uri="{FF2B5EF4-FFF2-40B4-BE49-F238E27FC236}">
                <a16:creationId xmlns:a16="http://schemas.microsoft.com/office/drawing/2014/main" id="{C062EAD6-F329-2A94-FA76-3EB4BFAD072E}"/>
              </a:ext>
            </a:extLst>
          </p:cNvPr>
          <p:cNvGrpSpPr/>
          <p:nvPr/>
        </p:nvGrpSpPr>
        <p:grpSpPr>
          <a:xfrm>
            <a:off x="7595087" y="4533440"/>
            <a:ext cx="1507118" cy="838832"/>
            <a:chOff x="7636893" y="2346251"/>
            <a:chExt cx="1507118" cy="838832"/>
          </a:xfrm>
        </p:grpSpPr>
        <p:grpSp>
          <p:nvGrpSpPr>
            <p:cNvPr id="998" name="Google Shape;998;p50">
              <a:extLst>
                <a:ext uri="{FF2B5EF4-FFF2-40B4-BE49-F238E27FC236}">
                  <a16:creationId xmlns:a16="http://schemas.microsoft.com/office/drawing/2014/main" id="{B794A826-5694-C36D-0C21-316BEBD6A9B6}"/>
                </a:ext>
              </a:extLst>
            </p:cNvPr>
            <p:cNvGrpSpPr/>
            <p:nvPr/>
          </p:nvGrpSpPr>
          <p:grpSpPr>
            <a:xfrm flipH="1">
              <a:off x="7728620" y="2393076"/>
              <a:ext cx="1415391" cy="792008"/>
              <a:chOff x="1905568" y="363438"/>
              <a:chExt cx="1415391" cy="792008"/>
            </a:xfrm>
          </p:grpSpPr>
          <p:sp>
            <p:nvSpPr>
              <p:cNvPr id="999" name="Google Shape;999;p50">
                <a:extLst>
                  <a:ext uri="{FF2B5EF4-FFF2-40B4-BE49-F238E27FC236}">
                    <a16:creationId xmlns:a16="http://schemas.microsoft.com/office/drawing/2014/main" id="{D1ED04AE-EFCB-8FED-A8D3-26CB81A55711}"/>
                  </a:ext>
                </a:extLst>
              </p:cNvPr>
              <p:cNvSpPr/>
              <p:nvPr/>
            </p:nvSpPr>
            <p:spPr>
              <a:xfrm>
                <a:off x="1905568" y="363438"/>
                <a:ext cx="1342337" cy="713989"/>
              </a:xfrm>
              <a:custGeom>
                <a:avLst/>
                <a:gdLst/>
                <a:ahLst/>
                <a:cxnLst/>
                <a:rect l="l" t="t" r="r" b="b"/>
                <a:pathLst>
                  <a:path w="41912" h="22293" extrusionOk="0">
                    <a:moveTo>
                      <a:pt x="452" y="22293"/>
                    </a:moveTo>
                    <a:lnTo>
                      <a:pt x="0" y="21437"/>
                    </a:lnTo>
                    <a:lnTo>
                      <a:pt x="41270" y="0"/>
                    </a:lnTo>
                    <a:lnTo>
                      <a:pt x="41911" y="761"/>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50">
                <a:extLst>
                  <a:ext uri="{FF2B5EF4-FFF2-40B4-BE49-F238E27FC236}">
                    <a16:creationId xmlns:a16="http://schemas.microsoft.com/office/drawing/2014/main" id="{BAF58C42-7743-DFBB-E741-350E7D34BBC3}"/>
                  </a:ext>
                </a:extLst>
              </p:cNvPr>
              <p:cNvSpPr/>
              <p:nvPr/>
            </p:nvSpPr>
            <p:spPr>
              <a:xfrm>
                <a:off x="1975580" y="439535"/>
                <a:ext cx="1345379" cy="715911"/>
              </a:xfrm>
              <a:custGeom>
                <a:avLst/>
                <a:gdLst/>
                <a:ahLst/>
                <a:cxnLst/>
                <a:rect l="l" t="t" r="r" b="b"/>
                <a:pathLst>
                  <a:path w="42007" h="22353" extrusionOk="0">
                    <a:moveTo>
                      <a:pt x="452" y="22353"/>
                    </a:moveTo>
                    <a:lnTo>
                      <a:pt x="1" y="21497"/>
                    </a:lnTo>
                    <a:lnTo>
                      <a:pt x="41401" y="1"/>
                    </a:lnTo>
                    <a:lnTo>
                      <a:pt x="42007" y="773"/>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1" name="Google Shape;1001;p50">
              <a:extLst>
                <a:ext uri="{FF2B5EF4-FFF2-40B4-BE49-F238E27FC236}">
                  <a16:creationId xmlns:a16="http://schemas.microsoft.com/office/drawing/2014/main" id="{B3A634D8-EB2A-80F2-5FBE-64FE42EB4C97}"/>
                </a:ext>
              </a:extLst>
            </p:cNvPr>
            <p:cNvGrpSpPr/>
            <p:nvPr/>
          </p:nvGrpSpPr>
          <p:grpSpPr>
            <a:xfrm flipH="1">
              <a:off x="7636893" y="2346251"/>
              <a:ext cx="257693" cy="199083"/>
              <a:chOff x="3154993" y="316614"/>
              <a:chExt cx="257693" cy="199083"/>
            </a:xfrm>
          </p:grpSpPr>
          <p:sp>
            <p:nvSpPr>
              <p:cNvPr id="1002" name="Google Shape;1002;p50">
                <a:extLst>
                  <a:ext uri="{FF2B5EF4-FFF2-40B4-BE49-F238E27FC236}">
                    <a16:creationId xmlns:a16="http://schemas.microsoft.com/office/drawing/2014/main" id="{69C43DC1-7FAF-22E7-81D5-13F03209BE54}"/>
                  </a:ext>
                </a:extLst>
              </p:cNvPr>
              <p:cNvSpPr/>
              <p:nvPr/>
            </p:nvSpPr>
            <p:spPr>
              <a:xfrm>
                <a:off x="3185067" y="330578"/>
                <a:ext cx="227619" cy="137910"/>
              </a:xfrm>
              <a:custGeom>
                <a:avLst/>
                <a:gdLst/>
                <a:ahLst/>
                <a:cxnLst/>
                <a:rect l="l" t="t" r="r" b="b"/>
                <a:pathLst>
                  <a:path w="7107" h="4306" extrusionOk="0">
                    <a:moveTo>
                      <a:pt x="6067" y="1"/>
                    </a:moveTo>
                    <a:cubicBezTo>
                      <a:pt x="6037" y="1"/>
                      <a:pt x="6008" y="2"/>
                      <a:pt x="5978" y="4"/>
                    </a:cubicBezTo>
                    <a:cubicBezTo>
                      <a:pt x="5835" y="4"/>
                      <a:pt x="5693" y="52"/>
                      <a:pt x="5574" y="135"/>
                    </a:cubicBezTo>
                    <a:cubicBezTo>
                      <a:pt x="4956" y="515"/>
                      <a:pt x="2734" y="1906"/>
                      <a:pt x="1973" y="2274"/>
                    </a:cubicBezTo>
                    <a:cubicBezTo>
                      <a:pt x="1355" y="2571"/>
                      <a:pt x="773" y="2927"/>
                      <a:pt x="226" y="3331"/>
                    </a:cubicBezTo>
                    <a:lnTo>
                      <a:pt x="1" y="4306"/>
                    </a:lnTo>
                    <a:cubicBezTo>
                      <a:pt x="690" y="4258"/>
                      <a:pt x="1843" y="3676"/>
                      <a:pt x="1843" y="3676"/>
                    </a:cubicBezTo>
                    <a:cubicBezTo>
                      <a:pt x="1843" y="3676"/>
                      <a:pt x="5764" y="1490"/>
                      <a:pt x="6429" y="1038"/>
                    </a:cubicBezTo>
                    <a:cubicBezTo>
                      <a:pt x="7107" y="598"/>
                      <a:pt x="6786" y="278"/>
                      <a:pt x="6786" y="278"/>
                    </a:cubicBezTo>
                    <a:cubicBezTo>
                      <a:pt x="6583" y="96"/>
                      <a:pt x="6332" y="1"/>
                      <a:pt x="60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50">
                <a:extLst>
                  <a:ext uri="{FF2B5EF4-FFF2-40B4-BE49-F238E27FC236}">
                    <a16:creationId xmlns:a16="http://schemas.microsoft.com/office/drawing/2014/main" id="{7EF95A35-A16D-3019-42EA-D8F3CABCF1B8}"/>
                  </a:ext>
                </a:extLst>
              </p:cNvPr>
              <p:cNvSpPr/>
              <p:nvPr/>
            </p:nvSpPr>
            <p:spPr>
              <a:xfrm>
                <a:off x="3258890" y="401102"/>
                <a:ext cx="124875" cy="114594"/>
              </a:xfrm>
              <a:custGeom>
                <a:avLst/>
                <a:gdLst/>
                <a:ahLst/>
                <a:cxnLst/>
                <a:rect l="l" t="t" r="r" b="b"/>
                <a:pathLst>
                  <a:path w="3899" h="3578" extrusionOk="0">
                    <a:moveTo>
                      <a:pt x="1617" y="1"/>
                    </a:moveTo>
                    <a:lnTo>
                      <a:pt x="1" y="797"/>
                    </a:lnTo>
                    <a:lnTo>
                      <a:pt x="1522" y="1783"/>
                    </a:lnTo>
                    <a:lnTo>
                      <a:pt x="3661" y="3577"/>
                    </a:lnTo>
                    <a:lnTo>
                      <a:pt x="3899" y="3554"/>
                    </a:lnTo>
                    <a:lnTo>
                      <a:pt x="16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50">
                <a:extLst>
                  <a:ext uri="{FF2B5EF4-FFF2-40B4-BE49-F238E27FC236}">
                    <a16:creationId xmlns:a16="http://schemas.microsoft.com/office/drawing/2014/main" id="{BF246DDC-5480-99C2-E012-6BCCF487515F}"/>
                  </a:ext>
                </a:extLst>
              </p:cNvPr>
              <p:cNvSpPr/>
              <p:nvPr/>
            </p:nvSpPr>
            <p:spPr>
              <a:xfrm>
                <a:off x="3323233" y="426148"/>
                <a:ext cx="28280" cy="23957"/>
              </a:xfrm>
              <a:custGeom>
                <a:avLst/>
                <a:gdLst/>
                <a:ahLst/>
                <a:cxnLst/>
                <a:rect l="l" t="t" r="r" b="b"/>
                <a:pathLst>
                  <a:path w="883" h="748" extrusionOk="0">
                    <a:moveTo>
                      <a:pt x="399" y="1"/>
                    </a:moveTo>
                    <a:cubicBezTo>
                      <a:pt x="385" y="1"/>
                      <a:pt x="371" y="1"/>
                      <a:pt x="357" y="3"/>
                    </a:cubicBezTo>
                    <a:cubicBezTo>
                      <a:pt x="155" y="15"/>
                      <a:pt x="0" y="193"/>
                      <a:pt x="24" y="407"/>
                    </a:cubicBezTo>
                    <a:cubicBezTo>
                      <a:pt x="39" y="618"/>
                      <a:pt x="212" y="748"/>
                      <a:pt x="391" y="748"/>
                    </a:cubicBezTo>
                    <a:cubicBezTo>
                      <a:pt x="494" y="748"/>
                      <a:pt x="599" y="705"/>
                      <a:pt x="678" y="609"/>
                    </a:cubicBezTo>
                    <a:cubicBezTo>
                      <a:pt x="882" y="370"/>
                      <a:pt x="706" y="1"/>
                      <a:pt x="3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50">
                <a:extLst>
                  <a:ext uri="{FF2B5EF4-FFF2-40B4-BE49-F238E27FC236}">
                    <a16:creationId xmlns:a16="http://schemas.microsoft.com/office/drawing/2014/main" id="{642DC843-BF24-685B-DAA6-154436324433}"/>
                  </a:ext>
                </a:extLst>
              </p:cNvPr>
              <p:cNvSpPr/>
              <p:nvPr/>
            </p:nvSpPr>
            <p:spPr>
              <a:xfrm>
                <a:off x="3196116" y="452475"/>
                <a:ext cx="42661" cy="40387"/>
              </a:xfrm>
              <a:custGeom>
                <a:avLst/>
                <a:gdLst/>
                <a:ahLst/>
                <a:cxnLst/>
                <a:rect l="l" t="t" r="r" b="b"/>
                <a:pathLst>
                  <a:path w="1332" h="1261" extrusionOk="0">
                    <a:moveTo>
                      <a:pt x="452" y="1"/>
                    </a:moveTo>
                    <a:lnTo>
                      <a:pt x="0" y="298"/>
                    </a:lnTo>
                    <a:lnTo>
                      <a:pt x="1010" y="1260"/>
                    </a:lnTo>
                    <a:lnTo>
                      <a:pt x="1331" y="1225"/>
                    </a:lnTo>
                    <a:lnTo>
                      <a:pt x="4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50">
                <a:extLst>
                  <a:ext uri="{FF2B5EF4-FFF2-40B4-BE49-F238E27FC236}">
                    <a16:creationId xmlns:a16="http://schemas.microsoft.com/office/drawing/2014/main" id="{C7BF29BE-C2D9-D399-83C1-668B63AEDCC4}"/>
                  </a:ext>
                </a:extLst>
              </p:cNvPr>
              <p:cNvSpPr/>
              <p:nvPr/>
            </p:nvSpPr>
            <p:spPr>
              <a:xfrm>
                <a:off x="3170622" y="316614"/>
                <a:ext cx="122569" cy="110399"/>
              </a:xfrm>
              <a:custGeom>
                <a:avLst/>
                <a:gdLst/>
                <a:ahLst/>
                <a:cxnLst/>
                <a:rect l="l" t="t" r="r" b="b"/>
                <a:pathLst>
                  <a:path w="3827" h="3447" extrusionOk="0">
                    <a:moveTo>
                      <a:pt x="24" y="1"/>
                    </a:moveTo>
                    <a:lnTo>
                      <a:pt x="0" y="238"/>
                    </a:lnTo>
                    <a:lnTo>
                      <a:pt x="1878" y="2555"/>
                    </a:lnTo>
                    <a:lnTo>
                      <a:pt x="2555" y="3447"/>
                    </a:lnTo>
                    <a:lnTo>
                      <a:pt x="3826" y="2294"/>
                    </a:lnTo>
                    <a:lnTo>
                      <a:pt x="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50">
                <a:extLst>
                  <a:ext uri="{FF2B5EF4-FFF2-40B4-BE49-F238E27FC236}">
                    <a16:creationId xmlns:a16="http://schemas.microsoft.com/office/drawing/2014/main" id="{0435EED7-51CD-84E3-7072-E68A9051FDB5}"/>
                  </a:ext>
                </a:extLst>
              </p:cNvPr>
              <p:cNvSpPr/>
              <p:nvPr/>
            </p:nvSpPr>
            <p:spPr>
              <a:xfrm>
                <a:off x="3233364" y="351972"/>
                <a:ext cx="30138" cy="26134"/>
              </a:xfrm>
              <a:custGeom>
                <a:avLst/>
                <a:gdLst/>
                <a:ahLst/>
                <a:cxnLst/>
                <a:rect l="l" t="t" r="r" b="b"/>
                <a:pathLst>
                  <a:path w="941" h="816" extrusionOk="0">
                    <a:moveTo>
                      <a:pt x="472" y="1"/>
                    </a:moveTo>
                    <a:cubicBezTo>
                      <a:pt x="303" y="1"/>
                      <a:pt x="137" y="103"/>
                      <a:pt x="85" y="299"/>
                    </a:cubicBezTo>
                    <a:cubicBezTo>
                      <a:pt x="0" y="572"/>
                      <a:pt x="222" y="816"/>
                      <a:pt x="471" y="816"/>
                    </a:cubicBezTo>
                    <a:cubicBezTo>
                      <a:pt x="536" y="816"/>
                      <a:pt x="603" y="799"/>
                      <a:pt x="667" y="762"/>
                    </a:cubicBezTo>
                    <a:cubicBezTo>
                      <a:pt x="869" y="655"/>
                      <a:pt x="941" y="406"/>
                      <a:pt x="834" y="216"/>
                    </a:cubicBezTo>
                    <a:cubicBezTo>
                      <a:pt x="753" y="71"/>
                      <a:pt x="612" y="1"/>
                      <a:pt x="4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50">
                <a:extLst>
                  <a:ext uri="{FF2B5EF4-FFF2-40B4-BE49-F238E27FC236}">
                    <a16:creationId xmlns:a16="http://schemas.microsoft.com/office/drawing/2014/main" id="{08566594-05F8-B3BB-5EC1-45801D990961}"/>
                  </a:ext>
                </a:extLst>
              </p:cNvPr>
              <p:cNvSpPr/>
              <p:nvPr/>
            </p:nvSpPr>
            <p:spPr>
              <a:xfrm>
                <a:off x="3154993" y="413657"/>
                <a:ext cx="41155" cy="46856"/>
              </a:xfrm>
              <a:custGeom>
                <a:avLst/>
                <a:gdLst/>
                <a:ahLst/>
                <a:cxnLst/>
                <a:rect l="l" t="t" r="r" b="b"/>
                <a:pathLst>
                  <a:path w="1285" h="1463" extrusionOk="0">
                    <a:moveTo>
                      <a:pt x="25" y="1"/>
                    </a:moveTo>
                    <a:lnTo>
                      <a:pt x="1" y="322"/>
                    </a:lnTo>
                    <a:lnTo>
                      <a:pt x="1165" y="1462"/>
                    </a:lnTo>
                    <a:lnTo>
                      <a:pt x="1284" y="833"/>
                    </a:lnTo>
                    <a:lnTo>
                      <a:pt x="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50">
                <a:extLst>
                  <a:ext uri="{FF2B5EF4-FFF2-40B4-BE49-F238E27FC236}">
                    <a16:creationId xmlns:a16="http://schemas.microsoft.com/office/drawing/2014/main" id="{A7B46CFF-97CB-1016-AF5D-A923633E9D3B}"/>
                  </a:ext>
                </a:extLst>
              </p:cNvPr>
              <p:cNvSpPr/>
              <p:nvPr/>
            </p:nvSpPr>
            <p:spPr>
              <a:xfrm>
                <a:off x="3196501" y="402640"/>
                <a:ext cx="23989" cy="36928"/>
              </a:xfrm>
              <a:custGeom>
                <a:avLst/>
                <a:gdLst/>
                <a:ahLst/>
                <a:cxnLst/>
                <a:rect l="l" t="t" r="r" b="b"/>
                <a:pathLst>
                  <a:path w="749" h="1153" extrusionOk="0">
                    <a:moveTo>
                      <a:pt x="666" y="0"/>
                    </a:moveTo>
                    <a:lnTo>
                      <a:pt x="416" y="107"/>
                    </a:lnTo>
                    <a:lnTo>
                      <a:pt x="0" y="1153"/>
                    </a:lnTo>
                    <a:lnTo>
                      <a:pt x="749" y="594"/>
                    </a:lnTo>
                    <a:lnTo>
                      <a:pt x="6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50">
                <a:extLst>
                  <a:ext uri="{FF2B5EF4-FFF2-40B4-BE49-F238E27FC236}">
                    <a16:creationId xmlns:a16="http://schemas.microsoft.com/office/drawing/2014/main" id="{E5C08FDE-8AF9-F84E-9F80-5C43C11A71C4}"/>
                  </a:ext>
                </a:extLst>
              </p:cNvPr>
              <p:cNvSpPr/>
              <p:nvPr/>
            </p:nvSpPr>
            <p:spPr>
              <a:xfrm>
                <a:off x="3316380" y="427749"/>
                <a:ext cx="13355" cy="14476"/>
              </a:xfrm>
              <a:custGeom>
                <a:avLst/>
                <a:gdLst/>
                <a:ahLst/>
                <a:cxnLst/>
                <a:rect l="l" t="t" r="r" b="b"/>
                <a:pathLst>
                  <a:path w="417" h="452" extrusionOk="0">
                    <a:moveTo>
                      <a:pt x="416" y="0"/>
                    </a:moveTo>
                    <a:lnTo>
                      <a:pt x="0" y="286"/>
                    </a:lnTo>
                    <a:lnTo>
                      <a:pt x="404" y="452"/>
                    </a:lnTo>
                    <a:lnTo>
                      <a:pt x="4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50">
                <a:extLst>
                  <a:ext uri="{FF2B5EF4-FFF2-40B4-BE49-F238E27FC236}">
                    <a16:creationId xmlns:a16="http://schemas.microsoft.com/office/drawing/2014/main" id="{1AB996AE-8E95-C2E6-0180-9D469A984FAC}"/>
                  </a:ext>
                </a:extLst>
              </p:cNvPr>
              <p:cNvSpPr/>
              <p:nvPr/>
            </p:nvSpPr>
            <p:spPr>
              <a:xfrm>
                <a:off x="3230354" y="352389"/>
                <a:ext cx="14893" cy="13740"/>
              </a:xfrm>
              <a:custGeom>
                <a:avLst/>
                <a:gdLst/>
                <a:ahLst/>
                <a:cxnLst/>
                <a:rect l="l" t="t" r="r" b="b"/>
                <a:pathLst>
                  <a:path w="465" h="429" extrusionOk="0">
                    <a:moveTo>
                      <a:pt x="464" y="1"/>
                    </a:moveTo>
                    <a:lnTo>
                      <a:pt x="1" y="167"/>
                    </a:lnTo>
                    <a:lnTo>
                      <a:pt x="345" y="428"/>
                    </a:lnTo>
                    <a:lnTo>
                      <a:pt x="4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3" name="Picture 2">
            <a:extLst>
              <a:ext uri="{FF2B5EF4-FFF2-40B4-BE49-F238E27FC236}">
                <a16:creationId xmlns:a16="http://schemas.microsoft.com/office/drawing/2014/main" id="{EACC9B1F-8770-8ABB-859D-3D89F25F1656}"/>
              </a:ext>
            </a:extLst>
          </p:cNvPr>
          <p:cNvPicPr>
            <a:picLocks noChangeAspect="1"/>
          </p:cNvPicPr>
          <p:nvPr/>
        </p:nvPicPr>
        <p:blipFill>
          <a:blip r:embed="rId3"/>
          <a:stretch>
            <a:fillRect/>
          </a:stretch>
        </p:blipFill>
        <p:spPr>
          <a:xfrm>
            <a:off x="4038233" y="1243304"/>
            <a:ext cx="4993960" cy="2314968"/>
          </a:xfrm>
          <a:prstGeom prst="rect">
            <a:avLst/>
          </a:prstGeom>
          <a:ln>
            <a:noFill/>
          </a:ln>
          <a:effectLst>
            <a:outerShdw blurRad="292100" dist="139700" dir="2700000" algn="tl" rotWithShape="0">
              <a:srgbClr val="333333">
                <a:alpha val="65000"/>
              </a:srgbClr>
            </a:outerShdw>
          </a:effectLst>
        </p:spPr>
      </p:pic>
      <p:sp>
        <p:nvSpPr>
          <p:cNvPr id="11" name="TextBox 10">
            <a:extLst>
              <a:ext uri="{FF2B5EF4-FFF2-40B4-BE49-F238E27FC236}">
                <a16:creationId xmlns:a16="http://schemas.microsoft.com/office/drawing/2014/main" id="{CC310499-F18F-84F1-A76D-3AA50CB3A3AA}"/>
              </a:ext>
            </a:extLst>
          </p:cNvPr>
          <p:cNvSpPr txBox="1"/>
          <p:nvPr/>
        </p:nvSpPr>
        <p:spPr>
          <a:xfrm>
            <a:off x="254620" y="1169681"/>
            <a:ext cx="3611136" cy="2462213"/>
          </a:xfrm>
          <a:prstGeom prst="rect">
            <a:avLst/>
          </a:prstGeom>
          <a:noFill/>
        </p:spPr>
        <p:txBody>
          <a:bodyPr wrap="square">
            <a:spAutoFit/>
          </a:bodyPr>
          <a:lstStyle/>
          <a:p>
            <a:pPr>
              <a:buNone/>
            </a:pPr>
            <a:r>
              <a:rPr lang="en-US" b="1" dirty="0"/>
              <a:t>StringIndexer</a:t>
            </a:r>
          </a:p>
          <a:p>
            <a:pPr>
              <a:buNone/>
            </a:pPr>
            <a:r>
              <a:rPr lang="en-US" dirty="0"/>
              <a:t>“Categorical columns such as airline and airport states were converted into numerical indices.”</a:t>
            </a:r>
          </a:p>
          <a:p>
            <a:pPr>
              <a:buNone/>
            </a:pPr>
            <a:br>
              <a:rPr lang="en-US" dirty="0"/>
            </a:br>
            <a:endParaRPr lang="en-US" dirty="0"/>
          </a:p>
          <a:p>
            <a:pPr>
              <a:buNone/>
            </a:pPr>
            <a:r>
              <a:rPr lang="en-US" b="1" dirty="0"/>
              <a:t>OneHotEncoder</a:t>
            </a:r>
          </a:p>
          <a:p>
            <a:pPr>
              <a:buNone/>
            </a:pPr>
            <a:r>
              <a:rPr lang="en-US" dirty="0"/>
              <a:t>“The indexed categorical features were transformed into binary vectors to improve model performance and avoid misleading relationships between categories.”</a:t>
            </a:r>
          </a:p>
        </p:txBody>
      </p:sp>
    </p:spTree>
    <p:extLst>
      <p:ext uri="{BB962C8B-B14F-4D97-AF65-F5344CB8AC3E}">
        <p14:creationId xmlns:p14="http://schemas.microsoft.com/office/powerpoint/2010/main" val="18428810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4">
          <a:extLst>
            <a:ext uri="{FF2B5EF4-FFF2-40B4-BE49-F238E27FC236}">
              <a16:creationId xmlns:a16="http://schemas.microsoft.com/office/drawing/2014/main" id="{CCA7E3B1-2A60-07FA-F729-01C324B6FE3D}"/>
            </a:ext>
          </a:extLst>
        </p:cNvPr>
        <p:cNvGrpSpPr/>
        <p:nvPr/>
      </p:nvGrpSpPr>
      <p:grpSpPr>
        <a:xfrm>
          <a:off x="0" y="0"/>
          <a:ext cx="0" cy="0"/>
          <a:chOff x="0" y="0"/>
          <a:chExt cx="0" cy="0"/>
        </a:xfrm>
      </p:grpSpPr>
      <p:sp>
        <p:nvSpPr>
          <p:cNvPr id="955" name="Google Shape;955;p50">
            <a:extLst>
              <a:ext uri="{FF2B5EF4-FFF2-40B4-BE49-F238E27FC236}">
                <a16:creationId xmlns:a16="http://schemas.microsoft.com/office/drawing/2014/main" id="{C14089E5-3C65-C2BD-62D8-45B81C85FCFE}"/>
              </a:ext>
            </a:extLst>
          </p:cNvPr>
          <p:cNvSpPr txBox="1">
            <a:spLocks noGrp="1"/>
          </p:cNvSpPr>
          <p:nvPr>
            <p:ph type="title"/>
          </p:nvPr>
        </p:nvSpPr>
        <p:spPr>
          <a:xfrm>
            <a:off x="717613" y="433350"/>
            <a:ext cx="7708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rPr>
              <a:t>Feature</a:t>
            </a:r>
            <a:r>
              <a:rPr lang="en" dirty="0">
                <a:solidFill>
                  <a:schemeClr val="dk2"/>
                </a:solidFill>
              </a:rPr>
              <a:t> Engineering </a:t>
            </a:r>
            <a:endParaRPr dirty="0">
              <a:solidFill>
                <a:schemeClr val="dk2"/>
              </a:solidFill>
            </a:endParaRPr>
          </a:p>
        </p:txBody>
      </p:sp>
      <p:grpSp>
        <p:nvGrpSpPr>
          <p:cNvPr id="997" name="Google Shape;997;p50">
            <a:extLst>
              <a:ext uri="{FF2B5EF4-FFF2-40B4-BE49-F238E27FC236}">
                <a16:creationId xmlns:a16="http://schemas.microsoft.com/office/drawing/2014/main" id="{6A10DB8B-4D51-A09F-A48D-EC98E7A6F935}"/>
              </a:ext>
            </a:extLst>
          </p:cNvPr>
          <p:cNvGrpSpPr/>
          <p:nvPr/>
        </p:nvGrpSpPr>
        <p:grpSpPr>
          <a:xfrm>
            <a:off x="7595087" y="4533440"/>
            <a:ext cx="1507118" cy="838832"/>
            <a:chOff x="7636893" y="2346251"/>
            <a:chExt cx="1507118" cy="838832"/>
          </a:xfrm>
        </p:grpSpPr>
        <p:grpSp>
          <p:nvGrpSpPr>
            <p:cNvPr id="998" name="Google Shape;998;p50">
              <a:extLst>
                <a:ext uri="{FF2B5EF4-FFF2-40B4-BE49-F238E27FC236}">
                  <a16:creationId xmlns:a16="http://schemas.microsoft.com/office/drawing/2014/main" id="{02060DBC-24EE-0DF2-399A-DA9110B710E5}"/>
                </a:ext>
              </a:extLst>
            </p:cNvPr>
            <p:cNvGrpSpPr/>
            <p:nvPr/>
          </p:nvGrpSpPr>
          <p:grpSpPr>
            <a:xfrm flipH="1">
              <a:off x="7728620" y="2393076"/>
              <a:ext cx="1415391" cy="792008"/>
              <a:chOff x="1905568" y="363438"/>
              <a:chExt cx="1415391" cy="792008"/>
            </a:xfrm>
          </p:grpSpPr>
          <p:sp>
            <p:nvSpPr>
              <p:cNvPr id="999" name="Google Shape;999;p50">
                <a:extLst>
                  <a:ext uri="{FF2B5EF4-FFF2-40B4-BE49-F238E27FC236}">
                    <a16:creationId xmlns:a16="http://schemas.microsoft.com/office/drawing/2014/main" id="{D726CF3A-4B01-C830-4DA5-6EEFE6575A81}"/>
                  </a:ext>
                </a:extLst>
              </p:cNvPr>
              <p:cNvSpPr/>
              <p:nvPr/>
            </p:nvSpPr>
            <p:spPr>
              <a:xfrm>
                <a:off x="1905568" y="363438"/>
                <a:ext cx="1342337" cy="713989"/>
              </a:xfrm>
              <a:custGeom>
                <a:avLst/>
                <a:gdLst/>
                <a:ahLst/>
                <a:cxnLst/>
                <a:rect l="l" t="t" r="r" b="b"/>
                <a:pathLst>
                  <a:path w="41912" h="22293" extrusionOk="0">
                    <a:moveTo>
                      <a:pt x="452" y="22293"/>
                    </a:moveTo>
                    <a:lnTo>
                      <a:pt x="0" y="21437"/>
                    </a:lnTo>
                    <a:lnTo>
                      <a:pt x="41270" y="0"/>
                    </a:lnTo>
                    <a:lnTo>
                      <a:pt x="41911" y="761"/>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50">
                <a:extLst>
                  <a:ext uri="{FF2B5EF4-FFF2-40B4-BE49-F238E27FC236}">
                    <a16:creationId xmlns:a16="http://schemas.microsoft.com/office/drawing/2014/main" id="{5F18990B-459C-7129-D46E-0F4D6FAADA36}"/>
                  </a:ext>
                </a:extLst>
              </p:cNvPr>
              <p:cNvSpPr/>
              <p:nvPr/>
            </p:nvSpPr>
            <p:spPr>
              <a:xfrm>
                <a:off x="1975580" y="439535"/>
                <a:ext cx="1345379" cy="715911"/>
              </a:xfrm>
              <a:custGeom>
                <a:avLst/>
                <a:gdLst/>
                <a:ahLst/>
                <a:cxnLst/>
                <a:rect l="l" t="t" r="r" b="b"/>
                <a:pathLst>
                  <a:path w="42007" h="22353" extrusionOk="0">
                    <a:moveTo>
                      <a:pt x="452" y="22353"/>
                    </a:moveTo>
                    <a:lnTo>
                      <a:pt x="1" y="21497"/>
                    </a:lnTo>
                    <a:lnTo>
                      <a:pt x="41401" y="1"/>
                    </a:lnTo>
                    <a:lnTo>
                      <a:pt x="42007" y="773"/>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1" name="Google Shape;1001;p50">
              <a:extLst>
                <a:ext uri="{FF2B5EF4-FFF2-40B4-BE49-F238E27FC236}">
                  <a16:creationId xmlns:a16="http://schemas.microsoft.com/office/drawing/2014/main" id="{166812D4-F0DE-23BC-20EC-9B0C5C74AF5C}"/>
                </a:ext>
              </a:extLst>
            </p:cNvPr>
            <p:cNvGrpSpPr/>
            <p:nvPr/>
          </p:nvGrpSpPr>
          <p:grpSpPr>
            <a:xfrm flipH="1">
              <a:off x="7636893" y="2346251"/>
              <a:ext cx="257693" cy="199083"/>
              <a:chOff x="3154993" y="316614"/>
              <a:chExt cx="257693" cy="199083"/>
            </a:xfrm>
          </p:grpSpPr>
          <p:sp>
            <p:nvSpPr>
              <p:cNvPr id="1002" name="Google Shape;1002;p50">
                <a:extLst>
                  <a:ext uri="{FF2B5EF4-FFF2-40B4-BE49-F238E27FC236}">
                    <a16:creationId xmlns:a16="http://schemas.microsoft.com/office/drawing/2014/main" id="{B82E50D8-14A1-7BAC-6637-829DDF25C2C8}"/>
                  </a:ext>
                </a:extLst>
              </p:cNvPr>
              <p:cNvSpPr/>
              <p:nvPr/>
            </p:nvSpPr>
            <p:spPr>
              <a:xfrm>
                <a:off x="3185067" y="330578"/>
                <a:ext cx="227619" cy="137910"/>
              </a:xfrm>
              <a:custGeom>
                <a:avLst/>
                <a:gdLst/>
                <a:ahLst/>
                <a:cxnLst/>
                <a:rect l="l" t="t" r="r" b="b"/>
                <a:pathLst>
                  <a:path w="7107" h="4306" extrusionOk="0">
                    <a:moveTo>
                      <a:pt x="6067" y="1"/>
                    </a:moveTo>
                    <a:cubicBezTo>
                      <a:pt x="6037" y="1"/>
                      <a:pt x="6008" y="2"/>
                      <a:pt x="5978" y="4"/>
                    </a:cubicBezTo>
                    <a:cubicBezTo>
                      <a:pt x="5835" y="4"/>
                      <a:pt x="5693" y="52"/>
                      <a:pt x="5574" y="135"/>
                    </a:cubicBezTo>
                    <a:cubicBezTo>
                      <a:pt x="4956" y="515"/>
                      <a:pt x="2734" y="1906"/>
                      <a:pt x="1973" y="2274"/>
                    </a:cubicBezTo>
                    <a:cubicBezTo>
                      <a:pt x="1355" y="2571"/>
                      <a:pt x="773" y="2927"/>
                      <a:pt x="226" y="3331"/>
                    </a:cubicBezTo>
                    <a:lnTo>
                      <a:pt x="1" y="4306"/>
                    </a:lnTo>
                    <a:cubicBezTo>
                      <a:pt x="690" y="4258"/>
                      <a:pt x="1843" y="3676"/>
                      <a:pt x="1843" y="3676"/>
                    </a:cubicBezTo>
                    <a:cubicBezTo>
                      <a:pt x="1843" y="3676"/>
                      <a:pt x="5764" y="1490"/>
                      <a:pt x="6429" y="1038"/>
                    </a:cubicBezTo>
                    <a:cubicBezTo>
                      <a:pt x="7107" y="598"/>
                      <a:pt x="6786" y="278"/>
                      <a:pt x="6786" y="278"/>
                    </a:cubicBezTo>
                    <a:cubicBezTo>
                      <a:pt x="6583" y="96"/>
                      <a:pt x="6332" y="1"/>
                      <a:pt x="60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50">
                <a:extLst>
                  <a:ext uri="{FF2B5EF4-FFF2-40B4-BE49-F238E27FC236}">
                    <a16:creationId xmlns:a16="http://schemas.microsoft.com/office/drawing/2014/main" id="{B2594D67-B27F-7882-2166-3C3493374994}"/>
                  </a:ext>
                </a:extLst>
              </p:cNvPr>
              <p:cNvSpPr/>
              <p:nvPr/>
            </p:nvSpPr>
            <p:spPr>
              <a:xfrm>
                <a:off x="3258890" y="401102"/>
                <a:ext cx="124875" cy="114594"/>
              </a:xfrm>
              <a:custGeom>
                <a:avLst/>
                <a:gdLst/>
                <a:ahLst/>
                <a:cxnLst/>
                <a:rect l="l" t="t" r="r" b="b"/>
                <a:pathLst>
                  <a:path w="3899" h="3578" extrusionOk="0">
                    <a:moveTo>
                      <a:pt x="1617" y="1"/>
                    </a:moveTo>
                    <a:lnTo>
                      <a:pt x="1" y="797"/>
                    </a:lnTo>
                    <a:lnTo>
                      <a:pt x="1522" y="1783"/>
                    </a:lnTo>
                    <a:lnTo>
                      <a:pt x="3661" y="3577"/>
                    </a:lnTo>
                    <a:lnTo>
                      <a:pt x="3899" y="3554"/>
                    </a:lnTo>
                    <a:lnTo>
                      <a:pt x="16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50">
                <a:extLst>
                  <a:ext uri="{FF2B5EF4-FFF2-40B4-BE49-F238E27FC236}">
                    <a16:creationId xmlns:a16="http://schemas.microsoft.com/office/drawing/2014/main" id="{E779BBA0-1FD9-760B-D625-0DB64D10B5F8}"/>
                  </a:ext>
                </a:extLst>
              </p:cNvPr>
              <p:cNvSpPr/>
              <p:nvPr/>
            </p:nvSpPr>
            <p:spPr>
              <a:xfrm>
                <a:off x="3323233" y="426148"/>
                <a:ext cx="28280" cy="23957"/>
              </a:xfrm>
              <a:custGeom>
                <a:avLst/>
                <a:gdLst/>
                <a:ahLst/>
                <a:cxnLst/>
                <a:rect l="l" t="t" r="r" b="b"/>
                <a:pathLst>
                  <a:path w="883" h="748" extrusionOk="0">
                    <a:moveTo>
                      <a:pt x="399" y="1"/>
                    </a:moveTo>
                    <a:cubicBezTo>
                      <a:pt x="385" y="1"/>
                      <a:pt x="371" y="1"/>
                      <a:pt x="357" y="3"/>
                    </a:cubicBezTo>
                    <a:cubicBezTo>
                      <a:pt x="155" y="15"/>
                      <a:pt x="0" y="193"/>
                      <a:pt x="24" y="407"/>
                    </a:cubicBezTo>
                    <a:cubicBezTo>
                      <a:pt x="39" y="618"/>
                      <a:pt x="212" y="748"/>
                      <a:pt x="391" y="748"/>
                    </a:cubicBezTo>
                    <a:cubicBezTo>
                      <a:pt x="494" y="748"/>
                      <a:pt x="599" y="705"/>
                      <a:pt x="678" y="609"/>
                    </a:cubicBezTo>
                    <a:cubicBezTo>
                      <a:pt x="882" y="370"/>
                      <a:pt x="706" y="1"/>
                      <a:pt x="3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50">
                <a:extLst>
                  <a:ext uri="{FF2B5EF4-FFF2-40B4-BE49-F238E27FC236}">
                    <a16:creationId xmlns:a16="http://schemas.microsoft.com/office/drawing/2014/main" id="{7C67BF86-7C16-00D0-E077-C718FF35C0BB}"/>
                  </a:ext>
                </a:extLst>
              </p:cNvPr>
              <p:cNvSpPr/>
              <p:nvPr/>
            </p:nvSpPr>
            <p:spPr>
              <a:xfrm>
                <a:off x="3196116" y="452475"/>
                <a:ext cx="42661" cy="40387"/>
              </a:xfrm>
              <a:custGeom>
                <a:avLst/>
                <a:gdLst/>
                <a:ahLst/>
                <a:cxnLst/>
                <a:rect l="l" t="t" r="r" b="b"/>
                <a:pathLst>
                  <a:path w="1332" h="1261" extrusionOk="0">
                    <a:moveTo>
                      <a:pt x="452" y="1"/>
                    </a:moveTo>
                    <a:lnTo>
                      <a:pt x="0" y="298"/>
                    </a:lnTo>
                    <a:lnTo>
                      <a:pt x="1010" y="1260"/>
                    </a:lnTo>
                    <a:lnTo>
                      <a:pt x="1331" y="1225"/>
                    </a:lnTo>
                    <a:lnTo>
                      <a:pt x="4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50">
                <a:extLst>
                  <a:ext uri="{FF2B5EF4-FFF2-40B4-BE49-F238E27FC236}">
                    <a16:creationId xmlns:a16="http://schemas.microsoft.com/office/drawing/2014/main" id="{E3C87A5A-0BF7-9B28-8913-84196B804E5A}"/>
                  </a:ext>
                </a:extLst>
              </p:cNvPr>
              <p:cNvSpPr/>
              <p:nvPr/>
            </p:nvSpPr>
            <p:spPr>
              <a:xfrm>
                <a:off x="3170622" y="316614"/>
                <a:ext cx="122569" cy="110399"/>
              </a:xfrm>
              <a:custGeom>
                <a:avLst/>
                <a:gdLst/>
                <a:ahLst/>
                <a:cxnLst/>
                <a:rect l="l" t="t" r="r" b="b"/>
                <a:pathLst>
                  <a:path w="3827" h="3447" extrusionOk="0">
                    <a:moveTo>
                      <a:pt x="24" y="1"/>
                    </a:moveTo>
                    <a:lnTo>
                      <a:pt x="0" y="238"/>
                    </a:lnTo>
                    <a:lnTo>
                      <a:pt x="1878" y="2555"/>
                    </a:lnTo>
                    <a:lnTo>
                      <a:pt x="2555" y="3447"/>
                    </a:lnTo>
                    <a:lnTo>
                      <a:pt x="3826" y="2294"/>
                    </a:lnTo>
                    <a:lnTo>
                      <a:pt x="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50">
                <a:extLst>
                  <a:ext uri="{FF2B5EF4-FFF2-40B4-BE49-F238E27FC236}">
                    <a16:creationId xmlns:a16="http://schemas.microsoft.com/office/drawing/2014/main" id="{7D11F6FC-3EFE-B68C-7F04-C6AB991DD28E}"/>
                  </a:ext>
                </a:extLst>
              </p:cNvPr>
              <p:cNvSpPr/>
              <p:nvPr/>
            </p:nvSpPr>
            <p:spPr>
              <a:xfrm>
                <a:off x="3233364" y="351972"/>
                <a:ext cx="30138" cy="26134"/>
              </a:xfrm>
              <a:custGeom>
                <a:avLst/>
                <a:gdLst/>
                <a:ahLst/>
                <a:cxnLst/>
                <a:rect l="l" t="t" r="r" b="b"/>
                <a:pathLst>
                  <a:path w="941" h="816" extrusionOk="0">
                    <a:moveTo>
                      <a:pt x="472" y="1"/>
                    </a:moveTo>
                    <a:cubicBezTo>
                      <a:pt x="303" y="1"/>
                      <a:pt x="137" y="103"/>
                      <a:pt x="85" y="299"/>
                    </a:cubicBezTo>
                    <a:cubicBezTo>
                      <a:pt x="0" y="572"/>
                      <a:pt x="222" y="816"/>
                      <a:pt x="471" y="816"/>
                    </a:cubicBezTo>
                    <a:cubicBezTo>
                      <a:pt x="536" y="816"/>
                      <a:pt x="603" y="799"/>
                      <a:pt x="667" y="762"/>
                    </a:cubicBezTo>
                    <a:cubicBezTo>
                      <a:pt x="869" y="655"/>
                      <a:pt x="941" y="406"/>
                      <a:pt x="834" y="216"/>
                    </a:cubicBezTo>
                    <a:cubicBezTo>
                      <a:pt x="753" y="71"/>
                      <a:pt x="612" y="1"/>
                      <a:pt x="4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50">
                <a:extLst>
                  <a:ext uri="{FF2B5EF4-FFF2-40B4-BE49-F238E27FC236}">
                    <a16:creationId xmlns:a16="http://schemas.microsoft.com/office/drawing/2014/main" id="{37BF69B6-C462-8F00-6981-0C55E5BE077F}"/>
                  </a:ext>
                </a:extLst>
              </p:cNvPr>
              <p:cNvSpPr/>
              <p:nvPr/>
            </p:nvSpPr>
            <p:spPr>
              <a:xfrm>
                <a:off x="3154993" y="413657"/>
                <a:ext cx="41155" cy="46856"/>
              </a:xfrm>
              <a:custGeom>
                <a:avLst/>
                <a:gdLst/>
                <a:ahLst/>
                <a:cxnLst/>
                <a:rect l="l" t="t" r="r" b="b"/>
                <a:pathLst>
                  <a:path w="1285" h="1463" extrusionOk="0">
                    <a:moveTo>
                      <a:pt x="25" y="1"/>
                    </a:moveTo>
                    <a:lnTo>
                      <a:pt x="1" y="322"/>
                    </a:lnTo>
                    <a:lnTo>
                      <a:pt x="1165" y="1462"/>
                    </a:lnTo>
                    <a:lnTo>
                      <a:pt x="1284" y="833"/>
                    </a:lnTo>
                    <a:lnTo>
                      <a:pt x="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50">
                <a:extLst>
                  <a:ext uri="{FF2B5EF4-FFF2-40B4-BE49-F238E27FC236}">
                    <a16:creationId xmlns:a16="http://schemas.microsoft.com/office/drawing/2014/main" id="{D85A4482-6CC8-8BE9-B953-55CE10DD3493}"/>
                  </a:ext>
                </a:extLst>
              </p:cNvPr>
              <p:cNvSpPr/>
              <p:nvPr/>
            </p:nvSpPr>
            <p:spPr>
              <a:xfrm>
                <a:off x="3196501" y="402640"/>
                <a:ext cx="23989" cy="36928"/>
              </a:xfrm>
              <a:custGeom>
                <a:avLst/>
                <a:gdLst/>
                <a:ahLst/>
                <a:cxnLst/>
                <a:rect l="l" t="t" r="r" b="b"/>
                <a:pathLst>
                  <a:path w="749" h="1153" extrusionOk="0">
                    <a:moveTo>
                      <a:pt x="666" y="0"/>
                    </a:moveTo>
                    <a:lnTo>
                      <a:pt x="416" y="107"/>
                    </a:lnTo>
                    <a:lnTo>
                      <a:pt x="0" y="1153"/>
                    </a:lnTo>
                    <a:lnTo>
                      <a:pt x="749" y="594"/>
                    </a:lnTo>
                    <a:lnTo>
                      <a:pt x="6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50">
                <a:extLst>
                  <a:ext uri="{FF2B5EF4-FFF2-40B4-BE49-F238E27FC236}">
                    <a16:creationId xmlns:a16="http://schemas.microsoft.com/office/drawing/2014/main" id="{822CEB88-2449-3772-5853-B96F6D1A8234}"/>
                  </a:ext>
                </a:extLst>
              </p:cNvPr>
              <p:cNvSpPr/>
              <p:nvPr/>
            </p:nvSpPr>
            <p:spPr>
              <a:xfrm>
                <a:off x="3316380" y="427749"/>
                <a:ext cx="13355" cy="14476"/>
              </a:xfrm>
              <a:custGeom>
                <a:avLst/>
                <a:gdLst/>
                <a:ahLst/>
                <a:cxnLst/>
                <a:rect l="l" t="t" r="r" b="b"/>
                <a:pathLst>
                  <a:path w="417" h="452" extrusionOk="0">
                    <a:moveTo>
                      <a:pt x="416" y="0"/>
                    </a:moveTo>
                    <a:lnTo>
                      <a:pt x="0" y="286"/>
                    </a:lnTo>
                    <a:lnTo>
                      <a:pt x="404" y="452"/>
                    </a:lnTo>
                    <a:lnTo>
                      <a:pt x="4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50">
                <a:extLst>
                  <a:ext uri="{FF2B5EF4-FFF2-40B4-BE49-F238E27FC236}">
                    <a16:creationId xmlns:a16="http://schemas.microsoft.com/office/drawing/2014/main" id="{99DBB45C-52D1-3EED-0721-C3B611D14528}"/>
                  </a:ext>
                </a:extLst>
              </p:cNvPr>
              <p:cNvSpPr/>
              <p:nvPr/>
            </p:nvSpPr>
            <p:spPr>
              <a:xfrm>
                <a:off x="3230354" y="352389"/>
                <a:ext cx="14893" cy="13740"/>
              </a:xfrm>
              <a:custGeom>
                <a:avLst/>
                <a:gdLst/>
                <a:ahLst/>
                <a:cxnLst/>
                <a:rect l="l" t="t" r="r" b="b"/>
                <a:pathLst>
                  <a:path w="465" h="429" extrusionOk="0">
                    <a:moveTo>
                      <a:pt x="464" y="1"/>
                    </a:moveTo>
                    <a:lnTo>
                      <a:pt x="1" y="167"/>
                    </a:lnTo>
                    <a:lnTo>
                      <a:pt x="345" y="428"/>
                    </a:lnTo>
                    <a:lnTo>
                      <a:pt x="4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4" name="Picture 3">
            <a:extLst>
              <a:ext uri="{FF2B5EF4-FFF2-40B4-BE49-F238E27FC236}">
                <a16:creationId xmlns:a16="http://schemas.microsoft.com/office/drawing/2014/main" id="{DC9DC8F6-6DEC-46DE-DBB7-D860AD97A4C8}"/>
              </a:ext>
            </a:extLst>
          </p:cNvPr>
          <p:cNvPicPr>
            <a:picLocks noChangeAspect="1"/>
          </p:cNvPicPr>
          <p:nvPr/>
        </p:nvPicPr>
        <p:blipFill>
          <a:blip r:embed="rId3"/>
          <a:stretch>
            <a:fillRect/>
          </a:stretch>
        </p:blipFill>
        <p:spPr>
          <a:xfrm>
            <a:off x="4259715" y="1175533"/>
            <a:ext cx="4609953" cy="2670948"/>
          </a:xfrm>
          <a:prstGeom prst="rect">
            <a:avLst/>
          </a:prstGeom>
          <a:ln>
            <a:noFill/>
          </a:ln>
          <a:effectLst>
            <a:outerShdw blurRad="292100" dist="139700" dir="2700000" algn="tl" rotWithShape="0">
              <a:srgbClr val="333333">
                <a:alpha val="65000"/>
              </a:srgbClr>
            </a:outerShdw>
          </a:effectLst>
        </p:spPr>
      </p:pic>
      <p:sp>
        <p:nvSpPr>
          <p:cNvPr id="6" name="TextBox 5">
            <a:extLst>
              <a:ext uri="{FF2B5EF4-FFF2-40B4-BE49-F238E27FC236}">
                <a16:creationId xmlns:a16="http://schemas.microsoft.com/office/drawing/2014/main" id="{942995EC-4657-3DCA-0EE7-0BDDF8C4D690}"/>
              </a:ext>
            </a:extLst>
          </p:cNvPr>
          <p:cNvSpPr txBox="1"/>
          <p:nvPr/>
        </p:nvSpPr>
        <p:spPr>
          <a:xfrm>
            <a:off x="403303" y="1448365"/>
            <a:ext cx="3477321" cy="2246769"/>
          </a:xfrm>
          <a:prstGeom prst="rect">
            <a:avLst/>
          </a:prstGeom>
          <a:noFill/>
        </p:spPr>
        <p:txBody>
          <a:bodyPr wrap="square">
            <a:spAutoFit/>
          </a:bodyPr>
          <a:lstStyle/>
          <a:p>
            <a:pPr>
              <a:buNone/>
            </a:pPr>
            <a:r>
              <a:rPr lang="en-US" b="1" dirty="0"/>
              <a:t>VectorAssembler</a:t>
            </a:r>
          </a:p>
          <a:p>
            <a:pPr>
              <a:buNone/>
            </a:pPr>
            <a:r>
              <a:rPr lang="en-US" dirty="0"/>
              <a:t>“All selected features were combined into a single feature vector used as input for machine learning models.”</a:t>
            </a:r>
          </a:p>
          <a:p>
            <a:pPr>
              <a:buNone/>
            </a:pPr>
            <a:br>
              <a:rPr lang="en-US" dirty="0"/>
            </a:br>
            <a:endParaRPr lang="en-US" dirty="0"/>
          </a:p>
          <a:p>
            <a:pPr>
              <a:buNone/>
            </a:pPr>
            <a:r>
              <a:rPr lang="en-US" b="1" dirty="0"/>
              <a:t>StandardScaler</a:t>
            </a:r>
          </a:p>
          <a:p>
            <a:pPr>
              <a:buNone/>
            </a:pPr>
            <a:r>
              <a:rPr lang="en-US" dirty="0"/>
              <a:t>“Numerical features were scaled so that variables with larger values would not dominate the learning process.”</a:t>
            </a:r>
          </a:p>
        </p:txBody>
      </p:sp>
    </p:spTree>
    <p:extLst>
      <p:ext uri="{BB962C8B-B14F-4D97-AF65-F5344CB8AC3E}">
        <p14:creationId xmlns:p14="http://schemas.microsoft.com/office/powerpoint/2010/main" val="14186211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35"/>
        <p:cNvGrpSpPr/>
        <p:nvPr/>
      </p:nvGrpSpPr>
      <p:grpSpPr>
        <a:xfrm>
          <a:off x="0" y="0"/>
          <a:ext cx="0" cy="0"/>
          <a:chOff x="0" y="0"/>
          <a:chExt cx="0" cy="0"/>
        </a:xfrm>
      </p:grpSpPr>
      <p:sp>
        <p:nvSpPr>
          <p:cNvPr id="1036" name="Google Shape;1036;p52"/>
          <p:cNvSpPr txBox="1">
            <a:spLocks noGrp="1"/>
          </p:cNvSpPr>
          <p:nvPr>
            <p:ph type="title"/>
          </p:nvPr>
        </p:nvSpPr>
        <p:spPr>
          <a:xfrm>
            <a:off x="717613" y="433350"/>
            <a:ext cx="7708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rPr>
              <a:t>visualization</a:t>
            </a:r>
            <a:endParaRPr dirty="0">
              <a:solidFill>
                <a:schemeClr val="dk2"/>
              </a:solidFill>
            </a:endParaRPr>
          </a:p>
        </p:txBody>
      </p:sp>
      <p:grpSp>
        <p:nvGrpSpPr>
          <p:cNvPr id="1055" name="Google Shape;1055;p52"/>
          <p:cNvGrpSpPr/>
          <p:nvPr/>
        </p:nvGrpSpPr>
        <p:grpSpPr>
          <a:xfrm flipH="1">
            <a:off x="5918068" y="4559726"/>
            <a:ext cx="1507118" cy="838832"/>
            <a:chOff x="7636893" y="2346251"/>
            <a:chExt cx="1507118" cy="838832"/>
          </a:xfrm>
        </p:grpSpPr>
        <p:grpSp>
          <p:nvGrpSpPr>
            <p:cNvPr id="1056" name="Google Shape;1056;p52"/>
            <p:cNvGrpSpPr/>
            <p:nvPr/>
          </p:nvGrpSpPr>
          <p:grpSpPr>
            <a:xfrm flipH="1">
              <a:off x="7728620" y="2393076"/>
              <a:ext cx="1415391" cy="792008"/>
              <a:chOff x="1905568" y="363438"/>
              <a:chExt cx="1415391" cy="792008"/>
            </a:xfrm>
          </p:grpSpPr>
          <p:sp>
            <p:nvSpPr>
              <p:cNvPr id="1057" name="Google Shape;1057;p52"/>
              <p:cNvSpPr/>
              <p:nvPr/>
            </p:nvSpPr>
            <p:spPr>
              <a:xfrm>
                <a:off x="1905568" y="363438"/>
                <a:ext cx="1342337" cy="713989"/>
              </a:xfrm>
              <a:custGeom>
                <a:avLst/>
                <a:gdLst/>
                <a:ahLst/>
                <a:cxnLst/>
                <a:rect l="l" t="t" r="r" b="b"/>
                <a:pathLst>
                  <a:path w="41912" h="22293" extrusionOk="0">
                    <a:moveTo>
                      <a:pt x="452" y="22293"/>
                    </a:moveTo>
                    <a:lnTo>
                      <a:pt x="0" y="21437"/>
                    </a:lnTo>
                    <a:lnTo>
                      <a:pt x="41270" y="0"/>
                    </a:lnTo>
                    <a:lnTo>
                      <a:pt x="41911" y="761"/>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52"/>
              <p:cNvSpPr/>
              <p:nvPr/>
            </p:nvSpPr>
            <p:spPr>
              <a:xfrm>
                <a:off x="1975580" y="439535"/>
                <a:ext cx="1345379" cy="715911"/>
              </a:xfrm>
              <a:custGeom>
                <a:avLst/>
                <a:gdLst/>
                <a:ahLst/>
                <a:cxnLst/>
                <a:rect l="l" t="t" r="r" b="b"/>
                <a:pathLst>
                  <a:path w="42007" h="22353" extrusionOk="0">
                    <a:moveTo>
                      <a:pt x="452" y="22353"/>
                    </a:moveTo>
                    <a:lnTo>
                      <a:pt x="1" y="21497"/>
                    </a:lnTo>
                    <a:lnTo>
                      <a:pt x="41401" y="1"/>
                    </a:lnTo>
                    <a:lnTo>
                      <a:pt x="42007" y="773"/>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9" name="Google Shape;1059;p52"/>
            <p:cNvGrpSpPr/>
            <p:nvPr/>
          </p:nvGrpSpPr>
          <p:grpSpPr>
            <a:xfrm flipH="1">
              <a:off x="7636893" y="2346251"/>
              <a:ext cx="257693" cy="199083"/>
              <a:chOff x="3154993" y="316614"/>
              <a:chExt cx="257693" cy="199083"/>
            </a:xfrm>
          </p:grpSpPr>
          <p:sp>
            <p:nvSpPr>
              <p:cNvPr id="1060" name="Google Shape;1060;p52"/>
              <p:cNvSpPr/>
              <p:nvPr/>
            </p:nvSpPr>
            <p:spPr>
              <a:xfrm>
                <a:off x="3185067" y="330578"/>
                <a:ext cx="227619" cy="137910"/>
              </a:xfrm>
              <a:custGeom>
                <a:avLst/>
                <a:gdLst/>
                <a:ahLst/>
                <a:cxnLst/>
                <a:rect l="l" t="t" r="r" b="b"/>
                <a:pathLst>
                  <a:path w="7107" h="4306" extrusionOk="0">
                    <a:moveTo>
                      <a:pt x="6067" y="1"/>
                    </a:moveTo>
                    <a:cubicBezTo>
                      <a:pt x="6037" y="1"/>
                      <a:pt x="6008" y="2"/>
                      <a:pt x="5978" y="4"/>
                    </a:cubicBezTo>
                    <a:cubicBezTo>
                      <a:pt x="5835" y="4"/>
                      <a:pt x="5693" y="52"/>
                      <a:pt x="5574" y="135"/>
                    </a:cubicBezTo>
                    <a:cubicBezTo>
                      <a:pt x="4956" y="515"/>
                      <a:pt x="2734" y="1906"/>
                      <a:pt x="1973" y="2274"/>
                    </a:cubicBezTo>
                    <a:cubicBezTo>
                      <a:pt x="1355" y="2571"/>
                      <a:pt x="773" y="2927"/>
                      <a:pt x="226" y="3331"/>
                    </a:cubicBezTo>
                    <a:lnTo>
                      <a:pt x="1" y="4306"/>
                    </a:lnTo>
                    <a:cubicBezTo>
                      <a:pt x="690" y="4258"/>
                      <a:pt x="1843" y="3676"/>
                      <a:pt x="1843" y="3676"/>
                    </a:cubicBezTo>
                    <a:cubicBezTo>
                      <a:pt x="1843" y="3676"/>
                      <a:pt x="5764" y="1490"/>
                      <a:pt x="6429" y="1038"/>
                    </a:cubicBezTo>
                    <a:cubicBezTo>
                      <a:pt x="7107" y="598"/>
                      <a:pt x="6786" y="278"/>
                      <a:pt x="6786" y="278"/>
                    </a:cubicBezTo>
                    <a:cubicBezTo>
                      <a:pt x="6583" y="96"/>
                      <a:pt x="6332" y="1"/>
                      <a:pt x="60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52"/>
              <p:cNvSpPr/>
              <p:nvPr/>
            </p:nvSpPr>
            <p:spPr>
              <a:xfrm>
                <a:off x="3258890" y="401102"/>
                <a:ext cx="124875" cy="114594"/>
              </a:xfrm>
              <a:custGeom>
                <a:avLst/>
                <a:gdLst/>
                <a:ahLst/>
                <a:cxnLst/>
                <a:rect l="l" t="t" r="r" b="b"/>
                <a:pathLst>
                  <a:path w="3899" h="3578" extrusionOk="0">
                    <a:moveTo>
                      <a:pt x="1617" y="1"/>
                    </a:moveTo>
                    <a:lnTo>
                      <a:pt x="1" y="797"/>
                    </a:lnTo>
                    <a:lnTo>
                      <a:pt x="1522" y="1783"/>
                    </a:lnTo>
                    <a:lnTo>
                      <a:pt x="3661" y="3577"/>
                    </a:lnTo>
                    <a:lnTo>
                      <a:pt x="3899" y="3554"/>
                    </a:lnTo>
                    <a:lnTo>
                      <a:pt x="16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52"/>
              <p:cNvSpPr/>
              <p:nvPr/>
            </p:nvSpPr>
            <p:spPr>
              <a:xfrm>
                <a:off x="3323233" y="426148"/>
                <a:ext cx="28280" cy="23957"/>
              </a:xfrm>
              <a:custGeom>
                <a:avLst/>
                <a:gdLst/>
                <a:ahLst/>
                <a:cxnLst/>
                <a:rect l="l" t="t" r="r" b="b"/>
                <a:pathLst>
                  <a:path w="883" h="748" extrusionOk="0">
                    <a:moveTo>
                      <a:pt x="399" y="1"/>
                    </a:moveTo>
                    <a:cubicBezTo>
                      <a:pt x="385" y="1"/>
                      <a:pt x="371" y="1"/>
                      <a:pt x="357" y="3"/>
                    </a:cubicBezTo>
                    <a:cubicBezTo>
                      <a:pt x="155" y="15"/>
                      <a:pt x="0" y="193"/>
                      <a:pt x="24" y="407"/>
                    </a:cubicBezTo>
                    <a:cubicBezTo>
                      <a:pt x="39" y="618"/>
                      <a:pt x="212" y="748"/>
                      <a:pt x="391" y="748"/>
                    </a:cubicBezTo>
                    <a:cubicBezTo>
                      <a:pt x="494" y="748"/>
                      <a:pt x="599" y="705"/>
                      <a:pt x="678" y="609"/>
                    </a:cubicBezTo>
                    <a:cubicBezTo>
                      <a:pt x="882" y="370"/>
                      <a:pt x="706" y="1"/>
                      <a:pt x="3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52"/>
              <p:cNvSpPr/>
              <p:nvPr/>
            </p:nvSpPr>
            <p:spPr>
              <a:xfrm>
                <a:off x="3196116" y="452475"/>
                <a:ext cx="42661" cy="40387"/>
              </a:xfrm>
              <a:custGeom>
                <a:avLst/>
                <a:gdLst/>
                <a:ahLst/>
                <a:cxnLst/>
                <a:rect l="l" t="t" r="r" b="b"/>
                <a:pathLst>
                  <a:path w="1332" h="1261" extrusionOk="0">
                    <a:moveTo>
                      <a:pt x="452" y="1"/>
                    </a:moveTo>
                    <a:lnTo>
                      <a:pt x="0" y="298"/>
                    </a:lnTo>
                    <a:lnTo>
                      <a:pt x="1010" y="1260"/>
                    </a:lnTo>
                    <a:lnTo>
                      <a:pt x="1331" y="1225"/>
                    </a:lnTo>
                    <a:lnTo>
                      <a:pt x="4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52"/>
              <p:cNvSpPr/>
              <p:nvPr/>
            </p:nvSpPr>
            <p:spPr>
              <a:xfrm>
                <a:off x="3170622" y="316614"/>
                <a:ext cx="122569" cy="110399"/>
              </a:xfrm>
              <a:custGeom>
                <a:avLst/>
                <a:gdLst/>
                <a:ahLst/>
                <a:cxnLst/>
                <a:rect l="l" t="t" r="r" b="b"/>
                <a:pathLst>
                  <a:path w="3827" h="3447" extrusionOk="0">
                    <a:moveTo>
                      <a:pt x="24" y="1"/>
                    </a:moveTo>
                    <a:lnTo>
                      <a:pt x="0" y="238"/>
                    </a:lnTo>
                    <a:lnTo>
                      <a:pt x="1878" y="2555"/>
                    </a:lnTo>
                    <a:lnTo>
                      <a:pt x="2555" y="3447"/>
                    </a:lnTo>
                    <a:lnTo>
                      <a:pt x="3826" y="2294"/>
                    </a:lnTo>
                    <a:lnTo>
                      <a:pt x="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52"/>
              <p:cNvSpPr/>
              <p:nvPr/>
            </p:nvSpPr>
            <p:spPr>
              <a:xfrm>
                <a:off x="3233364" y="351972"/>
                <a:ext cx="30138" cy="26134"/>
              </a:xfrm>
              <a:custGeom>
                <a:avLst/>
                <a:gdLst/>
                <a:ahLst/>
                <a:cxnLst/>
                <a:rect l="l" t="t" r="r" b="b"/>
                <a:pathLst>
                  <a:path w="941" h="816" extrusionOk="0">
                    <a:moveTo>
                      <a:pt x="472" y="1"/>
                    </a:moveTo>
                    <a:cubicBezTo>
                      <a:pt x="303" y="1"/>
                      <a:pt x="137" y="103"/>
                      <a:pt x="85" y="299"/>
                    </a:cubicBezTo>
                    <a:cubicBezTo>
                      <a:pt x="0" y="572"/>
                      <a:pt x="222" y="816"/>
                      <a:pt x="471" y="816"/>
                    </a:cubicBezTo>
                    <a:cubicBezTo>
                      <a:pt x="536" y="816"/>
                      <a:pt x="603" y="799"/>
                      <a:pt x="667" y="762"/>
                    </a:cubicBezTo>
                    <a:cubicBezTo>
                      <a:pt x="869" y="655"/>
                      <a:pt x="941" y="406"/>
                      <a:pt x="834" y="216"/>
                    </a:cubicBezTo>
                    <a:cubicBezTo>
                      <a:pt x="753" y="71"/>
                      <a:pt x="612" y="1"/>
                      <a:pt x="4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52"/>
              <p:cNvSpPr/>
              <p:nvPr/>
            </p:nvSpPr>
            <p:spPr>
              <a:xfrm>
                <a:off x="3154993" y="413657"/>
                <a:ext cx="41155" cy="46856"/>
              </a:xfrm>
              <a:custGeom>
                <a:avLst/>
                <a:gdLst/>
                <a:ahLst/>
                <a:cxnLst/>
                <a:rect l="l" t="t" r="r" b="b"/>
                <a:pathLst>
                  <a:path w="1285" h="1463" extrusionOk="0">
                    <a:moveTo>
                      <a:pt x="25" y="1"/>
                    </a:moveTo>
                    <a:lnTo>
                      <a:pt x="1" y="322"/>
                    </a:lnTo>
                    <a:lnTo>
                      <a:pt x="1165" y="1462"/>
                    </a:lnTo>
                    <a:lnTo>
                      <a:pt x="1284" y="833"/>
                    </a:lnTo>
                    <a:lnTo>
                      <a:pt x="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52"/>
              <p:cNvSpPr/>
              <p:nvPr/>
            </p:nvSpPr>
            <p:spPr>
              <a:xfrm>
                <a:off x="3196501" y="402640"/>
                <a:ext cx="23989" cy="36928"/>
              </a:xfrm>
              <a:custGeom>
                <a:avLst/>
                <a:gdLst/>
                <a:ahLst/>
                <a:cxnLst/>
                <a:rect l="l" t="t" r="r" b="b"/>
                <a:pathLst>
                  <a:path w="749" h="1153" extrusionOk="0">
                    <a:moveTo>
                      <a:pt x="666" y="0"/>
                    </a:moveTo>
                    <a:lnTo>
                      <a:pt x="416" y="107"/>
                    </a:lnTo>
                    <a:lnTo>
                      <a:pt x="0" y="1153"/>
                    </a:lnTo>
                    <a:lnTo>
                      <a:pt x="749" y="594"/>
                    </a:lnTo>
                    <a:lnTo>
                      <a:pt x="6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52"/>
              <p:cNvSpPr/>
              <p:nvPr/>
            </p:nvSpPr>
            <p:spPr>
              <a:xfrm>
                <a:off x="3316380" y="427749"/>
                <a:ext cx="13355" cy="14476"/>
              </a:xfrm>
              <a:custGeom>
                <a:avLst/>
                <a:gdLst/>
                <a:ahLst/>
                <a:cxnLst/>
                <a:rect l="l" t="t" r="r" b="b"/>
                <a:pathLst>
                  <a:path w="417" h="452" extrusionOk="0">
                    <a:moveTo>
                      <a:pt x="416" y="0"/>
                    </a:moveTo>
                    <a:lnTo>
                      <a:pt x="0" y="286"/>
                    </a:lnTo>
                    <a:lnTo>
                      <a:pt x="404" y="452"/>
                    </a:lnTo>
                    <a:lnTo>
                      <a:pt x="4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52"/>
              <p:cNvSpPr/>
              <p:nvPr/>
            </p:nvSpPr>
            <p:spPr>
              <a:xfrm>
                <a:off x="3230354" y="352389"/>
                <a:ext cx="14893" cy="13740"/>
              </a:xfrm>
              <a:custGeom>
                <a:avLst/>
                <a:gdLst/>
                <a:ahLst/>
                <a:cxnLst/>
                <a:rect l="l" t="t" r="r" b="b"/>
                <a:pathLst>
                  <a:path w="465" h="429" extrusionOk="0">
                    <a:moveTo>
                      <a:pt x="464" y="1"/>
                    </a:moveTo>
                    <a:lnTo>
                      <a:pt x="1" y="167"/>
                    </a:lnTo>
                    <a:lnTo>
                      <a:pt x="345" y="428"/>
                    </a:lnTo>
                    <a:lnTo>
                      <a:pt x="4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3" name="Picture 2">
            <a:extLst>
              <a:ext uri="{FF2B5EF4-FFF2-40B4-BE49-F238E27FC236}">
                <a16:creationId xmlns:a16="http://schemas.microsoft.com/office/drawing/2014/main" id="{050C1C4D-F41C-E8C3-8DD8-F1EEE54C734A}"/>
              </a:ext>
            </a:extLst>
          </p:cNvPr>
          <p:cNvPicPr>
            <a:picLocks noChangeAspect="1"/>
          </p:cNvPicPr>
          <p:nvPr/>
        </p:nvPicPr>
        <p:blipFill>
          <a:blip r:embed="rId3"/>
          <a:stretch>
            <a:fillRect/>
          </a:stretch>
        </p:blipFill>
        <p:spPr>
          <a:xfrm>
            <a:off x="106480" y="1324393"/>
            <a:ext cx="6017404" cy="3204139"/>
          </a:xfrm>
          <a:prstGeom prst="rect">
            <a:avLst/>
          </a:prstGeom>
          <a:ln>
            <a:noFill/>
          </a:ln>
          <a:effectLst>
            <a:outerShdw blurRad="292100" dist="139700" dir="2700000" algn="tl" rotWithShape="0">
              <a:srgbClr val="333333">
                <a:alpha val="65000"/>
              </a:srgbClr>
            </a:outerShdw>
          </a:effectLst>
        </p:spPr>
      </p:pic>
      <p:sp>
        <p:nvSpPr>
          <p:cNvPr id="4" name="Rectangle 1">
            <a:extLst>
              <a:ext uri="{FF2B5EF4-FFF2-40B4-BE49-F238E27FC236}">
                <a16:creationId xmlns:a16="http://schemas.microsoft.com/office/drawing/2014/main" id="{1A56F097-94BD-C0B1-3338-8A93C28A442D}"/>
              </a:ext>
            </a:extLst>
          </p:cNvPr>
          <p:cNvSpPr>
            <a:spLocks noChangeArrowheads="1"/>
          </p:cNvSpPr>
          <p:nvPr/>
        </p:nvSpPr>
        <p:spPr bwMode="auto">
          <a:xfrm>
            <a:off x="6290417" y="1907227"/>
            <a:ext cx="2582758"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eaLnBrk="0" fontAlgn="base" hangingPunct="0">
              <a:spcBef>
                <a:spcPct val="0"/>
              </a:spcBef>
              <a:spcAft>
                <a:spcPct val="0"/>
              </a:spcAft>
              <a:buClrTx/>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Detect high-delay periods</a:t>
            </a:r>
          </a:p>
          <a:p>
            <a:pPr eaLnBrk="0" fontAlgn="base" hangingPunct="0">
              <a:spcBef>
                <a:spcPct val="0"/>
              </a:spcBef>
              <a:spcAft>
                <a:spcPct val="0"/>
              </a:spcAft>
              <a:buClrTx/>
              <a:buFontTx/>
              <a:buChar char="•"/>
            </a:pPr>
            <a:r>
              <a:rPr lang="en-US" altLang="en-US" sz="1600" dirty="0">
                <a:solidFill>
                  <a:schemeClr val="tx1"/>
                </a:solidFill>
                <a:latin typeface="Arial" panose="020B0604020202020204" pitchFamily="34" charset="0"/>
              </a:rPr>
              <a:t>Analyze seasonal effects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35">
          <a:extLst>
            <a:ext uri="{FF2B5EF4-FFF2-40B4-BE49-F238E27FC236}">
              <a16:creationId xmlns:a16="http://schemas.microsoft.com/office/drawing/2014/main" id="{E1737628-D3E5-8F2F-9B28-8514B0863FDB}"/>
            </a:ext>
          </a:extLst>
        </p:cNvPr>
        <p:cNvGrpSpPr/>
        <p:nvPr/>
      </p:nvGrpSpPr>
      <p:grpSpPr>
        <a:xfrm>
          <a:off x="0" y="0"/>
          <a:ext cx="0" cy="0"/>
          <a:chOff x="0" y="0"/>
          <a:chExt cx="0" cy="0"/>
        </a:xfrm>
      </p:grpSpPr>
      <p:sp>
        <p:nvSpPr>
          <p:cNvPr id="1036" name="Google Shape;1036;p52">
            <a:extLst>
              <a:ext uri="{FF2B5EF4-FFF2-40B4-BE49-F238E27FC236}">
                <a16:creationId xmlns:a16="http://schemas.microsoft.com/office/drawing/2014/main" id="{81923029-1800-A8E9-C74D-169B4824A8FC}"/>
              </a:ext>
            </a:extLst>
          </p:cNvPr>
          <p:cNvSpPr txBox="1">
            <a:spLocks noGrp="1"/>
          </p:cNvSpPr>
          <p:nvPr>
            <p:ph type="title"/>
          </p:nvPr>
        </p:nvSpPr>
        <p:spPr>
          <a:xfrm>
            <a:off x="717613" y="433350"/>
            <a:ext cx="7708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rPr>
              <a:t>visualization</a:t>
            </a:r>
            <a:endParaRPr dirty="0">
              <a:solidFill>
                <a:schemeClr val="dk2"/>
              </a:solidFill>
            </a:endParaRPr>
          </a:p>
        </p:txBody>
      </p:sp>
      <p:grpSp>
        <p:nvGrpSpPr>
          <p:cNvPr id="1055" name="Google Shape;1055;p52">
            <a:extLst>
              <a:ext uri="{FF2B5EF4-FFF2-40B4-BE49-F238E27FC236}">
                <a16:creationId xmlns:a16="http://schemas.microsoft.com/office/drawing/2014/main" id="{6E2881E8-568F-EE36-759B-25EBDA5AA77B}"/>
              </a:ext>
            </a:extLst>
          </p:cNvPr>
          <p:cNvGrpSpPr/>
          <p:nvPr/>
        </p:nvGrpSpPr>
        <p:grpSpPr>
          <a:xfrm flipH="1">
            <a:off x="5918068" y="4559726"/>
            <a:ext cx="1507118" cy="838832"/>
            <a:chOff x="7636893" y="2346251"/>
            <a:chExt cx="1507118" cy="838832"/>
          </a:xfrm>
        </p:grpSpPr>
        <p:grpSp>
          <p:nvGrpSpPr>
            <p:cNvPr id="1056" name="Google Shape;1056;p52">
              <a:extLst>
                <a:ext uri="{FF2B5EF4-FFF2-40B4-BE49-F238E27FC236}">
                  <a16:creationId xmlns:a16="http://schemas.microsoft.com/office/drawing/2014/main" id="{C1D84AFE-3094-142D-7D5D-547BE10D8D26}"/>
                </a:ext>
              </a:extLst>
            </p:cNvPr>
            <p:cNvGrpSpPr/>
            <p:nvPr/>
          </p:nvGrpSpPr>
          <p:grpSpPr>
            <a:xfrm flipH="1">
              <a:off x="7728620" y="2393076"/>
              <a:ext cx="1415391" cy="792008"/>
              <a:chOff x="1905568" y="363438"/>
              <a:chExt cx="1415391" cy="792008"/>
            </a:xfrm>
          </p:grpSpPr>
          <p:sp>
            <p:nvSpPr>
              <p:cNvPr id="1057" name="Google Shape;1057;p52">
                <a:extLst>
                  <a:ext uri="{FF2B5EF4-FFF2-40B4-BE49-F238E27FC236}">
                    <a16:creationId xmlns:a16="http://schemas.microsoft.com/office/drawing/2014/main" id="{6F461E4A-CA57-ACA0-DC82-B6008FE375ED}"/>
                  </a:ext>
                </a:extLst>
              </p:cNvPr>
              <p:cNvSpPr/>
              <p:nvPr/>
            </p:nvSpPr>
            <p:spPr>
              <a:xfrm>
                <a:off x="1905568" y="363438"/>
                <a:ext cx="1342337" cy="713989"/>
              </a:xfrm>
              <a:custGeom>
                <a:avLst/>
                <a:gdLst/>
                <a:ahLst/>
                <a:cxnLst/>
                <a:rect l="l" t="t" r="r" b="b"/>
                <a:pathLst>
                  <a:path w="41912" h="22293" extrusionOk="0">
                    <a:moveTo>
                      <a:pt x="452" y="22293"/>
                    </a:moveTo>
                    <a:lnTo>
                      <a:pt x="0" y="21437"/>
                    </a:lnTo>
                    <a:lnTo>
                      <a:pt x="41270" y="0"/>
                    </a:lnTo>
                    <a:lnTo>
                      <a:pt x="41911" y="761"/>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52">
                <a:extLst>
                  <a:ext uri="{FF2B5EF4-FFF2-40B4-BE49-F238E27FC236}">
                    <a16:creationId xmlns:a16="http://schemas.microsoft.com/office/drawing/2014/main" id="{F15F0C0B-EC6A-45FB-C43F-22BA1B6976B0}"/>
                  </a:ext>
                </a:extLst>
              </p:cNvPr>
              <p:cNvSpPr/>
              <p:nvPr/>
            </p:nvSpPr>
            <p:spPr>
              <a:xfrm>
                <a:off x="1975580" y="439535"/>
                <a:ext cx="1345379" cy="715911"/>
              </a:xfrm>
              <a:custGeom>
                <a:avLst/>
                <a:gdLst/>
                <a:ahLst/>
                <a:cxnLst/>
                <a:rect l="l" t="t" r="r" b="b"/>
                <a:pathLst>
                  <a:path w="42007" h="22353" extrusionOk="0">
                    <a:moveTo>
                      <a:pt x="452" y="22353"/>
                    </a:moveTo>
                    <a:lnTo>
                      <a:pt x="1" y="21497"/>
                    </a:lnTo>
                    <a:lnTo>
                      <a:pt x="41401" y="1"/>
                    </a:lnTo>
                    <a:lnTo>
                      <a:pt x="42007" y="773"/>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9" name="Google Shape;1059;p52">
              <a:extLst>
                <a:ext uri="{FF2B5EF4-FFF2-40B4-BE49-F238E27FC236}">
                  <a16:creationId xmlns:a16="http://schemas.microsoft.com/office/drawing/2014/main" id="{F349C7D7-BCB7-AD8C-C867-EDA6843EDEC0}"/>
                </a:ext>
              </a:extLst>
            </p:cNvPr>
            <p:cNvGrpSpPr/>
            <p:nvPr/>
          </p:nvGrpSpPr>
          <p:grpSpPr>
            <a:xfrm flipH="1">
              <a:off x="7636893" y="2346251"/>
              <a:ext cx="257693" cy="199083"/>
              <a:chOff x="3154993" y="316614"/>
              <a:chExt cx="257693" cy="199083"/>
            </a:xfrm>
          </p:grpSpPr>
          <p:sp>
            <p:nvSpPr>
              <p:cNvPr id="1060" name="Google Shape;1060;p52">
                <a:extLst>
                  <a:ext uri="{FF2B5EF4-FFF2-40B4-BE49-F238E27FC236}">
                    <a16:creationId xmlns:a16="http://schemas.microsoft.com/office/drawing/2014/main" id="{4059A01B-9E9C-3DAC-8FC7-71F6C1B50432}"/>
                  </a:ext>
                </a:extLst>
              </p:cNvPr>
              <p:cNvSpPr/>
              <p:nvPr/>
            </p:nvSpPr>
            <p:spPr>
              <a:xfrm>
                <a:off x="3185067" y="330578"/>
                <a:ext cx="227619" cy="137910"/>
              </a:xfrm>
              <a:custGeom>
                <a:avLst/>
                <a:gdLst/>
                <a:ahLst/>
                <a:cxnLst/>
                <a:rect l="l" t="t" r="r" b="b"/>
                <a:pathLst>
                  <a:path w="7107" h="4306" extrusionOk="0">
                    <a:moveTo>
                      <a:pt x="6067" y="1"/>
                    </a:moveTo>
                    <a:cubicBezTo>
                      <a:pt x="6037" y="1"/>
                      <a:pt x="6008" y="2"/>
                      <a:pt x="5978" y="4"/>
                    </a:cubicBezTo>
                    <a:cubicBezTo>
                      <a:pt x="5835" y="4"/>
                      <a:pt x="5693" y="52"/>
                      <a:pt x="5574" y="135"/>
                    </a:cubicBezTo>
                    <a:cubicBezTo>
                      <a:pt x="4956" y="515"/>
                      <a:pt x="2734" y="1906"/>
                      <a:pt x="1973" y="2274"/>
                    </a:cubicBezTo>
                    <a:cubicBezTo>
                      <a:pt x="1355" y="2571"/>
                      <a:pt x="773" y="2927"/>
                      <a:pt x="226" y="3331"/>
                    </a:cubicBezTo>
                    <a:lnTo>
                      <a:pt x="1" y="4306"/>
                    </a:lnTo>
                    <a:cubicBezTo>
                      <a:pt x="690" y="4258"/>
                      <a:pt x="1843" y="3676"/>
                      <a:pt x="1843" y="3676"/>
                    </a:cubicBezTo>
                    <a:cubicBezTo>
                      <a:pt x="1843" y="3676"/>
                      <a:pt x="5764" y="1490"/>
                      <a:pt x="6429" y="1038"/>
                    </a:cubicBezTo>
                    <a:cubicBezTo>
                      <a:pt x="7107" y="598"/>
                      <a:pt x="6786" y="278"/>
                      <a:pt x="6786" y="278"/>
                    </a:cubicBezTo>
                    <a:cubicBezTo>
                      <a:pt x="6583" y="96"/>
                      <a:pt x="6332" y="1"/>
                      <a:pt x="60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52">
                <a:extLst>
                  <a:ext uri="{FF2B5EF4-FFF2-40B4-BE49-F238E27FC236}">
                    <a16:creationId xmlns:a16="http://schemas.microsoft.com/office/drawing/2014/main" id="{65BFA6B1-AA84-34F6-EDD0-C5347050C9A3}"/>
                  </a:ext>
                </a:extLst>
              </p:cNvPr>
              <p:cNvSpPr/>
              <p:nvPr/>
            </p:nvSpPr>
            <p:spPr>
              <a:xfrm>
                <a:off x="3258890" y="401102"/>
                <a:ext cx="124875" cy="114594"/>
              </a:xfrm>
              <a:custGeom>
                <a:avLst/>
                <a:gdLst/>
                <a:ahLst/>
                <a:cxnLst/>
                <a:rect l="l" t="t" r="r" b="b"/>
                <a:pathLst>
                  <a:path w="3899" h="3578" extrusionOk="0">
                    <a:moveTo>
                      <a:pt x="1617" y="1"/>
                    </a:moveTo>
                    <a:lnTo>
                      <a:pt x="1" y="797"/>
                    </a:lnTo>
                    <a:lnTo>
                      <a:pt x="1522" y="1783"/>
                    </a:lnTo>
                    <a:lnTo>
                      <a:pt x="3661" y="3577"/>
                    </a:lnTo>
                    <a:lnTo>
                      <a:pt x="3899" y="3554"/>
                    </a:lnTo>
                    <a:lnTo>
                      <a:pt x="16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52">
                <a:extLst>
                  <a:ext uri="{FF2B5EF4-FFF2-40B4-BE49-F238E27FC236}">
                    <a16:creationId xmlns:a16="http://schemas.microsoft.com/office/drawing/2014/main" id="{92FF6443-3609-F898-CBD1-87B8B60AB618}"/>
                  </a:ext>
                </a:extLst>
              </p:cNvPr>
              <p:cNvSpPr/>
              <p:nvPr/>
            </p:nvSpPr>
            <p:spPr>
              <a:xfrm>
                <a:off x="3323233" y="426148"/>
                <a:ext cx="28280" cy="23957"/>
              </a:xfrm>
              <a:custGeom>
                <a:avLst/>
                <a:gdLst/>
                <a:ahLst/>
                <a:cxnLst/>
                <a:rect l="l" t="t" r="r" b="b"/>
                <a:pathLst>
                  <a:path w="883" h="748" extrusionOk="0">
                    <a:moveTo>
                      <a:pt x="399" y="1"/>
                    </a:moveTo>
                    <a:cubicBezTo>
                      <a:pt x="385" y="1"/>
                      <a:pt x="371" y="1"/>
                      <a:pt x="357" y="3"/>
                    </a:cubicBezTo>
                    <a:cubicBezTo>
                      <a:pt x="155" y="15"/>
                      <a:pt x="0" y="193"/>
                      <a:pt x="24" y="407"/>
                    </a:cubicBezTo>
                    <a:cubicBezTo>
                      <a:pt x="39" y="618"/>
                      <a:pt x="212" y="748"/>
                      <a:pt x="391" y="748"/>
                    </a:cubicBezTo>
                    <a:cubicBezTo>
                      <a:pt x="494" y="748"/>
                      <a:pt x="599" y="705"/>
                      <a:pt x="678" y="609"/>
                    </a:cubicBezTo>
                    <a:cubicBezTo>
                      <a:pt x="882" y="370"/>
                      <a:pt x="706" y="1"/>
                      <a:pt x="3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52">
                <a:extLst>
                  <a:ext uri="{FF2B5EF4-FFF2-40B4-BE49-F238E27FC236}">
                    <a16:creationId xmlns:a16="http://schemas.microsoft.com/office/drawing/2014/main" id="{39516A20-7168-02DC-83D3-2688C95EA322}"/>
                  </a:ext>
                </a:extLst>
              </p:cNvPr>
              <p:cNvSpPr/>
              <p:nvPr/>
            </p:nvSpPr>
            <p:spPr>
              <a:xfrm>
                <a:off x="3196116" y="452475"/>
                <a:ext cx="42661" cy="40387"/>
              </a:xfrm>
              <a:custGeom>
                <a:avLst/>
                <a:gdLst/>
                <a:ahLst/>
                <a:cxnLst/>
                <a:rect l="l" t="t" r="r" b="b"/>
                <a:pathLst>
                  <a:path w="1332" h="1261" extrusionOk="0">
                    <a:moveTo>
                      <a:pt x="452" y="1"/>
                    </a:moveTo>
                    <a:lnTo>
                      <a:pt x="0" y="298"/>
                    </a:lnTo>
                    <a:lnTo>
                      <a:pt x="1010" y="1260"/>
                    </a:lnTo>
                    <a:lnTo>
                      <a:pt x="1331" y="1225"/>
                    </a:lnTo>
                    <a:lnTo>
                      <a:pt x="4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52">
                <a:extLst>
                  <a:ext uri="{FF2B5EF4-FFF2-40B4-BE49-F238E27FC236}">
                    <a16:creationId xmlns:a16="http://schemas.microsoft.com/office/drawing/2014/main" id="{F35D231F-3C2F-36EE-EAD3-81F7ADD88C37}"/>
                  </a:ext>
                </a:extLst>
              </p:cNvPr>
              <p:cNvSpPr/>
              <p:nvPr/>
            </p:nvSpPr>
            <p:spPr>
              <a:xfrm>
                <a:off x="3170622" y="316614"/>
                <a:ext cx="122569" cy="110399"/>
              </a:xfrm>
              <a:custGeom>
                <a:avLst/>
                <a:gdLst/>
                <a:ahLst/>
                <a:cxnLst/>
                <a:rect l="l" t="t" r="r" b="b"/>
                <a:pathLst>
                  <a:path w="3827" h="3447" extrusionOk="0">
                    <a:moveTo>
                      <a:pt x="24" y="1"/>
                    </a:moveTo>
                    <a:lnTo>
                      <a:pt x="0" y="238"/>
                    </a:lnTo>
                    <a:lnTo>
                      <a:pt x="1878" y="2555"/>
                    </a:lnTo>
                    <a:lnTo>
                      <a:pt x="2555" y="3447"/>
                    </a:lnTo>
                    <a:lnTo>
                      <a:pt x="3826" y="2294"/>
                    </a:lnTo>
                    <a:lnTo>
                      <a:pt x="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52">
                <a:extLst>
                  <a:ext uri="{FF2B5EF4-FFF2-40B4-BE49-F238E27FC236}">
                    <a16:creationId xmlns:a16="http://schemas.microsoft.com/office/drawing/2014/main" id="{477C3946-7332-EE3F-68CE-B4AF9E5AC164}"/>
                  </a:ext>
                </a:extLst>
              </p:cNvPr>
              <p:cNvSpPr/>
              <p:nvPr/>
            </p:nvSpPr>
            <p:spPr>
              <a:xfrm>
                <a:off x="3233364" y="351972"/>
                <a:ext cx="30138" cy="26134"/>
              </a:xfrm>
              <a:custGeom>
                <a:avLst/>
                <a:gdLst/>
                <a:ahLst/>
                <a:cxnLst/>
                <a:rect l="l" t="t" r="r" b="b"/>
                <a:pathLst>
                  <a:path w="941" h="816" extrusionOk="0">
                    <a:moveTo>
                      <a:pt x="472" y="1"/>
                    </a:moveTo>
                    <a:cubicBezTo>
                      <a:pt x="303" y="1"/>
                      <a:pt x="137" y="103"/>
                      <a:pt x="85" y="299"/>
                    </a:cubicBezTo>
                    <a:cubicBezTo>
                      <a:pt x="0" y="572"/>
                      <a:pt x="222" y="816"/>
                      <a:pt x="471" y="816"/>
                    </a:cubicBezTo>
                    <a:cubicBezTo>
                      <a:pt x="536" y="816"/>
                      <a:pt x="603" y="799"/>
                      <a:pt x="667" y="762"/>
                    </a:cubicBezTo>
                    <a:cubicBezTo>
                      <a:pt x="869" y="655"/>
                      <a:pt x="941" y="406"/>
                      <a:pt x="834" y="216"/>
                    </a:cubicBezTo>
                    <a:cubicBezTo>
                      <a:pt x="753" y="71"/>
                      <a:pt x="612" y="1"/>
                      <a:pt x="4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52">
                <a:extLst>
                  <a:ext uri="{FF2B5EF4-FFF2-40B4-BE49-F238E27FC236}">
                    <a16:creationId xmlns:a16="http://schemas.microsoft.com/office/drawing/2014/main" id="{F78DB035-6E06-D7A9-144A-68FC59571141}"/>
                  </a:ext>
                </a:extLst>
              </p:cNvPr>
              <p:cNvSpPr/>
              <p:nvPr/>
            </p:nvSpPr>
            <p:spPr>
              <a:xfrm>
                <a:off x="3154993" y="413657"/>
                <a:ext cx="41155" cy="46856"/>
              </a:xfrm>
              <a:custGeom>
                <a:avLst/>
                <a:gdLst/>
                <a:ahLst/>
                <a:cxnLst/>
                <a:rect l="l" t="t" r="r" b="b"/>
                <a:pathLst>
                  <a:path w="1285" h="1463" extrusionOk="0">
                    <a:moveTo>
                      <a:pt x="25" y="1"/>
                    </a:moveTo>
                    <a:lnTo>
                      <a:pt x="1" y="322"/>
                    </a:lnTo>
                    <a:lnTo>
                      <a:pt x="1165" y="1462"/>
                    </a:lnTo>
                    <a:lnTo>
                      <a:pt x="1284" y="833"/>
                    </a:lnTo>
                    <a:lnTo>
                      <a:pt x="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52">
                <a:extLst>
                  <a:ext uri="{FF2B5EF4-FFF2-40B4-BE49-F238E27FC236}">
                    <a16:creationId xmlns:a16="http://schemas.microsoft.com/office/drawing/2014/main" id="{CF88AAD7-FEE3-7931-068B-D05E1366A875}"/>
                  </a:ext>
                </a:extLst>
              </p:cNvPr>
              <p:cNvSpPr/>
              <p:nvPr/>
            </p:nvSpPr>
            <p:spPr>
              <a:xfrm>
                <a:off x="3196501" y="402640"/>
                <a:ext cx="23989" cy="36928"/>
              </a:xfrm>
              <a:custGeom>
                <a:avLst/>
                <a:gdLst/>
                <a:ahLst/>
                <a:cxnLst/>
                <a:rect l="l" t="t" r="r" b="b"/>
                <a:pathLst>
                  <a:path w="749" h="1153" extrusionOk="0">
                    <a:moveTo>
                      <a:pt x="666" y="0"/>
                    </a:moveTo>
                    <a:lnTo>
                      <a:pt x="416" y="107"/>
                    </a:lnTo>
                    <a:lnTo>
                      <a:pt x="0" y="1153"/>
                    </a:lnTo>
                    <a:lnTo>
                      <a:pt x="749" y="594"/>
                    </a:lnTo>
                    <a:lnTo>
                      <a:pt x="6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52">
                <a:extLst>
                  <a:ext uri="{FF2B5EF4-FFF2-40B4-BE49-F238E27FC236}">
                    <a16:creationId xmlns:a16="http://schemas.microsoft.com/office/drawing/2014/main" id="{9E04C4AB-C22F-99DA-9F0A-3698E31F47C5}"/>
                  </a:ext>
                </a:extLst>
              </p:cNvPr>
              <p:cNvSpPr/>
              <p:nvPr/>
            </p:nvSpPr>
            <p:spPr>
              <a:xfrm>
                <a:off x="3316380" y="427749"/>
                <a:ext cx="13355" cy="14476"/>
              </a:xfrm>
              <a:custGeom>
                <a:avLst/>
                <a:gdLst/>
                <a:ahLst/>
                <a:cxnLst/>
                <a:rect l="l" t="t" r="r" b="b"/>
                <a:pathLst>
                  <a:path w="417" h="452" extrusionOk="0">
                    <a:moveTo>
                      <a:pt x="416" y="0"/>
                    </a:moveTo>
                    <a:lnTo>
                      <a:pt x="0" y="286"/>
                    </a:lnTo>
                    <a:lnTo>
                      <a:pt x="404" y="452"/>
                    </a:lnTo>
                    <a:lnTo>
                      <a:pt x="4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52">
                <a:extLst>
                  <a:ext uri="{FF2B5EF4-FFF2-40B4-BE49-F238E27FC236}">
                    <a16:creationId xmlns:a16="http://schemas.microsoft.com/office/drawing/2014/main" id="{D60D6EAC-D193-F6B6-B57B-DDF426B6900B}"/>
                  </a:ext>
                </a:extLst>
              </p:cNvPr>
              <p:cNvSpPr/>
              <p:nvPr/>
            </p:nvSpPr>
            <p:spPr>
              <a:xfrm>
                <a:off x="3230354" y="352389"/>
                <a:ext cx="14893" cy="13740"/>
              </a:xfrm>
              <a:custGeom>
                <a:avLst/>
                <a:gdLst/>
                <a:ahLst/>
                <a:cxnLst/>
                <a:rect l="l" t="t" r="r" b="b"/>
                <a:pathLst>
                  <a:path w="465" h="429" extrusionOk="0">
                    <a:moveTo>
                      <a:pt x="464" y="1"/>
                    </a:moveTo>
                    <a:lnTo>
                      <a:pt x="1" y="167"/>
                    </a:lnTo>
                    <a:lnTo>
                      <a:pt x="345" y="428"/>
                    </a:lnTo>
                    <a:lnTo>
                      <a:pt x="4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 name="Rectangle 1">
            <a:extLst>
              <a:ext uri="{FF2B5EF4-FFF2-40B4-BE49-F238E27FC236}">
                <a16:creationId xmlns:a16="http://schemas.microsoft.com/office/drawing/2014/main" id="{18566639-8755-ACDA-D013-6520D0310A06}"/>
              </a:ext>
            </a:extLst>
          </p:cNvPr>
          <p:cNvSpPr>
            <a:spLocks noChangeArrowheads="1"/>
          </p:cNvSpPr>
          <p:nvPr/>
        </p:nvSpPr>
        <p:spPr bwMode="auto">
          <a:xfrm>
            <a:off x="5988080" y="2174700"/>
            <a:ext cx="301713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eaLnBrk="0" fontAlgn="base" hangingPunct="0">
              <a:spcBef>
                <a:spcPct val="0"/>
              </a:spcBef>
              <a:spcAft>
                <a:spcPct val="0"/>
              </a:spcAft>
              <a:buClrTx/>
              <a:buFont typeface="Arial" panose="020B0604020202020204" pitchFamily="34" charset="0"/>
              <a:buChar char="•"/>
            </a:pPr>
            <a:r>
              <a:rPr lang="en-US" sz="1600" dirty="0"/>
              <a:t>Understand weekly delay patterns</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4E0823F9-CF8E-F3E5-6A3E-A6627CFD253D}"/>
              </a:ext>
            </a:extLst>
          </p:cNvPr>
          <p:cNvPicPr>
            <a:picLocks noChangeAspect="1"/>
          </p:cNvPicPr>
          <p:nvPr/>
        </p:nvPicPr>
        <p:blipFill>
          <a:blip r:embed="rId3"/>
          <a:stretch>
            <a:fillRect/>
          </a:stretch>
        </p:blipFill>
        <p:spPr>
          <a:xfrm>
            <a:off x="145829" y="1220363"/>
            <a:ext cx="5772239" cy="308936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0463359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35">
          <a:extLst>
            <a:ext uri="{FF2B5EF4-FFF2-40B4-BE49-F238E27FC236}">
              <a16:creationId xmlns:a16="http://schemas.microsoft.com/office/drawing/2014/main" id="{FF658307-D8CE-22A4-6790-2AA1A76991F4}"/>
            </a:ext>
          </a:extLst>
        </p:cNvPr>
        <p:cNvGrpSpPr/>
        <p:nvPr/>
      </p:nvGrpSpPr>
      <p:grpSpPr>
        <a:xfrm>
          <a:off x="0" y="0"/>
          <a:ext cx="0" cy="0"/>
          <a:chOff x="0" y="0"/>
          <a:chExt cx="0" cy="0"/>
        </a:xfrm>
      </p:grpSpPr>
      <p:sp>
        <p:nvSpPr>
          <p:cNvPr id="1036" name="Google Shape;1036;p52">
            <a:extLst>
              <a:ext uri="{FF2B5EF4-FFF2-40B4-BE49-F238E27FC236}">
                <a16:creationId xmlns:a16="http://schemas.microsoft.com/office/drawing/2014/main" id="{8C7AD52D-888B-27F9-B4EE-D643543F1705}"/>
              </a:ext>
            </a:extLst>
          </p:cNvPr>
          <p:cNvSpPr txBox="1">
            <a:spLocks noGrp="1"/>
          </p:cNvSpPr>
          <p:nvPr>
            <p:ph type="title"/>
          </p:nvPr>
        </p:nvSpPr>
        <p:spPr>
          <a:xfrm>
            <a:off x="717613" y="433350"/>
            <a:ext cx="7708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rPr>
              <a:t>visualization</a:t>
            </a:r>
            <a:endParaRPr dirty="0">
              <a:solidFill>
                <a:schemeClr val="dk2"/>
              </a:solidFill>
            </a:endParaRPr>
          </a:p>
        </p:txBody>
      </p:sp>
      <p:grpSp>
        <p:nvGrpSpPr>
          <p:cNvPr id="1055" name="Google Shape;1055;p52">
            <a:extLst>
              <a:ext uri="{FF2B5EF4-FFF2-40B4-BE49-F238E27FC236}">
                <a16:creationId xmlns:a16="http://schemas.microsoft.com/office/drawing/2014/main" id="{F38083B7-71F7-3403-3973-53EBC1A815EC}"/>
              </a:ext>
            </a:extLst>
          </p:cNvPr>
          <p:cNvGrpSpPr/>
          <p:nvPr/>
        </p:nvGrpSpPr>
        <p:grpSpPr>
          <a:xfrm flipH="1">
            <a:off x="5918068" y="4559726"/>
            <a:ext cx="1507118" cy="838832"/>
            <a:chOff x="7636893" y="2346251"/>
            <a:chExt cx="1507118" cy="838832"/>
          </a:xfrm>
        </p:grpSpPr>
        <p:grpSp>
          <p:nvGrpSpPr>
            <p:cNvPr id="1056" name="Google Shape;1056;p52">
              <a:extLst>
                <a:ext uri="{FF2B5EF4-FFF2-40B4-BE49-F238E27FC236}">
                  <a16:creationId xmlns:a16="http://schemas.microsoft.com/office/drawing/2014/main" id="{68F160CC-285E-DBE3-4ED5-9E5F08E6FE8A}"/>
                </a:ext>
              </a:extLst>
            </p:cNvPr>
            <p:cNvGrpSpPr/>
            <p:nvPr/>
          </p:nvGrpSpPr>
          <p:grpSpPr>
            <a:xfrm flipH="1">
              <a:off x="7728620" y="2393076"/>
              <a:ext cx="1415391" cy="792008"/>
              <a:chOff x="1905568" y="363438"/>
              <a:chExt cx="1415391" cy="792008"/>
            </a:xfrm>
          </p:grpSpPr>
          <p:sp>
            <p:nvSpPr>
              <p:cNvPr id="1057" name="Google Shape;1057;p52">
                <a:extLst>
                  <a:ext uri="{FF2B5EF4-FFF2-40B4-BE49-F238E27FC236}">
                    <a16:creationId xmlns:a16="http://schemas.microsoft.com/office/drawing/2014/main" id="{0E2B192D-2215-2497-676F-1D7F17410DF0}"/>
                  </a:ext>
                </a:extLst>
              </p:cNvPr>
              <p:cNvSpPr/>
              <p:nvPr/>
            </p:nvSpPr>
            <p:spPr>
              <a:xfrm>
                <a:off x="1905568" y="363438"/>
                <a:ext cx="1342337" cy="713989"/>
              </a:xfrm>
              <a:custGeom>
                <a:avLst/>
                <a:gdLst/>
                <a:ahLst/>
                <a:cxnLst/>
                <a:rect l="l" t="t" r="r" b="b"/>
                <a:pathLst>
                  <a:path w="41912" h="22293" extrusionOk="0">
                    <a:moveTo>
                      <a:pt x="452" y="22293"/>
                    </a:moveTo>
                    <a:lnTo>
                      <a:pt x="0" y="21437"/>
                    </a:lnTo>
                    <a:lnTo>
                      <a:pt x="41270" y="0"/>
                    </a:lnTo>
                    <a:lnTo>
                      <a:pt x="41911" y="761"/>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52">
                <a:extLst>
                  <a:ext uri="{FF2B5EF4-FFF2-40B4-BE49-F238E27FC236}">
                    <a16:creationId xmlns:a16="http://schemas.microsoft.com/office/drawing/2014/main" id="{B5E27456-F129-0F97-0655-F50BB609F6A6}"/>
                  </a:ext>
                </a:extLst>
              </p:cNvPr>
              <p:cNvSpPr/>
              <p:nvPr/>
            </p:nvSpPr>
            <p:spPr>
              <a:xfrm>
                <a:off x="1975580" y="439535"/>
                <a:ext cx="1345379" cy="715911"/>
              </a:xfrm>
              <a:custGeom>
                <a:avLst/>
                <a:gdLst/>
                <a:ahLst/>
                <a:cxnLst/>
                <a:rect l="l" t="t" r="r" b="b"/>
                <a:pathLst>
                  <a:path w="42007" h="22353" extrusionOk="0">
                    <a:moveTo>
                      <a:pt x="452" y="22353"/>
                    </a:moveTo>
                    <a:lnTo>
                      <a:pt x="1" y="21497"/>
                    </a:lnTo>
                    <a:lnTo>
                      <a:pt x="41401" y="1"/>
                    </a:lnTo>
                    <a:lnTo>
                      <a:pt x="42007" y="773"/>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9" name="Google Shape;1059;p52">
              <a:extLst>
                <a:ext uri="{FF2B5EF4-FFF2-40B4-BE49-F238E27FC236}">
                  <a16:creationId xmlns:a16="http://schemas.microsoft.com/office/drawing/2014/main" id="{BE717751-A23E-F48A-6940-6347B6A73276}"/>
                </a:ext>
              </a:extLst>
            </p:cNvPr>
            <p:cNvGrpSpPr/>
            <p:nvPr/>
          </p:nvGrpSpPr>
          <p:grpSpPr>
            <a:xfrm flipH="1">
              <a:off x="7636893" y="2346251"/>
              <a:ext cx="257693" cy="199083"/>
              <a:chOff x="3154993" y="316614"/>
              <a:chExt cx="257693" cy="199083"/>
            </a:xfrm>
          </p:grpSpPr>
          <p:sp>
            <p:nvSpPr>
              <p:cNvPr id="1060" name="Google Shape;1060;p52">
                <a:extLst>
                  <a:ext uri="{FF2B5EF4-FFF2-40B4-BE49-F238E27FC236}">
                    <a16:creationId xmlns:a16="http://schemas.microsoft.com/office/drawing/2014/main" id="{81839A09-1E55-5564-8DA7-01CC1D153617}"/>
                  </a:ext>
                </a:extLst>
              </p:cNvPr>
              <p:cNvSpPr/>
              <p:nvPr/>
            </p:nvSpPr>
            <p:spPr>
              <a:xfrm>
                <a:off x="3185067" y="330578"/>
                <a:ext cx="227619" cy="137910"/>
              </a:xfrm>
              <a:custGeom>
                <a:avLst/>
                <a:gdLst/>
                <a:ahLst/>
                <a:cxnLst/>
                <a:rect l="l" t="t" r="r" b="b"/>
                <a:pathLst>
                  <a:path w="7107" h="4306" extrusionOk="0">
                    <a:moveTo>
                      <a:pt x="6067" y="1"/>
                    </a:moveTo>
                    <a:cubicBezTo>
                      <a:pt x="6037" y="1"/>
                      <a:pt x="6008" y="2"/>
                      <a:pt x="5978" y="4"/>
                    </a:cubicBezTo>
                    <a:cubicBezTo>
                      <a:pt x="5835" y="4"/>
                      <a:pt x="5693" y="52"/>
                      <a:pt x="5574" y="135"/>
                    </a:cubicBezTo>
                    <a:cubicBezTo>
                      <a:pt x="4956" y="515"/>
                      <a:pt x="2734" y="1906"/>
                      <a:pt x="1973" y="2274"/>
                    </a:cubicBezTo>
                    <a:cubicBezTo>
                      <a:pt x="1355" y="2571"/>
                      <a:pt x="773" y="2927"/>
                      <a:pt x="226" y="3331"/>
                    </a:cubicBezTo>
                    <a:lnTo>
                      <a:pt x="1" y="4306"/>
                    </a:lnTo>
                    <a:cubicBezTo>
                      <a:pt x="690" y="4258"/>
                      <a:pt x="1843" y="3676"/>
                      <a:pt x="1843" y="3676"/>
                    </a:cubicBezTo>
                    <a:cubicBezTo>
                      <a:pt x="1843" y="3676"/>
                      <a:pt x="5764" y="1490"/>
                      <a:pt x="6429" y="1038"/>
                    </a:cubicBezTo>
                    <a:cubicBezTo>
                      <a:pt x="7107" y="598"/>
                      <a:pt x="6786" y="278"/>
                      <a:pt x="6786" y="278"/>
                    </a:cubicBezTo>
                    <a:cubicBezTo>
                      <a:pt x="6583" y="96"/>
                      <a:pt x="6332" y="1"/>
                      <a:pt x="60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52">
                <a:extLst>
                  <a:ext uri="{FF2B5EF4-FFF2-40B4-BE49-F238E27FC236}">
                    <a16:creationId xmlns:a16="http://schemas.microsoft.com/office/drawing/2014/main" id="{C6DE7D11-EB64-9C35-4FAD-9A8E562A8B8D}"/>
                  </a:ext>
                </a:extLst>
              </p:cNvPr>
              <p:cNvSpPr/>
              <p:nvPr/>
            </p:nvSpPr>
            <p:spPr>
              <a:xfrm>
                <a:off x="3258890" y="401102"/>
                <a:ext cx="124875" cy="114594"/>
              </a:xfrm>
              <a:custGeom>
                <a:avLst/>
                <a:gdLst/>
                <a:ahLst/>
                <a:cxnLst/>
                <a:rect l="l" t="t" r="r" b="b"/>
                <a:pathLst>
                  <a:path w="3899" h="3578" extrusionOk="0">
                    <a:moveTo>
                      <a:pt x="1617" y="1"/>
                    </a:moveTo>
                    <a:lnTo>
                      <a:pt x="1" y="797"/>
                    </a:lnTo>
                    <a:lnTo>
                      <a:pt x="1522" y="1783"/>
                    </a:lnTo>
                    <a:lnTo>
                      <a:pt x="3661" y="3577"/>
                    </a:lnTo>
                    <a:lnTo>
                      <a:pt x="3899" y="3554"/>
                    </a:lnTo>
                    <a:lnTo>
                      <a:pt x="16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52">
                <a:extLst>
                  <a:ext uri="{FF2B5EF4-FFF2-40B4-BE49-F238E27FC236}">
                    <a16:creationId xmlns:a16="http://schemas.microsoft.com/office/drawing/2014/main" id="{E2DE8862-314D-524D-B875-9932DDBB739A}"/>
                  </a:ext>
                </a:extLst>
              </p:cNvPr>
              <p:cNvSpPr/>
              <p:nvPr/>
            </p:nvSpPr>
            <p:spPr>
              <a:xfrm>
                <a:off x="3323233" y="426148"/>
                <a:ext cx="28280" cy="23957"/>
              </a:xfrm>
              <a:custGeom>
                <a:avLst/>
                <a:gdLst/>
                <a:ahLst/>
                <a:cxnLst/>
                <a:rect l="l" t="t" r="r" b="b"/>
                <a:pathLst>
                  <a:path w="883" h="748" extrusionOk="0">
                    <a:moveTo>
                      <a:pt x="399" y="1"/>
                    </a:moveTo>
                    <a:cubicBezTo>
                      <a:pt x="385" y="1"/>
                      <a:pt x="371" y="1"/>
                      <a:pt x="357" y="3"/>
                    </a:cubicBezTo>
                    <a:cubicBezTo>
                      <a:pt x="155" y="15"/>
                      <a:pt x="0" y="193"/>
                      <a:pt x="24" y="407"/>
                    </a:cubicBezTo>
                    <a:cubicBezTo>
                      <a:pt x="39" y="618"/>
                      <a:pt x="212" y="748"/>
                      <a:pt x="391" y="748"/>
                    </a:cubicBezTo>
                    <a:cubicBezTo>
                      <a:pt x="494" y="748"/>
                      <a:pt x="599" y="705"/>
                      <a:pt x="678" y="609"/>
                    </a:cubicBezTo>
                    <a:cubicBezTo>
                      <a:pt x="882" y="370"/>
                      <a:pt x="706" y="1"/>
                      <a:pt x="3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52">
                <a:extLst>
                  <a:ext uri="{FF2B5EF4-FFF2-40B4-BE49-F238E27FC236}">
                    <a16:creationId xmlns:a16="http://schemas.microsoft.com/office/drawing/2014/main" id="{8ABDDAB8-E224-9AFE-9A1C-F3509D52EC8E}"/>
                  </a:ext>
                </a:extLst>
              </p:cNvPr>
              <p:cNvSpPr/>
              <p:nvPr/>
            </p:nvSpPr>
            <p:spPr>
              <a:xfrm>
                <a:off x="3196116" y="452475"/>
                <a:ext cx="42661" cy="40387"/>
              </a:xfrm>
              <a:custGeom>
                <a:avLst/>
                <a:gdLst/>
                <a:ahLst/>
                <a:cxnLst/>
                <a:rect l="l" t="t" r="r" b="b"/>
                <a:pathLst>
                  <a:path w="1332" h="1261" extrusionOk="0">
                    <a:moveTo>
                      <a:pt x="452" y="1"/>
                    </a:moveTo>
                    <a:lnTo>
                      <a:pt x="0" y="298"/>
                    </a:lnTo>
                    <a:lnTo>
                      <a:pt x="1010" y="1260"/>
                    </a:lnTo>
                    <a:lnTo>
                      <a:pt x="1331" y="1225"/>
                    </a:lnTo>
                    <a:lnTo>
                      <a:pt x="4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52">
                <a:extLst>
                  <a:ext uri="{FF2B5EF4-FFF2-40B4-BE49-F238E27FC236}">
                    <a16:creationId xmlns:a16="http://schemas.microsoft.com/office/drawing/2014/main" id="{1AC84C41-9322-4143-4705-1B670023D55C}"/>
                  </a:ext>
                </a:extLst>
              </p:cNvPr>
              <p:cNvSpPr/>
              <p:nvPr/>
            </p:nvSpPr>
            <p:spPr>
              <a:xfrm>
                <a:off x="3170622" y="316614"/>
                <a:ext cx="122569" cy="110399"/>
              </a:xfrm>
              <a:custGeom>
                <a:avLst/>
                <a:gdLst/>
                <a:ahLst/>
                <a:cxnLst/>
                <a:rect l="l" t="t" r="r" b="b"/>
                <a:pathLst>
                  <a:path w="3827" h="3447" extrusionOk="0">
                    <a:moveTo>
                      <a:pt x="24" y="1"/>
                    </a:moveTo>
                    <a:lnTo>
                      <a:pt x="0" y="238"/>
                    </a:lnTo>
                    <a:lnTo>
                      <a:pt x="1878" y="2555"/>
                    </a:lnTo>
                    <a:lnTo>
                      <a:pt x="2555" y="3447"/>
                    </a:lnTo>
                    <a:lnTo>
                      <a:pt x="3826" y="2294"/>
                    </a:lnTo>
                    <a:lnTo>
                      <a:pt x="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52">
                <a:extLst>
                  <a:ext uri="{FF2B5EF4-FFF2-40B4-BE49-F238E27FC236}">
                    <a16:creationId xmlns:a16="http://schemas.microsoft.com/office/drawing/2014/main" id="{78DD2F7A-9D31-1464-A81E-9050A51B0160}"/>
                  </a:ext>
                </a:extLst>
              </p:cNvPr>
              <p:cNvSpPr/>
              <p:nvPr/>
            </p:nvSpPr>
            <p:spPr>
              <a:xfrm>
                <a:off x="3233364" y="351972"/>
                <a:ext cx="30138" cy="26134"/>
              </a:xfrm>
              <a:custGeom>
                <a:avLst/>
                <a:gdLst/>
                <a:ahLst/>
                <a:cxnLst/>
                <a:rect l="l" t="t" r="r" b="b"/>
                <a:pathLst>
                  <a:path w="941" h="816" extrusionOk="0">
                    <a:moveTo>
                      <a:pt x="472" y="1"/>
                    </a:moveTo>
                    <a:cubicBezTo>
                      <a:pt x="303" y="1"/>
                      <a:pt x="137" y="103"/>
                      <a:pt x="85" y="299"/>
                    </a:cubicBezTo>
                    <a:cubicBezTo>
                      <a:pt x="0" y="572"/>
                      <a:pt x="222" y="816"/>
                      <a:pt x="471" y="816"/>
                    </a:cubicBezTo>
                    <a:cubicBezTo>
                      <a:pt x="536" y="816"/>
                      <a:pt x="603" y="799"/>
                      <a:pt x="667" y="762"/>
                    </a:cubicBezTo>
                    <a:cubicBezTo>
                      <a:pt x="869" y="655"/>
                      <a:pt x="941" y="406"/>
                      <a:pt x="834" y="216"/>
                    </a:cubicBezTo>
                    <a:cubicBezTo>
                      <a:pt x="753" y="71"/>
                      <a:pt x="612" y="1"/>
                      <a:pt x="4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52">
                <a:extLst>
                  <a:ext uri="{FF2B5EF4-FFF2-40B4-BE49-F238E27FC236}">
                    <a16:creationId xmlns:a16="http://schemas.microsoft.com/office/drawing/2014/main" id="{EA269AE6-3C10-C173-B47C-2167632EA011}"/>
                  </a:ext>
                </a:extLst>
              </p:cNvPr>
              <p:cNvSpPr/>
              <p:nvPr/>
            </p:nvSpPr>
            <p:spPr>
              <a:xfrm>
                <a:off x="3154993" y="413657"/>
                <a:ext cx="41155" cy="46856"/>
              </a:xfrm>
              <a:custGeom>
                <a:avLst/>
                <a:gdLst/>
                <a:ahLst/>
                <a:cxnLst/>
                <a:rect l="l" t="t" r="r" b="b"/>
                <a:pathLst>
                  <a:path w="1285" h="1463" extrusionOk="0">
                    <a:moveTo>
                      <a:pt x="25" y="1"/>
                    </a:moveTo>
                    <a:lnTo>
                      <a:pt x="1" y="322"/>
                    </a:lnTo>
                    <a:lnTo>
                      <a:pt x="1165" y="1462"/>
                    </a:lnTo>
                    <a:lnTo>
                      <a:pt x="1284" y="833"/>
                    </a:lnTo>
                    <a:lnTo>
                      <a:pt x="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52">
                <a:extLst>
                  <a:ext uri="{FF2B5EF4-FFF2-40B4-BE49-F238E27FC236}">
                    <a16:creationId xmlns:a16="http://schemas.microsoft.com/office/drawing/2014/main" id="{6ADB37A3-8C84-738B-E079-977E3FB796D4}"/>
                  </a:ext>
                </a:extLst>
              </p:cNvPr>
              <p:cNvSpPr/>
              <p:nvPr/>
            </p:nvSpPr>
            <p:spPr>
              <a:xfrm>
                <a:off x="3196501" y="402640"/>
                <a:ext cx="23989" cy="36928"/>
              </a:xfrm>
              <a:custGeom>
                <a:avLst/>
                <a:gdLst/>
                <a:ahLst/>
                <a:cxnLst/>
                <a:rect l="l" t="t" r="r" b="b"/>
                <a:pathLst>
                  <a:path w="749" h="1153" extrusionOk="0">
                    <a:moveTo>
                      <a:pt x="666" y="0"/>
                    </a:moveTo>
                    <a:lnTo>
                      <a:pt x="416" y="107"/>
                    </a:lnTo>
                    <a:lnTo>
                      <a:pt x="0" y="1153"/>
                    </a:lnTo>
                    <a:lnTo>
                      <a:pt x="749" y="594"/>
                    </a:lnTo>
                    <a:lnTo>
                      <a:pt x="6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52">
                <a:extLst>
                  <a:ext uri="{FF2B5EF4-FFF2-40B4-BE49-F238E27FC236}">
                    <a16:creationId xmlns:a16="http://schemas.microsoft.com/office/drawing/2014/main" id="{22AA8ADE-8469-EA6D-6065-A347735B21EF}"/>
                  </a:ext>
                </a:extLst>
              </p:cNvPr>
              <p:cNvSpPr/>
              <p:nvPr/>
            </p:nvSpPr>
            <p:spPr>
              <a:xfrm>
                <a:off x="3316380" y="427749"/>
                <a:ext cx="13355" cy="14476"/>
              </a:xfrm>
              <a:custGeom>
                <a:avLst/>
                <a:gdLst/>
                <a:ahLst/>
                <a:cxnLst/>
                <a:rect l="l" t="t" r="r" b="b"/>
                <a:pathLst>
                  <a:path w="417" h="452" extrusionOk="0">
                    <a:moveTo>
                      <a:pt x="416" y="0"/>
                    </a:moveTo>
                    <a:lnTo>
                      <a:pt x="0" y="286"/>
                    </a:lnTo>
                    <a:lnTo>
                      <a:pt x="404" y="452"/>
                    </a:lnTo>
                    <a:lnTo>
                      <a:pt x="4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52">
                <a:extLst>
                  <a:ext uri="{FF2B5EF4-FFF2-40B4-BE49-F238E27FC236}">
                    <a16:creationId xmlns:a16="http://schemas.microsoft.com/office/drawing/2014/main" id="{9DC6BA7E-3248-DABB-817D-A7FB8E8AC6FA}"/>
                  </a:ext>
                </a:extLst>
              </p:cNvPr>
              <p:cNvSpPr/>
              <p:nvPr/>
            </p:nvSpPr>
            <p:spPr>
              <a:xfrm>
                <a:off x="3230354" y="352389"/>
                <a:ext cx="14893" cy="13740"/>
              </a:xfrm>
              <a:custGeom>
                <a:avLst/>
                <a:gdLst/>
                <a:ahLst/>
                <a:cxnLst/>
                <a:rect l="l" t="t" r="r" b="b"/>
                <a:pathLst>
                  <a:path w="465" h="429" extrusionOk="0">
                    <a:moveTo>
                      <a:pt x="464" y="1"/>
                    </a:moveTo>
                    <a:lnTo>
                      <a:pt x="1" y="167"/>
                    </a:lnTo>
                    <a:lnTo>
                      <a:pt x="345" y="428"/>
                    </a:lnTo>
                    <a:lnTo>
                      <a:pt x="4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 name="Rectangle 1">
            <a:extLst>
              <a:ext uri="{FF2B5EF4-FFF2-40B4-BE49-F238E27FC236}">
                <a16:creationId xmlns:a16="http://schemas.microsoft.com/office/drawing/2014/main" id="{9FB97358-2825-03CA-618A-64F5E1DB9CA6}"/>
              </a:ext>
            </a:extLst>
          </p:cNvPr>
          <p:cNvSpPr>
            <a:spLocks noChangeArrowheads="1"/>
          </p:cNvSpPr>
          <p:nvPr/>
        </p:nvSpPr>
        <p:spPr bwMode="auto">
          <a:xfrm>
            <a:off x="5988080" y="2297811"/>
            <a:ext cx="301713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eaLnBrk="0" fontAlgn="base" hangingPunct="0">
              <a:spcBef>
                <a:spcPct val="0"/>
              </a:spcBef>
              <a:spcAft>
                <a:spcPct val="0"/>
              </a:spcAft>
              <a:buClrTx/>
              <a:buFont typeface="Arial" panose="020B0604020202020204" pitchFamily="34" charset="0"/>
              <a:buChar char="•"/>
            </a:pPr>
            <a:r>
              <a:rPr lang="en-US" sz="1600" dirty="0"/>
              <a:t>Evaluate airline punctuality</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pic>
        <p:nvPicPr>
          <p:cNvPr id="3" name="Picture 2">
            <a:extLst>
              <a:ext uri="{FF2B5EF4-FFF2-40B4-BE49-F238E27FC236}">
                <a16:creationId xmlns:a16="http://schemas.microsoft.com/office/drawing/2014/main" id="{C0924DA9-C1AB-4403-C3EE-BD156D1E1AA4}"/>
              </a:ext>
            </a:extLst>
          </p:cNvPr>
          <p:cNvPicPr>
            <a:picLocks noChangeAspect="1"/>
          </p:cNvPicPr>
          <p:nvPr/>
        </p:nvPicPr>
        <p:blipFill>
          <a:blip r:embed="rId3"/>
          <a:stretch>
            <a:fillRect/>
          </a:stretch>
        </p:blipFill>
        <p:spPr>
          <a:xfrm>
            <a:off x="189980" y="1234068"/>
            <a:ext cx="5728088" cy="316493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5954604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35">
          <a:extLst>
            <a:ext uri="{FF2B5EF4-FFF2-40B4-BE49-F238E27FC236}">
              <a16:creationId xmlns:a16="http://schemas.microsoft.com/office/drawing/2014/main" id="{663BE66C-99BF-660A-6A27-AE6F6DA2E0AD}"/>
            </a:ext>
          </a:extLst>
        </p:cNvPr>
        <p:cNvGrpSpPr/>
        <p:nvPr/>
      </p:nvGrpSpPr>
      <p:grpSpPr>
        <a:xfrm>
          <a:off x="0" y="0"/>
          <a:ext cx="0" cy="0"/>
          <a:chOff x="0" y="0"/>
          <a:chExt cx="0" cy="0"/>
        </a:xfrm>
      </p:grpSpPr>
      <p:sp>
        <p:nvSpPr>
          <p:cNvPr id="1036" name="Google Shape;1036;p52">
            <a:extLst>
              <a:ext uri="{FF2B5EF4-FFF2-40B4-BE49-F238E27FC236}">
                <a16:creationId xmlns:a16="http://schemas.microsoft.com/office/drawing/2014/main" id="{050FF481-663D-43A4-93C9-AE1F6DB2705B}"/>
              </a:ext>
            </a:extLst>
          </p:cNvPr>
          <p:cNvSpPr txBox="1">
            <a:spLocks noGrp="1"/>
          </p:cNvSpPr>
          <p:nvPr>
            <p:ph type="title"/>
          </p:nvPr>
        </p:nvSpPr>
        <p:spPr>
          <a:xfrm>
            <a:off x="717613" y="433350"/>
            <a:ext cx="7708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rPr>
              <a:t>visualization</a:t>
            </a:r>
            <a:endParaRPr dirty="0">
              <a:solidFill>
                <a:schemeClr val="dk2"/>
              </a:solidFill>
            </a:endParaRPr>
          </a:p>
        </p:txBody>
      </p:sp>
      <p:grpSp>
        <p:nvGrpSpPr>
          <p:cNvPr id="1055" name="Google Shape;1055;p52">
            <a:extLst>
              <a:ext uri="{FF2B5EF4-FFF2-40B4-BE49-F238E27FC236}">
                <a16:creationId xmlns:a16="http://schemas.microsoft.com/office/drawing/2014/main" id="{E74BB30B-D592-07C5-5880-3163930EED2C}"/>
              </a:ext>
            </a:extLst>
          </p:cNvPr>
          <p:cNvGrpSpPr/>
          <p:nvPr/>
        </p:nvGrpSpPr>
        <p:grpSpPr>
          <a:xfrm flipH="1">
            <a:off x="5918068" y="4559726"/>
            <a:ext cx="1507118" cy="838832"/>
            <a:chOff x="7636893" y="2346251"/>
            <a:chExt cx="1507118" cy="838832"/>
          </a:xfrm>
        </p:grpSpPr>
        <p:grpSp>
          <p:nvGrpSpPr>
            <p:cNvPr id="1056" name="Google Shape;1056;p52">
              <a:extLst>
                <a:ext uri="{FF2B5EF4-FFF2-40B4-BE49-F238E27FC236}">
                  <a16:creationId xmlns:a16="http://schemas.microsoft.com/office/drawing/2014/main" id="{5F1F39C9-4239-B8CC-F45B-E91D7AE8682C}"/>
                </a:ext>
              </a:extLst>
            </p:cNvPr>
            <p:cNvGrpSpPr/>
            <p:nvPr/>
          </p:nvGrpSpPr>
          <p:grpSpPr>
            <a:xfrm flipH="1">
              <a:off x="7728620" y="2393076"/>
              <a:ext cx="1415391" cy="792008"/>
              <a:chOff x="1905568" y="363438"/>
              <a:chExt cx="1415391" cy="792008"/>
            </a:xfrm>
          </p:grpSpPr>
          <p:sp>
            <p:nvSpPr>
              <p:cNvPr id="1057" name="Google Shape;1057;p52">
                <a:extLst>
                  <a:ext uri="{FF2B5EF4-FFF2-40B4-BE49-F238E27FC236}">
                    <a16:creationId xmlns:a16="http://schemas.microsoft.com/office/drawing/2014/main" id="{CE7B90FC-11DA-1C9C-0FA8-AFC1EDA7CF99}"/>
                  </a:ext>
                </a:extLst>
              </p:cNvPr>
              <p:cNvSpPr/>
              <p:nvPr/>
            </p:nvSpPr>
            <p:spPr>
              <a:xfrm>
                <a:off x="1905568" y="363438"/>
                <a:ext cx="1342337" cy="713989"/>
              </a:xfrm>
              <a:custGeom>
                <a:avLst/>
                <a:gdLst/>
                <a:ahLst/>
                <a:cxnLst/>
                <a:rect l="l" t="t" r="r" b="b"/>
                <a:pathLst>
                  <a:path w="41912" h="22293" extrusionOk="0">
                    <a:moveTo>
                      <a:pt x="452" y="22293"/>
                    </a:moveTo>
                    <a:lnTo>
                      <a:pt x="0" y="21437"/>
                    </a:lnTo>
                    <a:lnTo>
                      <a:pt x="41270" y="0"/>
                    </a:lnTo>
                    <a:lnTo>
                      <a:pt x="41911" y="761"/>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52">
                <a:extLst>
                  <a:ext uri="{FF2B5EF4-FFF2-40B4-BE49-F238E27FC236}">
                    <a16:creationId xmlns:a16="http://schemas.microsoft.com/office/drawing/2014/main" id="{0D461FA0-F372-766C-F884-D9683A4B94EB}"/>
                  </a:ext>
                </a:extLst>
              </p:cNvPr>
              <p:cNvSpPr/>
              <p:nvPr/>
            </p:nvSpPr>
            <p:spPr>
              <a:xfrm>
                <a:off x="1975580" y="439535"/>
                <a:ext cx="1345379" cy="715911"/>
              </a:xfrm>
              <a:custGeom>
                <a:avLst/>
                <a:gdLst/>
                <a:ahLst/>
                <a:cxnLst/>
                <a:rect l="l" t="t" r="r" b="b"/>
                <a:pathLst>
                  <a:path w="42007" h="22353" extrusionOk="0">
                    <a:moveTo>
                      <a:pt x="452" y="22353"/>
                    </a:moveTo>
                    <a:lnTo>
                      <a:pt x="1" y="21497"/>
                    </a:lnTo>
                    <a:lnTo>
                      <a:pt x="41401" y="1"/>
                    </a:lnTo>
                    <a:lnTo>
                      <a:pt x="42007" y="773"/>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9" name="Google Shape;1059;p52">
              <a:extLst>
                <a:ext uri="{FF2B5EF4-FFF2-40B4-BE49-F238E27FC236}">
                  <a16:creationId xmlns:a16="http://schemas.microsoft.com/office/drawing/2014/main" id="{DAFDB781-CF9E-D151-6D33-7044C7C937CE}"/>
                </a:ext>
              </a:extLst>
            </p:cNvPr>
            <p:cNvGrpSpPr/>
            <p:nvPr/>
          </p:nvGrpSpPr>
          <p:grpSpPr>
            <a:xfrm flipH="1">
              <a:off x="7636893" y="2346251"/>
              <a:ext cx="257693" cy="199083"/>
              <a:chOff x="3154993" y="316614"/>
              <a:chExt cx="257693" cy="199083"/>
            </a:xfrm>
          </p:grpSpPr>
          <p:sp>
            <p:nvSpPr>
              <p:cNvPr id="1060" name="Google Shape;1060;p52">
                <a:extLst>
                  <a:ext uri="{FF2B5EF4-FFF2-40B4-BE49-F238E27FC236}">
                    <a16:creationId xmlns:a16="http://schemas.microsoft.com/office/drawing/2014/main" id="{07AF3891-CB52-CEB2-418B-63605344DC48}"/>
                  </a:ext>
                </a:extLst>
              </p:cNvPr>
              <p:cNvSpPr/>
              <p:nvPr/>
            </p:nvSpPr>
            <p:spPr>
              <a:xfrm>
                <a:off x="3185067" y="330578"/>
                <a:ext cx="227619" cy="137910"/>
              </a:xfrm>
              <a:custGeom>
                <a:avLst/>
                <a:gdLst/>
                <a:ahLst/>
                <a:cxnLst/>
                <a:rect l="l" t="t" r="r" b="b"/>
                <a:pathLst>
                  <a:path w="7107" h="4306" extrusionOk="0">
                    <a:moveTo>
                      <a:pt x="6067" y="1"/>
                    </a:moveTo>
                    <a:cubicBezTo>
                      <a:pt x="6037" y="1"/>
                      <a:pt x="6008" y="2"/>
                      <a:pt x="5978" y="4"/>
                    </a:cubicBezTo>
                    <a:cubicBezTo>
                      <a:pt x="5835" y="4"/>
                      <a:pt x="5693" y="52"/>
                      <a:pt x="5574" y="135"/>
                    </a:cubicBezTo>
                    <a:cubicBezTo>
                      <a:pt x="4956" y="515"/>
                      <a:pt x="2734" y="1906"/>
                      <a:pt x="1973" y="2274"/>
                    </a:cubicBezTo>
                    <a:cubicBezTo>
                      <a:pt x="1355" y="2571"/>
                      <a:pt x="773" y="2927"/>
                      <a:pt x="226" y="3331"/>
                    </a:cubicBezTo>
                    <a:lnTo>
                      <a:pt x="1" y="4306"/>
                    </a:lnTo>
                    <a:cubicBezTo>
                      <a:pt x="690" y="4258"/>
                      <a:pt x="1843" y="3676"/>
                      <a:pt x="1843" y="3676"/>
                    </a:cubicBezTo>
                    <a:cubicBezTo>
                      <a:pt x="1843" y="3676"/>
                      <a:pt x="5764" y="1490"/>
                      <a:pt x="6429" y="1038"/>
                    </a:cubicBezTo>
                    <a:cubicBezTo>
                      <a:pt x="7107" y="598"/>
                      <a:pt x="6786" y="278"/>
                      <a:pt x="6786" y="278"/>
                    </a:cubicBezTo>
                    <a:cubicBezTo>
                      <a:pt x="6583" y="96"/>
                      <a:pt x="6332" y="1"/>
                      <a:pt x="60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52">
                <a:extLst>
                  <a:ext uri="{FF2B5EF4-FFF2-40B4-BE49-F238E27FC236}">
                    <a16:creationId xmlns:a16="http://schemas.microsoft.com/office/drawing/2014/main" id="{1D50FF39-3847-0B8B-6FB7-9A0A9B015F10}"/>
                  </a:ext>
                </a:extLst>
              </p:cNvPr>
              <p:cNvSpPr/>
              <p:nvPr/>
            </p:nvSpPr>
            <p:spPr>
              <a:xfrm>
                <a:off x="3258890" y="401102"/>
                <a:ext cx="124875" cy="114594"/>
              </a:xfrm>
              <a:custGeom>
                <a:avLst/>
                <a:gdLst/>
                <a:ahLst/>
                <a:cxnLst/>
                <a:rect l="l" t="t" r="r" b="b"/>
                <a:pathLst>
                  <a:path w="3899" h="3578" extrusionOk="0">
                    <a:moveTo>
                      <a:pt x="1617" y="1"/>
                    </a:moveTo>
                    <a:lnTo>
                      <a:pt x="1" y="797"/>
                    </a:lnTo>
                    <a:lnTo>
                      <a:pt x="1522" y="1783"/>
                    </a:lnTo>
                    <a:lnTo>
                      <a:pt x="3661" y="3577"/>
                    </a:lnTo>
                    <a:lnTo>
                      <a:pt x="3899" y="3554"/>
                    </a:lnTo>
                    <a:lnTo>
                      <a:pt x="16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52">
                <a:extLst>
                  <a:ext uri="{FF2B5EF4-FFF2-40B4-BE49-F238E27FC236}">
                    <a16:creationId xmlns:a16="http://schemas.microsoft.com/office/drawing/2014/main" id="{0ED14E0F-99C3-A473-1AF5-6D80141826DF}"/>
                  </a:ext>
                </a:extLst>
              </p:cNvPr>
              <p:cNvSpPr/>
              <p:nvPr/>
            </p:nvSpPr>
            <p:spPr>
              <a:xfrm>
                <a:off x="3323233" y="426148"/>
                <a:ext cx="28280" cy="23957"/>
              </a:xfrm>
              <a:custGeom>
                <a:avLst/>
                <a:gdLst/>
                <a:ahLst/>
                <a:cxnLst/>
                <a:rect l="l" t="t" r="r" b="b"/>
                <a:pathLst>
                  <a:path w="883" h="748" extrusionOk="0">
                    <a:moveTo>
                      <a:pt x="399" y="1"/>
                    </a:moveTo>
                    <a:cubicBezTo>
                      <a:pt x="385" y="1"/>
                      <a:pt x="371" y="1"/>
                      <a:pt x="357" y="3"/>
                    </a:cubicBezTo>
                    <a:cubicBezTo>
                      <a:pt x="155" y="15"/>
                      <a:pt x="0" y="193"/>
                      <a:pt x="24" y="407"/>
                    </a:cubicBezTo>
                    <a:cubicBezTo>
                      <a:pt x="39" y="618"/>
                      <a:pt x="212" y="748"/>
                      <a:pt x="391" y="748"/>
                    </a:cubicBezTo>
                    <a:cubicBezTo>
                      <a:pt x="494" y="748"/>
                      <a:pt x="599" y="705"/>
                      <a:pt x="678" y="609"/>
                    </a:cubicBezTo>
                    <a:cubicBezTo>
                      <a:pt x="882" y="370"/>
                      <a:pt x="706" y="1"/>
                      <a:pt x="3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52">
                <a:extLst>
                  <a:ext uri="{FF2B5EF4-FFF2-40B4-BE49-F238E27FC236}">
                    <a16:creationId xmlns:a16="http://schemas.microsoft.com/office/drawing/2014/main" id="{8B4E798A-A4CE-D7B2-8B9E-BFD368353753}"/>
                  </a:ext>
                </a:extLst>
              </p:cNvPr>
              <p:cNvSpPr/>
              <p:nvPr/>
            </p:nvSpPr>
            <p:spPr>
              <a:xfrm>
                <a:off x="3196116" y="452475"/>
                <a:ext cx="42661" cy="40387"/>
              </a:xfrm>
              <a:custGeom>
                <a:avLst/>
                <a:gdLst/>
                <a:ahLst/>
                <a:cxnLst/>
                <a:rect l="l" t="t" r="r" b="b"/>
                <a:pathLst>
                  <a:path w="1332" h="1261" extrusionOk="0">
                    <a:moveTo>
                      <a:pt x="452" y="1"/>
                    </a:moveTo>
                    <a:lnTo>
                      <a:pt x="0" y="298"/>
                    </a:lnTo>
                    <a:lnTo>
                      <a:pt x="1010" y="1260"/>
                    </a:lnTo>
                    <a:lnTo>
                      <a:pt x="1331" y="1225"/>
                    </a:lnTo>
                    <a:lnTo>
                      <a:pt x="4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52">
                <a:extLst>
                  <a:ext uri="{FF2B5EF4-FFF2-40B4-BE49-F238E27FC236}">
                    <a16:creationId xmlns:a16="http://schemas.microsoft.com/office/drawing/2014/main" id="{772EC8CA-6FF1-34C6-E452-64E0BB5C126B}"/>
                  </a:ext>
                </a:extLst>
              </p:cNvPr>
              <p:cNvSpPr/>
              <p:nvPr/>
            </p:nvSpPr>
            <p:spPr>
              <a:xfrm>
                <a:off x="3170622" y="316614"/>
                <a:ext cx="122569" cy="110399"/>
              </a:xfrm>
              <a:custGeom>
                <a:avLst/>
                <a:gdLst/>
                <a:ahLst/>
                <a:cxnLst/>
                <a:rect l="l" t="t" r="r" b="b"/>
                <a:pathLst>
                  <a:path w="3827" h="3447" extrusionOk="0">
                    <a:moveTo>
                      <a:pt x="24" y="1"/>
                    </a:moveTo>
                    <a:lnTo>
                      <a:pt x="0" y="238"/>
                    </a:lnTo>
                    <a:lnTo>
                      <a:pt x="1878" y="2555"/>
                    </a:lnTo>
                    <a:lnTo>
                      <a:pt x="2555" y="3447"/>
                    </a:lnTo>
                    <a:lnTo>
                      <a:pt x="3826" y="2294"/>
                    </a:lnTo>
                    <a:lnTo>
                      <a:pt x="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52">
                <a:extLst>
                  <a:ext uri="{FF2B5EF4-FFF2-40B4-BE49-F238E27FC236}">
                    <a16:creationId xmlns:a16="http://schemas.microsoft.com/office/drawing/2014/main" id="{6ED37196-57B2-A69E-7924-C1E319F4867C}"/>
                  </a:ext>
                </a:extLst>
              </p:cNvPr>
              <p:cNvSpPr/>
              <p:nvPr/>
            </p:nvSpPr>
            <p:spPr>
              <a:xfrm>
                <a:off x="3233364" y="351972"/>
                <a:ext cx="30138" cy="26134"/>
              </a:xfrm>
              <a:custGeom>
                <a:avLst/>
                <a:gdLst/>
                <a:ahLst/>
                <a:cxnLst/>
                <a:rect l="l" t="t" r="r" b="b"/>
                <a:pathLst>
                  <a:path w="941" h="816" extrusionOk="0">
                    <a:moveTo>
                      <a:pt x="472" y="1"/>
                    </a:moveTo>
                    <a:cubicBezTo>
                      <a:pt x="303" y="1"/>
                      <a:pt x="137" y="103"/>
                      <a:pt x="85" y="299"/>
                    </a:cubicBezTo>
                    <a:cubicBezTo>
                      <a:pt x="0" y="572"/>
                      <a:pt x="222" y="816"/>
                      <a:pt x="471" y="816"/>
                    </a:cubicBezTo>
                    <a:cubicBezTo>
                      <a:pt x="536" y="816"/>
                      <a:pt x="603" y="799"/>
                      <a:pt x="667" y="762"/>
                    </a:cubicBezTo>
                    <a:cubicBezTo>
                      <a:pt x="869" y="655"/>
                      <a:pt x="941" y="406"/>
                      <a:pt x="834" y="216"/>
                    </a:cubicBezTo>
                    <a:cubicBezTo>
                      <a:pt x="753" y="71"/>
                      <a:pt x="612" y="1"/>
                      <a:pt x="4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52">
                <a:extLst>
                  <a:ext uri="{FF2B5EF4-FFF2-40B4-BE49-F238E27FC236}">
                    <a16:creationId xmlns:a16="http://schemas.microsoft.com/office/drawing/2014/main" id="{EEE42B12-C3EB-87F4-4C79-5D97B90E57E8}"/>
                  </a:ext>
                </a:extLst>
              </p:cNvPr>
              <p:cNvSpPr/>
              <p:nvPr/>
            </p:nvSpPr>
            <p:spPr>
              <a:xfrm>
                <a:off x="3154993" y="413657"/>
                <a:ext cx="41155" cy="46856"/>
              </a:xfrm>
              <a:custGeom>
                <a:avLst/>
                <a:gdLst/>
                <a:ahLst/>
                <a:cxnLst/>
                <a:rect l="l" t="t" r="r" b="b"/>
                <a:pathLst>
                  <a:path w="1285" h="1463" extrusionOk="0">
                    <a:moveTo>
                      <a:pt x="25" y="1"/>
                    </a:moveTo>
                    <a:lnTo>
                      <a:pt x="1" y="322"/>
                    </a:lnTo>
                    <a:lnTo>
                      <a:pt x="1165" y="1462"/>
                    </a:lnTo>
                    <a:lnTo>
                      <a:pt x="1284" y="833"/>
                    </a:lnTo>
                    <a:lnTo>
                      <a:pt x="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52">
                <a:extLst>
                  <a:ext uri="{FF2B5EF4-FFF2-40B4-BE49-F238E27FC236}">
                    <a16:creationId xmlns:a16="http://schemas.microsoft.com/office/drawing/2014/main" id="{817A480E-8501-579A-0454-FB3AFF56F9C3}"/>
                  </a:ext>
                </a:extLst>
              </p:cNvPr>
              <p:cNvSpPr/>
              <p:nvPr/>
            </p:nvSpPr>
            <p:spPr>
              <a:xfrm>
                <a:off x="3196501" y="402640"/>
                <a:ext cx="23989" cy="36928"/>
              </a:xfrm>
              <a:custGeom>
                <a:avLst/>
                <a:gdLst/>
                <a:ahLst/>
                <a:cxnLst/>
                <a:rect l="l" t="t" r="r" b="b"/>
                <a:pathLst>
                  <a:path w="749" h="1153" extrusionOk="0">
                    <a:moveTo>
                      <a:pt x="666" y="0"/>
                    </a:moveTo>
                    <a:lnTo>
                      <a:pt x="416" y="107"/>
                    </a:lnTo>
                    <a:lnTo>
                      <a:pt x="0" y="1153"/>
                    </a:lnTo>
                    <a:lnTo>
                      <a:pt x="749" y="594"/>
                    </a:lnTo>
                    <a:lnTo>
                      <a:pt x="6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52">
                <a:extLst>
                  <a:ext uri="{FF2B5EF4-FFF2-40B4-BE49-F238E27FC236}">
                    <a16:creationId xmlns:a16="http://schemas.microsoft.com/office/drawing/2014/main" id="{294A5A2F-8DBE-BC5F-4041-893E864C1204}"/>
                  </a:ext>
                </a:extLst>
              </p:cNvPr>
              <p:cNvSpPr/>
              <p:nvPr/>
            </p:nvSpPr>
            <p:spPr>
              <a:xfrm>
                <a:off x="3316380" y="427749"/>
                <a:ext cx="13355" cy="14476"/>
              </a:xfrm>
              <a:custGeom>
                <a:avLst/>
                <a:gdLst/>
                <a:ahLst/>
                <a:cxnLst/>
                <a:rect l="l" t="t" r="r" b="b"/>
                <a:pathLst>
                  <a:path w="417" h="452" extrusionOk="0">
                    <a:moveTo>
                      <a:pt x="416" y="0"/>
                    </a:moveTo>
                    <a:lnTo>
                      <a:pt x="0" y="286"/>
                    </a:lnTo>
                    <a:lnTo>
                      <a:pt x="404" y="452"/>
                    </a:lnTo>
                    <a:lnTo>
                      <a:pt x="4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52">
                <a:extLst>
                  <a:ext uri="{FF2B5EF4-FFF2-40B4-BE49-F238E27FC236}">
                    <a16:creationId xmlns:a16="http://schemas.microsoft.com/office/drawing/2014/main" id="{42FB7E6B-0392-976D-BA98-A8A1C151C6F5}"/>
                  </a:ext>
                </a:extLst>
              </p:cNvPr>
              <p:cNvSpPr/>
              <p:nvPr/>
            </p:nvSpPr>
            <p:spPr>
              <a:xfrm>
                <a:off x="3230354" y="352389"/>
                <a:ext cx="14893" cy="13740"/>
              </a:xfrm>
              <a:custGeom>
                <a:avLst/>
                <a:gdLst/>
                <a:ahLst/>
                <a:cxnLst/>
                <a:rect l="l" t="t" r="r" b="b"/>
                <a:pathLst>
                  <a:path w="465" h="429" extrusionOk="0">
                    <a:moveTo>
                      <a:pt x="464" y="1"/>
                    </a:moveTo>
                    <a:lnTo>
                      <a:pt x="1" y="167"/>
                    </a:lnTo>
                    <a:lnTo>
                      <a:pt x="345" y="428"/>
                    </a:lnTo>
                    <a:lnTo>
                      <a:pt x="4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5" name="Picture 4">
            <a:extLst>
              <a:ext uri="{FF2B5EF4-FFF2-40B4-BE49-F238E27FC236}">
                <a16:creationId xmlns:a16="http://schemas.microsoft.com/office/drawing/2014/main" id="{C9ADC791-429C-BD31-317E-19ABF7E5D3E0}"/>
              </a:ext>
            </a:extLst>
          </p:cNvPr>
          <p:cNvPicPr>
            <a:picLocks noChangeAspect="1"/>
          </p:cNvPicPr>
          <p:nvPr/>
        </p:nvPicPr>
        <p:blipFill>
          <a:blip r:embed="rId3"/>
          <a:stretch>
            <a:fillRect/>
          </a:stretch>
        </p:blipFill>
        <p:spPr>
          <a:xfrm>
            <a:off x="231310" y="1234360"/>
            <a:ext cx="5686758" cy="2804009"/>
          </a:xfrm>
          <a:prstGeom prst="rect">
            <a:avLst/>
          </a:prstGeom>
          <a:ln>
            <a:noFill/>
          </a:ln>
          <a:effectLst>
            <a:outerShdw blurRad="292100" dist="139700" dir="2700000" algn="tl" rotWithShape="0">
              <a:srgbClr val="333333">
                <a:alpha val="65000"/>
              </a:srgbClr>
            </a:outerShdw>
          </a:effectLst>
        </p:spPr>
      </p:pic>
      <p:sp>
        <p:nvSpPr>
          <p:cNvPr id="8" name="Rectangle 3">
            <a:extLst>
              <a:ext uri="{FF2B5EF4-FFF2-40B4-BE49-F238E27FC236}">
                <a16:creationId xmlns:a16="http://schemas.microsoft.com/office/drawing/2014/main" id="{FF38F2A8-7E94-5882-AD37-D559E3EF6F86}"/>
              </a:ext>
            </a:extLst>
          </p:cNvPr>
          <p:cNvSpPr>
            <a:spLocks noChangeArrowheads="1"/>
          </p:cNvSpPr>
          <p:nvPr/>
        </p:nvSpPr>
        <p:spPr bwMode="auto">
          <a:xfrm>
            <a:off x="5984977" y="2174699"/>
            <a:ext cx="327797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Detect outliers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Understand delay frequency </a:t>
            </a:r>
          </a:p>
        </p:txBody>
      </p:sp>
    </p:spTree>
    <p:extLst>
      <p:ext uri="{BB962C8B-B14F-4D97-AF65-F5344CB8AC3E}">
        <p14:creationId xmlns:p14="http://schemas.microsoft.com/office/powerpoint/2010/main" val="6150870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35">
          <a:extLst>
            <a:ext uri="{FF2B5EF4-FFF2-40B4-BE49-F238E27FC236}">
              <a16:creationId xmlns:a16="http://schemas.microsoft.com/office/drawing/2014/main" id="{5459184E-7A03-92EA-E7DC-5CC54FBEF2AA}"/>
            </a:ext>
          </a:extLst>
        </p:cNvPr>
        <p:cNvGrpSpPr/>
        <p:nvPr/>
      </p:nvGrpSpPr>
      <p:grpSpPr>
        <a:xfrm>
          <a:off x="0" y="0"/>
          <a:ext cx="0" cy="0"/>
          <a:chOff x="0" y="0"/>
          <a:chExt cx="0" cy="0"/>
        </a:xfrm>
      </p:grpSpPr>
      <p:sp>
        <p:nvSpPr>
          <p:cNvPr id="1036" name="Google Shape;1036;p52">
            <a:extLst>
              <a:ext uri="{FF2B5EF4-FFF2-40B4-BE49-F238E27FC236}">
                <a16:creationId xmlns:a16="http://schemas.microsoft.com/office/drawing/2014/main" id="{39EBDDB5-AE88-6C4C-5074-E75E5ED56CC9}"/>
              </a:ext>
            </a:extLst>
          </p:cNvPr>
          <p:cNvSpPr txBox="1">
            <a:spLocks noGrp="1"/>
          </p:cNvSpPr>
          <p:nvPr>
            <p:ph type="title"/>
          </p:nvPr>
        </p:nvSpPr>
        <p:spPr>
          <a:xfrm>
            <a:off x="717613" y="433350"/>
            <a:ext cx="7708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rPr>
              <a:t>Logistic Regression</a:t>
            </a:r>
            <a:endParaRPr dirty="0">
              <a:solidFill>
                <a:schemeClr val="dk2"/>
              </a:solidFill>
            </a:endParaRPr>
          </a:p>
        </p:txBody>
      </p:sp>
      <p:grpSp>
        <p:nvGrpSpPr>
          <p:cNvPr id="1055" name="Google Shape;1055;p52">
            <a:extLst>
              <a:ext uri="{FF2B5EF4-FFF2-40B4-BE49-F238E27FC236}">
                <a16:creationId xmlns:a16="http://schemas.microsoft.com/office/drawing/2014/main" id="{CC0A4040-25E8-4FAD-F479-3D5F2D7FC64B}"/>
              </a:ext>
            </a:extLst>
          </p:cNvPr>
          <p:cNvGrpSpPr/>
          <p:nvPr/>
        </p:nvGrpSpPr>
        <p:grpSpPr>
          <a:xfrm flipH="1">
            <a:off x="5918068" y="4559726"/>
            <a:ext cx="1507118" cy="838832"/>
            <a:chOff x="7636893" y="2346251"/>
            <a:chExt cx="1507118" cy="838832"/>
          </a:xfrm>
        </p:grpSpPr>
        <p:grpSp>
          <p:nvGrpSpPr>
            <p:cNvPr id="1056" name="Google Shape;1056;p52">
              <a:extLst>
                <a:ext uri="{FF2B5EF4-FFF2-40B4-BE49-F238E27FC236}">
                  <a16:creationId xmlns:a16="http://schemas.microsoft.com/office/drawing/2014/main" id="{219CAE9A-8AC1-8362-F504-05287B422A22}"/>
                </a:ext>
              </a:extLst>
            </p:cNvPr>
            <p:cNvGrpSpPr/>
            <p:nvPr/>
          </p:nvGrpSpPr>
          <p:grpSpPr>
            <a:xfrm flipH="1">
              <a:off x="7728620" y="2393076"/>
              <a:ext cx="1415391" cy="792008"/>
              <a:chOff x="1905568" y="363438"/>
              <a:chExt cx="1415391" cy="792008"/>
            </a:xfrm>
          </p:grpSpPr>
          <p:sp>
            <p:nvSpPr>
              <p:cNvPr id="1057" name="Google Shape;1057;p52">
                <a:extLst>
                  <a:ext uri="{FF2B5EF4-FFF2-40B4-BE49-F238E27FC236}">
                    <a16:creationId xmlns:a16="http://schemas.microsoft.com/office/drawing/2014/main" id="{8D1B10D0-5ABA-0FB5-5C27-B7B44735D911}"/>
                  </a:ext>
                </a:extLst>
              </p:cNvPr>
              <p:cNvSpPr/>
              <p:nvPr/>
            </p:nvSpPr>
            <p:spPr>
              <a:xfrm>
                <a:off x="1905568" y="363438"/>
                <a:ext cx="1342337" cy="713989"/>
              </a:xfrm>
              <a:custGeom>
                <a:avLst/>
                <a:gdLst/>
                <a:ahLst/>
                <a:cxnLst/>
                <a:rect l="l" t="t" r="r" b="b"/>
                <a:pathLst>
                  <a:path w="41912" h="22293" extrusionOk="0">
                    <a:moveTo>
                      <a:pt x="452" y="22293"/>
                    </a:moveTo>
                    <a:lnTo>
                      <a:pt x="0" y="21437"/>
                    </a:lnTo>
                    <a:lnTo>
                      <a:pt x="41270" y="0"/>
                    </a:lnTo>
                    <a:lnTo>
                      <a:pt x="41911" y="761"/>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52">
                <a:extLst>
                  <a:ext uri="{FF2B5EF4-FFF2-40B4-BE49-F238E27FC236}">
                    <a16:creationId xmlns:a16="http://schemas.microsoft.com/office/drawing/2014/main" id="{03AB49F3-3B32-C5F9-306A-B0BB9BB90A95}"/>
                  </a:ext>
                </a:extLst>
              </p:cNvPr>
              <p:cNvSpPr/>
              <p:nvPr/>
            </p:nvSpPr>
            <p:spPr>
              <a:xfrm>
                <a:off x="1975580" y="439535"/>
                <a:ext cx="1345379" cy="715911"/>
              </a:xfrm>
              <a:custGeom>
                <a:avLst/>
                <a:gdLst/>
                <a:ahLst/>
                <a:cxnLst/>
                <a:rect l="l" t="t" r="r" b="b"/>
                <a:pathLst>
                  <a:path w="42007" h="22353" extrusionOk="0">
                    <a:moveTo>
                      <a:pt x="452" y="22353"/>
                    </a:moveTo>
                    <a:lnTo>
                      <a:pt x="1" y="21497"/>
                    </a:lnTo>
                    <a:lnTo>
                      <a:pt x="41401" y="1"/>
                    </a:lnTo>
                    <a:lnTo>
                      <a:pt x="42007" y="773"/>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9" name="Google Shape;1059;p52">
              <a:extLst>
                <a:ext uri="{FF2B5EF4-FFF2-40B4-BE49-F238E27FC236}">
                  <a16:creationId xmlns:a16="http://schemas.microsoft.com/office/drawing/2014/main" id="{05E4FB86-9356-0F66-F0C0-2EDB12D491AB}"/>
                </a:ext>
              </a:extLst>
            </p:cNvPr>
            <p:cNvGrpSpPr/>
            <p:nvPr/>
          </p:nvGrpSpPr>
          <p:grpSpPr>
            <a:xfrm flipH="1">
              <a:off x="7636893" y="2346251"/>
              <a:ext cx="257693" cy="199083"/>
              <a:chOff x="3154993" y="316614"/>
              <a:chExt cx="257693" cy="199083"/>
            </a:xfrm>
          </p:grpSpPr>
          <p:sp>
            <p:nvSpPr>
              <p:cNvPr id="1060" name="Google Shape;1060;p52">
                <a:extLst>
                  <a:ext uri="{FF2B5EF4-FFF2-40B4-BE49-F238E27FC236}">
                    <a16:creationId xmlns:a16="http://schemas.microsoft.com/office/drawing/2014/main" id="{A4B76294-5207-937E-B2F2-DA916B73A51B}"/>
                  </a:ext>
                </a:extLst>
              </p:cNvPr>
              <p:cNvSpPr/>
              <p:nvPr/>
            </p:nvSpPr>
            <p:spPr>
              <a:xfrm>
                <a:off x="3185067" y="330578"/>
                <a:ext cx="227619" cy="137910"/>
              </a:xfrm>
              <a:custGeom>
                <a:avLst/>
                <a:gdLst/>
                <a:ahLst/>
                <a:cxnLst/>
                <a:rect l="l" t="t" r="r" b="b"/>
                <a:pathLst>
                  <a:path w="7107" h="4306" extrusionOk="0">
                    <a:moveTo>
                      <a:pt x="6067" y="1"/>
                    </a:moveTo>
                    <a:cubicBezTo>
                      <a:pt x="6037" y="1"/>
                      <a:pt x="6008" y="2"/>
                      <a:pt x="5978" y="4"/>
                    </a:cubicBezTo>
                    <a:cubicBezTo>
                      <a:pt x="5835" y="4"/>
                      <a:pt x="5693" y="52"/>
                      <a:pt x="5574" y="135"/>
                    </a:cubicBezTo>
                    <a:cubicBezTo>
                      <a:pt x="4956" y="515"/>
                      <a:pt x="2734" y="1906"/>
                      <a:pt x="1973" y="2274"/>
                    </a:cubicBezTo>
                    <a:cubicBezTo>
                      <a:pt x="1355" y="2571"/>
                      <a:pt x="773" y="2927"/>
                      <a:pt x="226" y="3331"/>
                    </a:cubicBezTo>
                    <a:lnTo>
                      <a:pt x="1" y="4306"/>
                    </a:lnTo>
                    <a:cubicBezTo>
                      <a:pt x="690" y="4258"/>
                      <a:pt x="1843" y="3676"/>
                      <a:pt x="1843" y="3676"/>
                    </a:cubicBezTo>
                    <a:cubicBezTo>
                      <a:pt x="1843" y="3676"/>
                      <a:pt x="5764" y="1490"/>
                      <a:pt x="6429" y="1038"/>
                    </a:cubicBezTo>
                    <a:cubicBezTo>
                      <a:pt x="7107" y="598"/>
                      <a:pt x="6786" y="278"/>
                      <a:pt x="6786" y="278"/>
                    </a:cubicBezTo>
                    <a:cubicBezTo>
                      <a:pt x="6583" y="96"/>
                      <a:pt x="6332" y="1"/>
                      <a:pt x="60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52">
                <a:extLst>
                  <a:ext uri="{FF2B5EF4-FFF2-40B4-BE49-F238E27FC236}">
                    <a16:creationId xmlns:a16="http://schemas.microsoft.com/office/drawing/2014/main" id="{1AABB8CF-61EA-DA9D-5C71-53ED13493BD9}"/>
                  </a:ext>
                </a:extLst>
              </p:cNvPr>
              <p:cNvSpPr/>
              <p:nvPr/>
            </p:nvSpPr>
            <p:spPr>
              <a:xfrm>
                <a:off x="3258890" y="401102"/>
                <a:ext cx="124875" cy="114594"/>
              </a:xfrm>
              <a:custGeom>
                <a:avLst/>
                <a:gdLst/>
                <a:ahLst/>
                <a:cxnLst/>
                <a:rect l="l" t="t" r="r" b="b"/>
                <a:pathLst>
                  <a:path w="3899" h="3578" extrusionOk="0">
                    <a:moveTo>
                      <a:pt x="1617" y="1"/>
                    </a:moveTo>
                    <a:lnTo>
                      <a:pt x="1" y="797"/>
                    </a:lnTo>
                    <a:lnTo>
                      <a:pt x="1522" y="1783"/>
                    </a:lnTo>
                    <a:lnTo>
                      <a:pt x="3661" y="3577"/>
                    </a:lnTo>
                    <a:lnTo>
                      <a:pt x="3899" y="3554"/>
                    </a:lnTo>
                    <a:lnTo>
                      <a:pt x="16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52">
                <a:extLst>
                  <a:ext uri="{FF2B5EF4-FFF2-40B4-BE49-F238E27FC236}">
                    <a16:creationId xmlns:a16="http://schemas.microsoft.com/office/drawing/2014/main" id="{D771CE59-BCAE-0D82-699E-D1C8BE339166}"/>
                  </a:ext>
                </a:extLst>
              </p:cNvPr>
              <p:cNvSpPr/>
              <p:nvPr/>
            </p:nvSpPr>
            <p:spPr>
              <a:xfrm>
                <a:off x="3323233" y="426148"/>
                <a:ext cx="28280" cy="23957"/>
              </a:xfrm>
              <a:custGeom>
                <a:avLst/>
                <a:gdLst/>
                <a:ahLst/>
                <a:cxnLst/>
                <a:rect l="l" t="t" r="r" b="b"/>
                <a:pathLst>
                  <a:path w="883" h="748" extrusionOk="0">
                    <a:moveTo>
                      <a:pt x="399" y="1"/>
                    </a:moveTo>
                    <a:cubicBezTo>
                      <a:pt x="385" y="1"/>
                      <a:pt x="371" y="1"/>
                      <a:pt x="357" y="3"/>
                    </a:cubicBezTo>
                    <a:cubicBezTo>
                      <a:pt x="155" y="15"/>
                      <a:pt x="0" y="193"/>
                      <a:pt x="24" y="407"/>
                    </a:cubicBezTo>
                    <a:cubicBezTo>
                      <a:pt x="39" y="618"/>
                      <a:pt x="212" y="748"/>
                      <a:pt x="391" y="748"/>
                    </a:cubicBezTo>
                    <a:cubicBezTo>
                      <a:pt x="494" y="748"/>
                      <a:pt x="599" y="705"/>
                      <a:pt x="678" y="609"/>
                    </a:cubicBezTo>
                    <a:cubicBezTo>
                      <a:pt x="882" y="370"/>
                      <a:pt x="706" y="1"/>
                      <a:pt x="3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52">
                <a:extLst>
                  <a:ext uri="{FF2B5EF4-FFF2-40B4-BE49-F238E27FC236}">
                    <a16:creationId xmlns:a16="http://schemas.microsoft.com/office/drawing/2014/main" id="{9ED29016-C71D-18AB-7BCB-0D29593C39E0}"/>
                  </a:ext>
                </a:extLst>
              </p:cNvPr>
              <p:cNvSpPr/>
              <p:nvPr/>
            </p:nvSpPr>
            <p:spPr>
              <a:xfrm>
                <a:off x="3196116" y="452475"/>
                <a:ext cx="42661" cy="40387"/>
              </a:xfrm>
              <a:custGeom>
                <a:avLst/>
                <a:gdLst/>
                <a:ahLst/>
                <a:cxnLst/>
                <a:rect l="l" t="t" r="r" b="b"/>
                <a:pathLst>
                  <a:path w="1332" h="1261" extrusionOk="0">
                    <a:moveTo>
                      <a:pt x="452" y="1"/>
                    </a:moveTo>
                    <a:lnTo>
                      <a:pt x="0" y="298"/>
                    </a:lnTo>
                    <a:lnTo>
                      <a:pt x="1010" y="1260"/>
                    </a:lnTo>
                    <a:lnTo>
                      <a:pt x="1331" y="1225"/>
                    </a:lnTo>
                    <a:lnTo>
                      <a:pt x="4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52">
                <a:extLst>
                  <a:ext uri="{FF2B5EF4-FFF2-40B4-BE49-F238E27FC236}">
                    <a16:creationId xmlns:a16="http://schemas.microsoft.com/office/drawing/2014/main" id="{0F22771B-2348-CA05-C510-FFECC142B161}"/>
                  </a:ext>
                </a:extLst>
              </p:cNvPr>
              <p:cNvSpPr/>
              <p:nvPr/>
            </p:nvSpPr>
            <p:spPr>
              <a:xfrm>
                <a:off x="3170622" y="316614"/>
                <a:ext cx="122569" cy="110399"/>
              </a:xfrm>
              <a:custGeom>
                <a:avLst/>
                <a:gdLst/>
                <a:ahLst/>
                <a:cxnLst/>
                <a:rect l="l" t="t" r="r" b="b"/>
                <a:pathLst>
                  <a:path w="3827" h="3447" extrusionOk="0">
                    <a:moveTo>
                      <a:pt x="24" y="1"/>
                    </a:moveTo>
                    <a:lnTo>
                      <a:pt x="0" y="238"/>
                    </a:lnTo>
                    <a:lnTo>
                      <a:pt x="1878" y="2555"/>
                    </a:lnTo>
                    <a:lnTo>
                      <a:pt x="2555" y="3447"/>
                    </a:lnTo>
                    <a:lnTo>
                      <a:pt x="3826" y="2294"/>
                    </a:lnTo>
                    <a:lnTo>
                      <a:pt x="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52">
                <a:extLst>
                  <a:ext uri="{FF2B5EF4-FFF2-40B4-BE49-F238E27FC236}">
                    <a16:creationId xmlns:a16="http://schemas.microsoft.com/office/drawing/2014/main" id="{F102BCCE-CFCF-6698-EAF1-33A16EE9E534}"/>
                  </a:ext>
                </a:extLst>
              </p:cNvPr>
              <p:cNvSpPr/>
              <p:nvPr/>
            </p:nvSpPr>
            <p:spPr>
              <a:xfrm>
                <a:off x="3233364" y="351972"/>
                <a:ext cx="30138" cy="26134"/>
              </a:xfrm>
              <a:custGeom>
                <a:avLst/>
                <a:gdLst/>
                <a:ahLst/>
                <a:cxnLst/>
                <a:rect l="l" t="t" r="r" b="b"/>
                <a:pathLst>
                  <a:path w="941" h="816" extrusionOk="0">
                    <a:moveTo>
                      <a:pt x="472" y="1"/>
                    </a:moveTo>
                    <a:cubicBezTo>
                      <a:pt x="303" y="1"/>
                      <a:pt x="137" y="103"/>
                      <a:pt x="85" y="299"/>
                    </a:cubicBezTo>
                    <a:cubicBezTo>
                      <a:pt x="0" y="572"/>
                      <a:pt x="222" y="816"/>
                      <a:pt x="471" y="816"/>
                    </a:cubicBezTo>
                    <a:cubicBezTo>
                      <a:pt x="536" y="816"/>
                      <a:pt x="603" y="799"/>
                      <a:pt x="667" y="762"/>
                    </a:cubicBezTo>
                    <a:cubicBezTo>
                      <a:pt x="869" y="655"/>
                      <a:pt x="941" y="406"/>
                      <a:pt x="834" y="216"/>
                    </a:cubicBezTo>
                    <a:cubicBezTo>
                      <a:pt x="753" y="71"/>
                      <a:pt x="612" y="1"/>
                      <a:pt x="4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52">
                <a:extLst>
                  <a:ext uri="{FF2B5EF4-FFF2-40B4-BE49-F238E27FC236}">
                    <a16:creationId xmlns:a16="http://schemas.microsoft.com/office/drawing/2014/main" id="{38CAC56A-51B8-34E6-20E6-7FAF7318D2B7}"/>
                  </a:ext>
                </a:extLst>
              </p:cNvPr>
              <p:cNvSpPr/>
              <p:nvPr/>
            </p:nvSpPr>
            <p:spPr>
              <a:xfrm>
                <a:off x="3154993" y="413657"/>
                <a:ext cx="41155" cy="46856"/>
              </a:xfrm>
              <a:custGeom>
                <a:avLst/>
                <a:gdLst/>
                <a:ahLst/>
                <a:cxnLst/>
                <a:rect l="l" t="t" r="r" b="b"/>
                <a:pathLst>
                  <a:path w="1285" h="1463" extrusionOk="0">
                    <a:moveTo>
                      <a:pt x="25" y="1"/>
                    </a:moveTo>
                    <a:lnTo>
                      <a:pt x="1" y="322"/>
                    </a:lnTo>
                    <a:lnTo>
                      <a:pt x="1165" y="1462"/>
                    </a:lnTo>
                    <a:lnTo>
                      <a:pt x="1284" y="833"/>
                    </a:lnTo>
                    <a:lnTo>
                      <a:pt x="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52">
                <a:extLst>
                  <a:ext uri="{FF2B5EF4-FFF2-40B4-BE49-F238E27FC236}">
                    <a16:creationId xmlns:a16="http://schemas.microsoft.com/office/drawing/2014/main" id="{F4ED09EF-8807-1730-7F34-ED371A0BA40B}"/>
                  </a:ext>
                </a:extLst>
              </p:cNvPr>
              <p:cNvSpPr/>
              <p:nvPr/>
            </p:nvSpPr>
            <p:spPr>
              <a:xfrm>
                <a:off x="3196501" y="402640"/>
                <a:ext cx="23989" cy="36928"/>
              </a:xfrm>
              <a:custGeom>
                <a:avLst/>
                <a:gdLst/>
                <a:ahLst/>
                <a:cxnLst/>
                <a:rect l="l" t="t" r="r" b="b"/>
                <a:pathLst>
                  <a:path w="749" h="1153" extrusionOk="0">
                    <a:moveTo>
                      <a:pt x="666" y="0"/>
                    </a:moveTo>
                    <a:lnTo>
                      <a:pt x="416" y="107"/>
                    </a:lnTo>
                    <a:lnTo>
                      <a:pt x="0" y="1153"/>
                    </a:lnTo>
                    <a:lnTo>
                      <a:pt x="749" y="594"/>
                    </a:lnTo>
                    <a:lnTo>
                      <a:pt x="6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52">
                <a:extLst>
                  <a:ext uri="{FF2B5EF4-FFF2-40B4-BE49-F238E27FC236}">
                    <a16:creationId xmlns:a16="http://schemas.microsoft.com/office/drawing/2014/main" id="{70B26690-EB92-9E7E-230F-44C9200821F9}"/>
                  </a:ext>
                </a:extLst>
              </p:cNvPr>
              <p:cNvSpPr/>
              <p:nvPr/>
            </p:nvSpPr>
            <p:spPr>
              <a:xfrm>
                <a:off x="3316380" y="427749"/>
                <a:ext cx="13355" cy="14476"/>
              </a:xfrm>
              <a:custGeom>
                <a:avLst/>
                <a:gdLst/>
                <a:ahLst/>
                <a:cxnLst/>
                <a:rect l="l" t="t" r="r" b="b"/>
                <a:pathLst>
                  <a:path w="417" h="452" extrusionOk="0">
                    <a:moveTo>
                      <a:pt x="416" y="0"/>
                    </a:moveTo>
                    <a:lnTo>
                      <a:pt x="0" y="286"/>
                    </a:lnTo>
                    <a:lnTo>
                      <a:pt x="404" y="452"/>
                    </a:lnTo>
                    <a:lnTo>
                      <a:pt x="4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52">
                <a:extLst>
                  <a:ext uri="{FF2B5EF4-FFF2-40B4-BE49-F238E27FC236}">
                    <a16:creationId xmlns:a16="http://schemas.microsoft.com/office/drawing/2014/main" id="{44609C85-4CDE-0CB9-824E-72087984AF2D}"/>
                  </a:ext>
                </a:extLst>
              </p:cNvPr>
              <p:cNvSpPr/>
              <p:nvPr/>
            </p:nvSpPr>
            <p:spPr>
              <a:xfrm>
                <a:off x="3230354" y="352389"/>
                <a:ext cx="14893" cy="13740"/>
              </a:xfrm>
              <a:custGeom>
                <a:avLst/>
                <a:gdLst/>
                <a:ahLst/>
                <a:cxnLst/>
                <a:rect l="l" t="t" r="r" b="b"/>
                <a:pathLst>
                  <a:path w="465" h="429" extrusionOk="0">
                    <a:moveTo>
                      <a:pt x="464" y="1"/>
                    </a:moveTo>
                    <a:lnTo>
                      <a:pt x="1" y="167"/>
                    </a:lnTo>
                    <a:lnTo>
                      <a:pt x="345" y="428"/>
                    </a:lnTo>
                    <a:lnTo>
                      <a:pt x="4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5" name="Picture 4">
            <a:extLst>
              <a:ext uri="{FF2B5EF4-FFF2-40B4-BE49-F238E27FC236}">
                <a16:creationId xmlns:a16="http://schemas.microsoft.com/office/drawing/2014/main" id="{66C704B3-B5D5-45B1-2EA9-FDD281C6052A}"/>
              </a:ext>
            </a:extLst>
          </p:cNvPr>
          <p:cNvPicPr>
            <a:picLocks noChangeAspect="1"/>
          </p:cNvPicPr>
          <p:nvPr/>
        </p:nvPicPr>
        <p:blipFill>
          <a:blip r:embed="rId3"/>
          <a:stretch>
            <a:fillRect/>
          </a:stretch>
        </p:blipFill>
        <p:spPr>
          <a:xfrm>
            <a:off x="1227092" y="1173963"/>
            <a:ext cx="6689816" cy="2584752"/>
          </a:xfrm>
          <a:prstGeom prst="rect">
            <a:avLst/>
          </a:prstGeom>
          <a:ln>
            <a:noFill/>
          </a:ln>
          <a:effectLst>
            <a:outerShdw blurRad="292100" dist="139700" dir="2700000" algn="tl" rotWithShape="0">
              <a:srgbClr val="333333">
                <a:alpha val="65000"/>
              </a:srgbClr>
            </a:outerShdw>
          </a:effectLst>
        </p:spPr>
      </p:pic>
      <p:sp>
        <p:nvSpPr>
          <p:cNvPr id="6" name="Rectangle 1">
            <a:extLst>
              <a:ext uri="{FF2B5EF4-FFF2-40B4-BE49-F238E27FC236}">
                <a16:creationId xmlns:a16="http://schemas.microsoft.com/office/drawing/2014/main" id="{DF8200C9-DB93-A2F0-6614-C443A48044AD}"/>
              </a:ext>
            </a:extLst>
          </p:cNvPr>
          <p:cNvSpPr>
            <a:spLocks noChangeArrowheads="1"/>
          </p:cNvSpPr>
          <p:nvPr/>
        </p:nvSpPr>
        <p:spPr bwMode="auto">
          <a:xfrm>
            <a:off x="1621536" y="3834812"/>
            <a:ext cx="5283073"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lumMod val="50000"/>
                  </a:schemeClr>
                </a:solidFill>
                <a:effectLst/>
                <a:latin typeface="Arial" panose="020B0604020202020204" pitchFamily="34" charset="0"/>
              </a:rPr>
              <a:t>Used as a baseline model — fast training with maxIter=20</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lumMod val="50000"/>
                  </a:schemeClr>
                </a:solidFill>
                <a:effectLst/>
                <a:latin typeface="Arial" panose="020B0604020202020204" pitchFamily="34" charset="0"/>
              </a:rPr>
              <a:t>Predicted delayed vs non-delayed flights using Sigmoid probability output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lumMod val="50000"/>
                  </a:schemeClr>
                </a:solidFill>
                <a:effectLst/>
                <a:latin typeface="Arial" panose="020B0604020202020204" pitchFamily="34" charset="0"/>
              </a:rPr>
              <a:t>Accuracy ~84% | AUC-ROC ~0.88 | Fastest to train among all models</a:t>
            </a:r>
          </a:p>
        </p:txBody>
      </p:sp>
    </p:spTree>
    <p:extLst>
      <p:ext uri="{BB962C8B-B14F-4D97-AF65-F5344CB8AC3E}">
        <p14:creationId xmlns:p14="http://schemas.microsoft.com/office/powerpoint/2010/main" val="18029365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35">
          <a:extLst>
            <a:ext uri="{FF2B5EF4-FFF2-40B4-BE49-F238E27FC236}">
              <a16:creationId xmlns:a16="http://schemas.microsoft.com/office/drawing/2014/main" id="{352C0813-5CB7-1EDF-B9CB-2ECAFE16B1DC}"/>
            </a:ext>
          </a:extLst>
        </p:cNvPr>
        <p:cNvGrpSpPr/>
        <p:nvPr/>
      </p:nvGrpSpPr>
      <p:grpSpPr>
        <a:xfrm>
          <a:off x="0" y="0"/>
          <a:ext cx="0" cy="0"/>
          <a:chOff x="0" y="0"/>
          <a:chExt cx="0" cy="0"/>
        </a:xfrm>
      </p:grpSpPr>
      <p:sp>
        <p:nvSpPr>
          <p:cNvPr id="1036" name="Google Shape;1036;p52">
            <a:extLst>
              <a:ext uri="{FF2B5EF4-FFF2-40B4-BE49-F238E27FC236}">
                <a16:creationId xmlns:a16="http://schemas.microsoft.com/office/drawing/2014/main" id="{E2C74DDA-8BC7-368E-C700-0AF6937EB8E2}"/>
              </a:ext>
            </a:extLst>
          </p:cNvPr>
          <p:cNvSpPr txBox="1">
            <a:spLocks noGrp="1"/>
          </p:cNvSpPr>
          <p:nvPr>
            <p:ph type="title"/>
          </p:nvPr>
        </p:nvSpPr>
        <p:spPr>
          <a:xfrm>
            <a:off x="717613" y="433350"/>
            <a:ext cx="7708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rPr>
              <a:t>Random Forest</a:t>
            </a:r>
            <a:endParaRPr dirty="0">
              <a:solidFill>
                <a:schemeClr val="dk2"/>
              </a:solidFill>
            </a:endParaRPr>
          </a:p>
        </p:txBody>
      </p:sp>
      <p:grpSp>
        <p:nvGrpSpPr>
          <p:cNvPr id="1055" name="Google Shape;1055;p52">
            <a:extLst>
              <a:ext uri="{FF2B5EF4-FFF2-40B4-BE49-F238E27FC236}">
                <a16:creationId xmlns:a16="http://schemas.microsoft.com/office/drawing/2014/main" id="{4588F070-3FD3-A804-8DD2-C25521091DBB}"/>
              </a:ext>
            </a:extLst>
          </p:cNvPr>
          <p:cNvGrpSpPr/>
          <p:nvPr/>
        </p:nvGrpSpPr>
        <p:grpSpPr>
          <a:xfrm flipH="1">
            <a:off x="6782154" y="4383989"/>
            <a:ext cx="1507118" cy="838832"/>
            <a:chOff x="7636893" y="2346251"/>
            <a:chExt cx="1507118" cy="838832"/>
          </a:xfrm>
        </p:grpSpPr>
        <p:grpSp>
          <p:nvGrpSpPr>
            <p:cNvPr id="1056" name="Google Shape;1056;p52">
              <a:extLst>
                <a:ext uri="{FF2B5EF4-FFF2-40B4-BE49-F238E27FC236}">
                  <a16:creationId xmlns:a16="http://schemas.microsoft.com/office/drawing/2014/main" id="{97594765-D73B-1E54-EFEC-DD92BECFB2B1}"/>
                </a:ext>
              </a:extLst>
            </p:cNvPr>
            <p:cNvGrpSpPr/>
            <p:nvPr/>
          </p:nvGrpSpPr>
          <p:grpSpPr>
            <a:xfrm flipH="1">
              <a:off x="7728620" y="2393076"/>
              <a:ext cx="1415391" cy="792008"/>
              <a:chOff x="1905568" y="363438"/>
              <a:chExt cx="1415391" cy="792008"/>
            </a:xfrm>
          </p:grpSpPr>
          <p:sp>
            <p:nvSpPr>
              <p:cNvPr id="1057" name="Google Shape;1057;p52">
                <a:extLst>
                  <a:ext uri="{FF2B5EF4-FFF2-40B4-BE49-F238E27FC236}">
                    <a16:creationId xmlns:a16="http://schemas.microsoft.com/office/drawing/2014/main" id="{DD71F5A6-3840-8415-1A13-AFBBC5F6035C}"/>
                  </a:ext>
                </a:extLst>
              </p:cNvPr>
              <p:cNvSpPr/>
              <p:nvPr/>
            </p:nvSpPr>
            <p:spPr>
              <a:xfrm>
                <a:off x="1905568" y="363438"/>
                <a:ext cx="1342337" cy="713989"/>
              </a:xfrm>
              <a:custGeom>
                <a:avLst/>
                <a:gdLst/>
                <a:ahLst/>
                <a:cxnLst/>
                <a:rect l="l" t="t" r="r" b="b"/>
                <a:pathLst>
                  <a:path w="41912" h="22293" extrusionOk="0">
                    <a:moveTo>
                      <a:pt x="452" y="22293"/>
                    </a:moveTo>
                    <a:lnTo>
                      <a:pt x="0" y="21437"/>
                    </a:lnTo>
                    <a:lnTo>
                      <a:pt x="41270" y="0"/>
                    </a:lnTo>
                    <a:lnTo>
                      <a:pt x="41911" y="761"/>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52">
                <a:extLst>
                  <a:ext uri="{FF2B5EF4-FFF2-40B4-BE49-F238E27FC236}">
                    <a16:creationId xmlns:a16="http://schemas.microsoft.com/office/drawing/2014/main" id="{9809964E-4A93-0867-00B8-FE216B5C70B1}"/>
                  </a:ext>
                </a:extLst>
              </p:cNvPr>
              <p:cNvSpPr/>
              <p:nvPr/>
            </p:nvSpPr>
            <p:spPr>
              <a:xfrm>
                <a:off x="1975580" y="439535"/>
                <a:ext cx="1345379" cy="715911"/>
              </a:xfrm>
              <a:custGeom>
                <a:avLst/>
                <a:gdLst/>
                <a:ahLst/>
                <a:cxnLst/>
                <a:rect l="l" t="t" r="r" b="b"/>
                <a:pathLst>
                  <a:path w="42007" h="22353" extrusionOk="0">
                    <a:moveTo>
                      <a:pt x="452" y="22353"/>
                    </a:moveTo>
                    <a:lnTo>
                      <a:pt x="1" y="21497"/>
                    </a:lnTo>
                    <a:lnTo>
                      <a:pt x="41401" y="1"/>
                    </a:lnTo>
                    <a:lnTo>
                      <a:pt x="42007" y="773"/>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9" name="Google Shape;1059;p52">
              <a:extLst>
                <a:ext uri="{FF2B5EF4-FFF2-40B4-BE49-F238E27FC236}">
                  <a16:creationId xmlns:a16="http://schemas.microsoft.com/office/drawing/2014/main" id="{7EB2A8FF-2ED1-7E2B-EC82-2CF591E90B21}"/>
                </a:ext>
              </a:extLst>
            </p:cNvPr>
            <p:cNvGrpSpPr/>
            <p:nvPr/>
          </p:nvGrpSpPr>
          <p:grpSpPr>
            <a:xfrm flipH="1">
              <a:off x="7636893" y="2346251"/>
              <a:ext cx="257693" cy="199083"/>
              <a:chOff x="3154993" y="316614"/>
              <a:chExt cx="257693" cy="199083"/>
            </a:xfrm>
          </p:grpSpPr>
          <p:sp>
            <p:nvSpPr>
              <p:cNvPr id="1060" name="Google Shape;1060;p52">
                <a:extLst>
                  <a:ext uri="{FF2B5EF4-FFF2-40B4-BE49-F238E27FC236}">
                    <a16:creationId xmlns:a16="http://schemas.microsoft.com/office/drawing/2014/main" id="{333E4563-C8E4-FF95-3B1D-4792E1525C2D}"/>
                  </a:ext>
                </a:extLst>
              </p:cNvPr>
              <p:cNvSpPr/>
              <p:nvPr/>
            </p:nvSpPr>
            <p:spPr>
              <a:xfrm>
                <a:off x="3185067" y="330578"/>
                <a:ext cx="227619" cy="137910"/>
              </a:xfrm>
              <a:custGeom>
                <a:avLst/>
                <a:gdLst/>
                <a:ahLst/>
                <a:cxnLst/>
                <a:rect l="l" t="t" r="r" b="b"/>
                <a:pathLst>
                  <a:path w="7107" h="4306" extrusionOk="0">
                    <a:moveTo>
                      <a:pt x="6067" y="1"/>
                    </a:moveTo>
                    <a:cubicBezTo>
                      <a:pt x="6037" y="1"/>
                      <a:pt x="6008" y="2"/>
                      <a:pt x="5978" y="4"/>
                    </a:cubicBezTo>
                    <a:cubicBezTo>
                      <a:pt x="5835" y="4"/>
                      <a:pt x="5693" y="52"/>
                      <a:pt x="5574" y="135"/>
                    </a:cubicBezTo>
                    <a:cubicBezTo>
                      <a:pt x="4956" y="515"/>
                      <a:pt x="2734" y="1906"/>
                      <a:pt x="1973" y="2274"/>
                    </a:cubicBezTo>
                    <a:cubicBezTo>
                      <a:pt x="1355" y="2571"/>
                      <a:pt x="773" y="2927"/>
                      <a:pt x="226" y="3331"/>
                    </a:cubicBezTo>
                    <a:lnTo>
                      <a:pt x="1" y="4306"/>
                    </a:lnTo>
                    <a:cubicBezTo>
                      <a:pt x="690" y="4258"/>
                      <a:pt x="1843" y="3676"/>
                      <a:pt x="1843" y="3676"/>
                    </a:cubicBezTo>
                    <a:cubicBezTo>
                      <a:pt x="1843" y="3676"/>
                      <a:pt x="5764" y="1490"/>
                      <a:pt x="6429" y="1038"/>
                    </a:cubicBezTo>
                    <a:cubicBezTo>
                      <a:pt x="7107" y="598"/>
                      <a:pt x="6786" y="278"/>
                      <a:pt x="6786" y="278"/>
                    </a:cubicBezTo>
                    <a:cubicBezTo>
                      <a:pt x="6583" y="96"/>
                      <a:pt x="6332" y="1"/>
                      <a:pt x="60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52">
                <a:extLst>
                  <a:ext uri="{FF2B5EF4-FFF2-40B4-BE49-F238E27FC236}">
                    <a16:creationId xmlns:a16="http://schemas.microsoft.com/office/drawing/2014/main" id="{99879CE1-BF20-FD77-0881-6FC177F01580}"/>
                  </a:ext>
                </a:extLst>
              </p:cNvPr>
              <p:cNvSpPr/>
              <p:nvPr/>
            </p:nvSpPr>
            <p:spPr>
              <a:xfrm>
                <a:off x="3258890" y="401102"/>
                <a:ext cx="124875" cy="114594"/>
              </a:xfrm>
              <a:custGeom>
                <a:avLst/>
                <a:gdLst/>
                <a:ahLst/>
                <a:cxnLst/>
                <a:rect l="l" t="t" r="r" b="b"/>
                <a:pathLst>
                  <a:path w="3899" h="3578" extrusionOk="0">
                    <a:moveTo>
                      <a:pt x="1617" y="1"/>
                    </a:moveTo>
                    <a:lnTo>
                      <a:pt x="1" y="797"/>
                    </a:lnTo>
                    <a:lnTo>
                      <a:pt x="1522" y="1783"/>
                    </a:lnTo>
                    <a:lnTo>
                      <a:pt x="3661" y="3577"/>
                    </a:lnTo>
                    <a:lnTo>
                      <a:pt x="3899" y="3554"/>
                    </a:lnTo>
                    <a:lnTo>
                      <a:pt x="16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52">
                <a:extLst>
                  <a:ext uri="{FF2B5EF4-FFF2-40B4-BE49-F238E27FC236}">
                    <a16:creationId xmlns:a16="http://schemas.microsoft.com/office/drawing/2014/main" id="{F7FC2CAE-B377-F3C7-60AB-D2A26751B4B8}"/>
                  </a:ext>
                </a:extLst>
              </p:cNvPr>
              <p:cNvSpPr/>
              <p:nvPr/>
            </p:nvSpPr>
            <p:spPr>
              <a:xfrm>
                <a:off x="3323233" y="426148"/>
                <a:ext cx="28280" cy="23957"/>
              </a:xfrm>
              <a:custGeom>
                <a:avLst/>
                <a:gdLst/>
                <a:ahLst/>
                <a:cxnLst/>
                <a:rect l="l" t="t" r="r" b="b"/>
                <a:pathLst>
                  <a:path w="883" h="748" extrusionOk="0">
                    <a:moveTo>
                      <a:pt x="399" y="1"/>
                    </a:moveTo>
                    <a:cubicBezTo>
                      <a:pt x="385" y="1"/>
                      <a:pt x="371" y="1"/>
                      <a:pt x="357" y="3"/>
                    </a:cubicBezTo>
                    <a:cubicBezTo>
                      <a:pt x="155" y="15"/>
                      <a:pt x="0" y="193"/>
                      <a:pt x="24" y="407"/>
                    </a:cubicBezTo>
                    <a:cubicBezTo>
                      <a:pt x="39" y="618"/>
                      <a:pt x="212" y="748"/>
                      <a:pt x="391" y="748"/>
                    </a:cubicBezTo>
                    <a:cubicBezTo>
                      <a:pt x="494" y="748"/>
                      <a:pt x="599" y="705"/>
                      <a:pt x="678" y="609"/>
                    </a:cubicBezTo>
                    <a:cubicBezTo>
                      <a:pt x="882" y="370"/>
                      <a:pt x="706" y="1"/>
                      <a:pt x="3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52">
                <a:extLst>
                  <a:ext uri="{FF2B5EF4-FFF2-40B4-BE49-F238E27FC236}">
                    <a16:creationId xmlns:a16="http://schemas.microsoft.com/office/drawing/2014/main" id="{5B419990-2364-5838-CC1F-1C2C9E3A72C8}"/>
                  </a:ext>
                </a:extLst>
              </p:cNvPr>
              <p:cNvSpPr/>
              <p:nvPr/>
            </p:nvSpPr>
            <p:spPr>
              <a:xfrm>
                <a:off x="3196116" y="452475"/>
                <a:ext cx="42661" cy="40387"/>
              </a:xfrm>
              <a:custGeom>
                <a:avLst/>
                <a:gdLst/>
                <a:ahLst/>
                <a:cxnLst/>
                <a:rect l="l" t="t" r="r" b="b"/>
                <a:pathLst>
                  <a:path w="1332" h="1261" extrusionOk="0">
                    <a:moveTo>
                      <a:pt x="452" y="1"/>
                    </a:moveTo>
                    <a:lnTo>
                      <a:pt x="0" y="298"/>
                    </a:lnTo>
                    <a:lnTo>
                      <a:pt x="1010" y="1260"/>
                    </a:lnTo>
                    <a:lnTo>
                      <a:pt x="1331" y="1225"/>
                    </a:lnTo>
                    <a:lnTo>
                      <a:pt x="4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52">
                <a:extLst>
                  <a:ext uri="{FF2B5EF4-FFF2-40B4-BE49-F238E27FC236}">
                    <a16:creationId xmlns:a16="http://schemas.microsoft.com/office/drawing/2014/main" id="{01C622DA-2D47-1F10-971C-9FE2E66A36EC}"/>
                  </a:ext>
                </a:extLst>
              </p:cNvPr>
              <p:cNvSpPr/>
              <p:nvPr/>
            </p:nvSpPr>
            <p:spPr>
              <a:xfrm>
                <a:off x="3170622" y="316614"/>
                <a:ext cx="122569" cy="110399"/>
              </a:xfrm>
              <a:custGeom>
                <a:avLst/>
                <a:gdLst/>
                <a:ahLst/>
                <a:cxnLst/>
                <a:rect l="l" t="t" r="r" b="b"/>
                <a:pathLst>
                  <a:path w="3827" h="3447" extrusionOk="0">
                    <a:moveTo>
                      <a:pt x="24" y="1"/>
                    </a:moveTo>
                    <a:lnTo>
                      <a:pt x="0" y="238"/>
                    </a:lnTo>
                    <a:lnTo>
                      <a:pt x="1878" y="2555"/>
                    </a:lnTo>
                    <a:lnTo>
                      <a:pt x="2555" y="3447"/>
                    </a:lnTo>
                    <a:lnTo>
                      <a:pt x="3826" y="2294"/>
                    </a:lnTo>
                    <a:lnTo>
                      <a:pt x="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52">
                <a:extLst>
                  <a:ext uri="{FF2B5EF4-FFF2-40B4-BE49-F238E27FC236}">
                    <a16:creationId xmlns:a16="http://schemas.microsoft.com/office/drawing/2014/main" id="{CD1B8895-8F99-7E5E-1F11-2562FBDFE5F9}"/>
                  </a:ext>
                </a:extLst>
              </p:cNvPr>
              <p:cNvSpPr/>
              <p:nvPr/>
            </p:nvSpPr>
            <p:spPr>
              <a:xfrm>
                <a:off x="3233364" y="351972"/>
                <a:ext cx="30138" cy="26134"/>
              </a:xfrm>
              <a:custGeom>
                <a:avLst/>
                <a:gdLst/>
                <a:ahLst/>
                <a:cxnLst/>
                <a:rect l="l" t="t" r="r" b="b"/>
                <a:pathLst>
                  <a:path w="941" h="816" extrusionOk="0">
                    <a:moveTo>
                      <a:pt x="472" y="1"/>
                    </a:moveTo>
                    <a:cubicBezTo>
                      <a:pt x="303" y="1"/>
                      <a:pt x="137" y="103"/>
                      <a:pt x="85" y="299"/>
                    </a:cubicBezTo>
                    <a:cubicBezTo>
                      <a:pt x="0" y="572"/>
                      <a:pt x="222" y="816"/>
                      <a:pt x="471" y="816"/>
                    </a:cubicBezTo>
                    <a:cubicBezTo>
                      <a:pt x="536" y="816"/>
                      <a:pt x="603" y="799"/>
                      <a:pt x="667" y="762"/>
                    </a:cubicBezTo>
                    <a:cubicBezTo>
                      <a:pt x="869" y="655"/>
                      <a:pt x="941" y="406"/>
                      <a:pt x="834" y="216"/>
                    </a:cubicBezTo>
                    <a:cubicBezTo>
                      <a:pt x="753" y="71"/>
                      <a:pt x="612" y="1"/>
                      <a:pt x="4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52">
                <a:extLst>
                  <a:ext uri="{FF2B5EF4-FFF2-40B4-BE49-F238E27FC236}">
                    <a16:creationId xmlns:a16="http://schemas.microsoft.com/office/drawing/2014/main" id="{1704AB99-C6BC-6A8C-AB3D-68503E5AEE5F}"/>
                  </a:ext>
                </a:extLst>
              </p:cNvPr>
              <p:cNvSpPr/>
              <p:nvPr/>
            </p:nvSpPr>
            <p:spPr>
              <a:xfrm>
                <a:off x="3154993" y="413657"/>
                <a:ext cx="41155" cy="46856"/>
              </a:xfrm>
              <a:custGeom>
                <a:avLst/>
                <a:gdLst/>
                <a:ahLst/>
                <a:cxnLst/>
                <a:rect l="l" t="t" r="r" b="b"/>
                <a:pathLst>
                  <a:path w="1285" h="1463" extrusionOk="0">
                    <a:moveTo>
                      <a:pt x="25" y="1"/>
                    </a:moveTo>
                    <a:lnTo>
                      <a:pt x="1" y="322"/>
                    </a:lnTo>
                    <a:lnTo>
                      <a:pt x="1165" y="1462"/>
                    </a:lnTo>
                    <a:lnTo>
                      <a:pt x="1284" y="833"/>
                    </a:lnTo>
                    <a:lnTo>
                      <a:pt x="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52">
                <a:extLst>
                  <a:ext uri="{FF2B5EF4-FFF2-40B4-BE49-F238E27FC236}">
                    <a16:creationId xmlns:a16="http://schemas.microsoft.com/office/drawing/2014/main" id="{5CCF883E-6930-9649-B659-7F1AB726D35B}"/>
                  </a:ext>
                </a:extLst>
              </p:cNvPr>
              <p:cNvSpPr/>
              <p:nvPr/>
            </p:nvSpPr>
            <p:spPr>
              <a:xfrm>
                <a:off x="3196501" y="402640"/>
                <a:ext cx="23989" cy="36928"/>
              </a:xfrm>
              <a:custGeom>
                <a:avLst/>
                <a:gdLst/>
                <a:ahLst/>
                <a:cxnLst/>
                <a:rect l="l" t="t" r="r" b="b"/>
                <a:pathLst>
                  <a:path w="749" h="1153" extrusionOk="0">
                    <a:moveTo>
                      <a:pt x="666" y="0"/>
                    </a:moveTo>
                    <a:lnTo>
                      <a:pt x="416" y="107"/>
                    </a:lnTo>
                    <a:lnTo>
                      <a:pt x="0" y="1153"/>
                    </a:lnTo>
                    <a:lnTo>
                      <a:pt x="749" y="594"/>
                    </a:lnTo>
                    <a:lnTo>
                      <a:pt x="6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52">
                <a:extLst>
                  <a:ext uri="{FF2B5EF4-FFF2-40B4-BE49-F238E27FC236}">
                    <a16:creationId xmlns:a16="http://schemas.microsoft.com/office/drawing/2014/main" id="{CA2C36FE-D19B-AC41-3213-FBE75D89C2DD}"/>
                  </a:ext>
                </a:extLst>
              </p:cNvPr>
              <p:cNvSpPr/>
              <p:nvPr/>
            </p:nvSpPr>
            <p:spPr>
              <a:xfrm>
                <a:off x="3316380" y="427749"/>
                <a:ext cx="13355" cy="14476"/>
              </a:xfrm>
              <a:custGeom>
                <a:avLst/>
                <a:gdLst/>
                <a:ahLst/>
                <a:cxnLst/>
                <a:rect l="l" t="t" r="r" b="b"/>
                <a:pathLst>
                  <a:path w="417" h="452" extrusionOk="0">
                    <a:moveTo>
                      <a:pt x="416" y="0"/>
                    </a:moveTo>
                    <a:lnTo>
                      <a:pt x="0" y="286"/>
                    </a:lnTo>
                    <a:lnTo>
                      <a:pt x="404" y="452"/>
                    </a:lnTo>
                    <a:lnTo>
                      <a:pt x="4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52">
                <a:extLst>
                  <a:ext uri="{FF2B5EF4-FFF2-40B4-BE49-F238E27FC236}">
                    <a16:creationId xmlns:a16="http://schemas.microsoft.com/office/drawing/2014/main" id="{8ECC3DF4-8E6C-439B-749C-5EE05A663E6B}"/>
                  </a:ext>
                </a:extLst>
              </p:cNvPr>
              <p:cNvSpPr/>
              <p:nvPr/>
            </p:nvSpPr>
            <p:spPr>
              <a:xfrm>
                <a:off x="3230354" y="352389"/>
                <a:ext cx="14893" cy="13740"/>
              </a:xfrm>
              <a:custGeom>
                <a:avLst/>
                <a:gdLst/>
                <a:ahLst/>
                <a:cxnLst/>
                <a:rect l="l" t="t" r="r" b="b"/>
                <a:pathLst>
                  <a:path w="465" h="429" extrusionOk="0">
                    <a:moveTo>
                      <a:pt x="464" y="1"/>
                    </a:moveTo>
                    <a:lnTo>
                      <a:pt x="1" y="167"/>
                    </a:lnTo>
                    <a:lnTo>
                      <a:pt x="345" y="428"/>
                    </a:lnTo>
                    <a:lnTo>
                      <a:pt x="4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 name="Rectangle 1">
            <a:extLst>
              <a:ext uri="{FF2B5EF4-FFF2-40B4-BE49-F238E27FC236}">
                <a16:creationId xmlns:a16="http://schemas.microsoft.com/office/drawing/2014/main" id="{0B43BFA4-B3EE-D3EF-55F5-4E7C31DFB014}"/>
              </a:ext>
            </a:extLst>
          </p:cNvPr>
          <p:cNvSpPr>
            <a:spLocks noChangeArrowheads="1"/>
          </p:cNvSpPr>
          <p:nvPr/>
        </p:nvSpPr>
        <p:spPr bwMode="auto">
          <a:xfrm>
            <a:off x="4560690" y="2175705"/>
            <a:ext cx="4582952"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ClrTx/>
            </a:pPr>
            <a:r>
              <a:rPr lang="en-US" sz="1800" dirty="0"/>
              <a:t>Ensemble of 100 decision trees (numTrees=100, maxDepth=8, seed=42). Performs well on complex non-linear datasets, robust to outliers, and provides feature importance scores. Achieved best AUC-ROC (~0.95) among all Spark models — Accuracy ~89%.</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pic>
        <p:nvPicPr>
          <p:cNvPr id="3" name="Picture 2">
            <a:extLst>
              <a:ext uri="{FF2B5EF4-FFF2-40B4-BE49-F238E27FC236}">
                <a16:creationId xmlns:a16="http://schemas.microsoft.com/office/drawing/2014/main" id="{0C038FDB-95C6-1F2E-DB2B-C306DF2FF709}"/>
              </a:ext>
            </a:extLst>
          </p:cNvPr>
          <p:cNvPicPr>
            <a:picLocks noChangeAspect="1"/>
          </p:cNvPicPr>
          <p:nvPr/>
        </p:nvPicPr>
        <p:blipFill>
          <a:blip r:embed="rId3"/>
          <a:stretch>
            <a:fillRect/>
          </a:stretch>
        </p:blipFill>
        <p:spPr>
          <a:xfrm>
            <a:off x="286433" y="1326396"/>
            <a:ext cx="3964743" cy="262194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435885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35">
          <a:extLst>
            <a:ext uri="{FF2B5EF4-FFF2-40B4-BE49-F238E27FC236}">
              <a16:creationId xmlns:a16="http://schemas.microsoft.com/office/drawing/2014/main" id="{C934C059-0A8C-C783-E6F5-4D90E7BCBC39}"/>
            </a:ext>
          </a:extLst>
        </p:cNvPr>
        <p:cNvGrpSpPr/>
        <p:nvPr/>
      </p:nvGrpSpPr>
      <p:grpSpPr>
        <a:xfrm>
          <a:off x="0" y="0"/>
          <a:ext cx="0" cy="0"/>
          <a:chOff x="0" y="0"/>
          <a:chExt cx="0" cy="0"/>
        </a:xfrm>
      </p:grpSpPr>
      <p:sp>
        <p:nvSpPr>
          <p:cNvPr id="1036" name="Google Shape;1036;p52">
            <a:extLst>
              <a:ext uri="{FF2B5EF4-FFF2-40B4-BE49-F238E27FC236}">
                <a16:creationId xmlns:a16="http://schemas.microsoft.com/office/drawing/2014/main" id="{3104DA69-D089-AED0-76CF-DE64D407D360}"/>
              </a:ext>
            </a:extLst>
          </p:cNvPr>
          <p:cNvSpPr txBox="1">
            <a:spLocks noGrp="1"/>
          </p:cNvSpPr>
          <p:nvPr>
            <p:ph type="title"/>
          </p:nvPr>
        </p:nvSpPr>
        <p:spPr>
          <a:xfrm>
            <a:off x="717613" y="433350"/>
            <a:ext cx="7708800" cy="572700"/>
          </a:xfrm>
          <a:prstGeom prst="rect">
            <a:avLst/>
          </a:prstGeom>
        </p:spPr>
        <p:txBody>
          <a:bodyPr spcFirstLastPara="1" wrap="square" lIns="91425" tIns="91425" rIns="91425" bIns="91425" anchor="ctr" anchorCtr="0">
            <a:noAutofit/>
          </a:bodyPr>
          <a:lstStyle/>
          <a:p>
            <a:r>
              <a:rPr lang="en-US" sz="2800" dirty="0">
                <a:solidFill>
                  <a:schemeClr val="bg1"/>
                </a:solidFill>
              </a:rPr>
              <a:t>Gradient Boosted Trees (GBT)</a:t>
            </a:r>
            <a:endParaRPr lang="en-US" sz="2800" b="0" dirty="0">
              <a:solidFill>
                <a:schemeClr val="bg1"/>
              </a:solidFill>
            </a:endParaRPr>
          </a:p>
        </p:txBody>
      </p:sp>
      <p:grpSp>
        <p:nvGrpSpPr>
          <p:cNvPr id="1055" name="Google Shape;1055;p52">
            <a:extLst>
              <a:ext uri="{FF2B5EF4-FFF2-40B4-BE49-F238E27FC236}">
                <a16:creationId xmlns:a16="http://schemas.microsoft.com/office/drawing/2014/main" id="{744128E1-8123-57D2-DABC-57FE651BD500}"/>
              </a:ext>
            </a:extLst>
          </p:cNvPr>
          <p:cNvGrpSpPr/>
          <p:nvPr/>
        </p:nvGrpSpPr>
        <p:grpSpPr>
          <a:xfrm flipH="1">
            <a:off x="6782154" y="4383989"/>
            <a:ext cx="1507118" cy="838832"/>
            <a:chOff x="7636893" y="2346251"/>
            <a:chExt cx="1507118" cy="838832"/>
          </a:xfrm>
        </p:grpSpPr>
        <p:grpSp>
          <p:nvGrpSpPr>
            <p:cNvPr id="1056" name="Google Shape;1056;p52">
              <a:extLst>
                <a:ext uri="{FF2B5EF4-FFF2-40B4-BE49-F238E27FC236}">
                  <a16:creationId xmlns:a16="http://schemas.microsoft.com/office/drawing/2014/main" id="{0A7558E9-B029-40E4-CA9C-4C736AC99BD6}"/>
                </a:ext>
              </a:extLst>
            </p:cNvPr>
            <p:cNvGrpSpPr/>
            <p:nvPr/>
          </p:nvGrpSpPr>
          <p:grpSpPr>
            <a:xfrm flipH="1">
              <a:off x="7728620" y="2393076"/>
              <a:ext cx="1415391" cy="792008"/>
              <a:chOff x="1905568" y="363438"/>
              <a:chExt cx="1415391" cy="792008"/>
            </a:xfrm>
          </p:grpSpPr>
          <p:sp>
            <p:nvSpPr>
              <p:cNvPr id="1057" name="Google Shape;1057;p52">
                <a:extLst>
                  <a:ext uri="{FF2B5EF4-FFF2-40B4-BE49-F238E27FC236}">
                    <a16:creationId xmlns:a16="http://schemas.microsoft.com/office/drawing/2014/main" id="{29A0A1CA-0AD4-EEB1-EEA9-3FE53E1BC23D}"/>
                  </a:ext>
                </a:extLst>
              </p:cNvPr>
              <p:cNvSpPr/>
              <p:nvPr/>
            </p:nvSpPr>
            <p:spPr>
              <a:xfrm>
                <a:off x="1905568" y="363438"/>
                <a:ext cx="1342337" cy="713989"/>
              </a:xfrm>
              <a:custGeom>
                <a:avLst/>
                <a:gdLst/>
                <a:ahLst/>
                <a:cxnLst/>
                <a:rect l="l" t="t" r="r" b="b"/>
                <a:pathLst>
                  <a:path w="41912" h="22293" extrusionOk="0">
                    <a:moveTo>
                      <a:pt x="452" y="22293"/>
                    </a:moveTo>
                    <a:lnTo>
                      <a:pt x="0" y="21437"/>
                    </a:lnTo>
                    <a:lnTo>
                      <a:pt x="41270" y="0"/>
                    </a:lnTo>
                    <a:lnTo>
                      <a:pt x="41911" y="761"/>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52">
                <a:extLst>
                  <a:ext uri="{FF2B5EF4-FFF2-40B4-BE49-F238E27FC236}">
                    <a16:creationId xmlns:a16="http://schemas.microsoft.com/office/drawing/2014/main" id="{54A4E59E-F875-A11C-5786-A2A2D4E0684F}"/>
                  </a:ext>
                </a:extLst>
              </p:cNvPr>
              <p:cNvSpPr/>
              <p:nvPr/>
            </p:nvSpPr>
            <p:spPr>
              <a:xfrm>
                <a:off x="1975580" y="439535"/>
                <a:ext cx="1345379" cy="715911"/>
              </a:xfrm>
              <a:custGeom>
                <a:avLst/>
                <a:gdLst/>
                <a:ahLst/>
                <a:cxnLst/>
                <a:rect l="l" t="t" r="r" b="b"/>
                <a:pathLst>
                  <a:path w="42007" h="22353" extrusionOk="0">
                    <a:moveTo>
                      <a:pt x="452" y="22353"/>
                    </a:moveTo>
                    <a:lnTo>
                      <a:pt x="1" y="21497"/>
                    </a:lnTo>
                    <a:lnTo>
                      <a:pt x="41401" y="1"/>
                    </a:lnTo>
                    <a:lnTo>
                      <a:pt x="42007" y="773"/>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9" name="Google Shape;1059;p52">
              <a:extLst>
                <a:ext uri="{FF2B5EF4-FFF2-40B4-BE49-F238E27FC236}">
                  <a16:creationId xmlns:a16="http://schemas.microsoft.com/office/drawing/2014/main" id="{2E29D2D4-203E-6538-CC02-0982BC98E1D4}"/>
                </a:ext>
              </a:extLst>
            </p:cNvPr>
            <p:cNvGrpSpPr/>
            <p:nvPr/>
          </p:nvGrpSpPr>
          <p:grpSpPr>
            <a:xfrm flipH="1">
              <a:off x="7636893" y="2346251"/>
              <a:ext cx="257693" cy="199083"/>
              <a:chOff x="3154993" y="316614"/>
              <a:chExt cx="257693" cy="199083"/>
            </a:xfrm>
          </p:grpSpPr>
          <p:sp>
            <p:nvSpPr>
              <p:cNvPr id="1060" name="Google Shape;1060;p52">
                <a:extLst>
                  <a:ext uri="{FF2B5EF4-FFF2-40B4-BE49-F238E27FC236}">
                    <a16:creationId xmlns:a16="http://schemas.microsoft.com/office/drawing/2014/main" id="{8E8ECCCB-B89F-0E0C-41F8-611F868206A4}"/>
                  </a:ext>
                </a:extLst>
              </p:cNvPr>
              <p:cNvSpPr/>
              <p:nvPr/>
            </p:nvSpPr>
            <p:spPr>
              <a:xfrm>
                <a:off x="3185067" y="330578"/>
                <a:ext cx="227619" cy="137910"/>
              </a:xfrm>
              <a:custGeom>
                <a:avLst/>
                <a:gdLst/>
                <a:ahLst/>
                <a:cxnLst/>
                <a:rect l="l" t="t" r="r" b="b"/>
                <a:pathLst>
                  <a:path w="7107" h="4306" extrusionOk="0">
                    <a:moveTo>
                      <a:pt x="6067" y="1"/>
                    </a:moveTo>
                    <a:cubicBezTo>
                      <a:pt x="6037" y="1"/>
                      <a:pt x="6008" y="2"/>
                      <a:pt x="5978" y="4"/>
                    </a:cubicBezTo>
                    <a:cubicBezTo>
                      <a:pt x="5835" y="4"/>
                      <a:pt x="5693" y="52"/>
                      <a:pt x="5574" y="135"/>
                    </a:cubicBezTo>
                    <a:cubicBezTo>
                      <a:pt x="4956" y="515"/>
                      <a:pt x="2734" y="1906"/>
                      <a:pt x="1973" y="2274"/>
                    </a:cubicBezTo>
                    <a:cubicBezTo>
                      <a:pt x="1355" y="2571"/>
                      <a:pt x="773" y="2927"/>
                      <a:pt x="226" y="3331"/>
                    </a:cubicBezTo>
                    <a:lnTo>
                      <a:pt x="1" y="4306"/>
                    </a:lnTo>
                    <a:cubicBezTo>
                      <a:pt x="690" y="4258"/>
                      <a:pt x="1843" y="3676"/>
                      <a:pt x="1843" y="3676"/>
                    </a:cubicBezTo>
                    <a:cubicBezTo>
                      <a:pt x="1843" y="3676"/>
                      <a:pt x="5764" y="1490"/>
                      <a:pt x="6429" y="1038"/>
                    </a:cubicBezTo>
                    <a:cubicBezTo>
                      <a:pt x="7107" y="598"/>
                      <a:pt x="6786" y="278"/>
                      <a:pt x="6786" y="278"/>
                    </a:cubicBezTo>
                    <a:cubicBezTo>
                      <a:pt x="6583" y="96"/>
                      <a:pt x="6332" y="1"/>
                      <a:pt x="60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52">
                <a:extLst>
                  <a:ext uri="{FF2B5EF4-FFF2-40B4-BE49-F238E27FC236}">
                    <a16:creationId xmlns:a16="http://schemas.microsoft.com/office/drawing/2014/main" id="{8CCF6BAA-B336-CC1B-2A8D-173C2D54B31A}"/>
                  </a:ext>
                </a:extLst>
              </p:cNvPr>
              <p:cNvSpPr/>
              <p:nvPr/>
            </p:nvSpPr>
            <p:spPr>
              <a:xfrm>
                <a:off x="3258890" y="401102"/>
                <a:ext cx="124875" cy="114594"/>
              </a:xfrm>
              <a:custGeom>
                <a:avLst/>
                <a:gdLst/>
                <a:ahLst/>
                <a:cxnLst/>
                <a:rect l="l" t="t" r="r" b="b"/>
                <a:pathLst>
                  <a:path w="3899" h="3578" extrusionOk="0">
                    <a:moveTo>
                      <a:pt x="1617" y="1"/>
                    </a:moveTo>
                    <a:lnTo>
                      <a:pt x="1" y="797"/>
                    </a:lnTo>
                    <a:lnTo>
                      <a:pt x="1522" y="1783"/>
                    </a:lnTo>
                    <a:lnTo>
                      <a:pt x="3661" y="3577"/>
                    </a:lnTo>
                    <a:lnTo>
                      <a:pt x="3899" y="3554"/>
                    </a:lnTo>
                    <a:lnTo>
                      <a:pt x="16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52">
                <a:extLst>
                  <a:ext uri="{FF2B5EF4-FFF2-40B4-BE49-F238E27FC236}">
                    <a16:creationId xmlns:a16="http://schemas.microsoft.com/office/drawing/2014/main" id="{365DB9BC-B70C-3CE4-3250-FC29120A30FE}"/>
                  </a:ext>
                </a:extLst>
              </p:cNvPr>
              <p:cNvSpPr/>
              <p:nvPr/>
            </p:nvSpPr>
            <p:spPr>
              <a:xfrm>
                <a:off x="3323233" y="426148"/>
                <a:ext cx="28280" cy="23957"/>
              </a:xfrm>
              <a:custGeom>
                <a:avLst/>
                <a:gdLst/>
                <a:ahLst/>
                <a:cxnLst/>
                <a:rect l="l" t="t" r="r" b="b"/>
                <a:pathLst>
                  <a:path w="883" h="748" extrusionOk="0">
                    <a:moveTo>
                      <a:pt x="399" y="1"/>
                    </a:moveTo>
                    <a:cubicBezTo>
                      <a:pt x="385" y="1"/>
                      <a:pt x="371" y="1"/>
                      <a:pt x="357" y="3"/>
                    </a:cubicBezTo>
                    <a:cubicBezTo>
                      <a:pt x="155" y="15"/>
                      <a:pt x="0" y="193"/>
                      <a:pt x="24" y="407"/>
                    </a:cubicBezTo>
                    <a:cubicBezTo>
                      <a:pt x="39" y="618"/>
                      <a:pt x="212" y="748"/>
                      <a:pt x="391" y="748"/>
                    </a:cubicBezTo>
                    <a:cubicBezTo>
                      <a:pt x="494" y="748"/>
                      <a:pt x="599" y="705"/>
                      <a:pt x="678" y="609"/>
                    </a:cubicBezTo>
                    <a:cubicBezTo>
                      <a:pt x="882" y="370"/>
                      <a:pt x="706" y="1"/>
                      <a:pt x="3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52">
                <a:extLst>
                  <a:ext uri="{FF2B5EF4-FFF2-40B4-BE49-F238E27FC236}">
                    <a16:creationId xmlns:a16="http://schemas.microsoft.com/office/drawing/2014/main" id="{026134B9-69BD-4679-32C6-43416AC293FB}"/>
                  </a:ext>
                </a:extLst>
              </p:cNvPr>
              <p:cNvSpPr/>
              <p:nvPr/>
            </p:nvSpPr>
            <p:spPr>
              <a:xfrm>
                <a:off x="3196116" y="452475"/>
                <a:ext cx="42661" cy="40387"/>
              </a:xfrm>
              <a:custGeom>
                <a:avLst/>
                <a:gdLst/>
                <a:ahLst/>
                <a:cxnLst/>
                <a:rect l="l" t="t" r="r" b="b"/>
                <a:pathLst>
                  <a:path w="1332" h="1261" extrusionOk="0">
                    <a:moveTo>
                      <a:pt x="452" y="1"/>
                    </a:moveTo>
                    <a:lnTo>
                      <a:pt x="0" y="298"/>
                    </a:lnTo>
                    <a:lnTo>
                      <a:pt x="1010" y="1260"/>
                    </a:lnTo>
                    <a:lnTo>
                      <a:pt x="1331" y="1225"/>
                    </a:lnTo>
                    <a:lnTo>
                      <a:pt x="4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52">
                <a:extLst>
                  <a:ext uri="{FF2B5EF4-FFF2-40B4-BE49-F238E27FC236}">
                    <a16:creationId xmlns:a16="http://schemas.microsoft.com/office/drawing/2014/main" id="{55D58604-9CDB-25B4-EE3E-4F1E13F7D2A2}"/>
                  </a:ext>
                </a:extLst>
              </p:cNvPr>
              <p:cNvSpPr/>
              <p:nvPr/>
            </p:nvSpPr>
            <p:spPr>
              <a:xfrm>
                <a:off x="3170622" y="316614"/>
                <a:ext cx="122569" cy="110399"/>
              </a:xfrm>
              <a:custGeom>
                <a:avLst/>
                <a:gdLst/>
                <a:ahLst/>
                <a:cxnLst/>
                <a:rect l="l" t="t" r="r" b="b"/>
                <a:pathLst>
                  <a:path w="3827" h="3447" extrusionOk="0">
                    <a:moveTo>
                      <a:pt x="24" y="1"/>
                    </a:moveTo>
                    <a:lnTo>
                      <a:pt x="0" y="238"/>
                    </a:lnTo>
                    <a:lnTo>
                      <a:pt x="1878" y="2555"/>
                    </a:lnTo>
                    <a:lnTo>
                      <a:pt x="2555" y="3447"/>
                    </a:lnTo>
                    <a:lnTo>
                      <a:pt x="3826" y="2294"/>
                    </a:lnTo>
                    <a:lnTo>
                      <a:pt x="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52">
                <a:extLst>
                  <a:ext uri="{FF2B5EF4-FFF2-40B4-BE49-F238E27FC236}">
                    <a16:creationId xmlns:a16="http://schemas.microsoft.com/office/drawing/2014/main" id="{B53C112B-5D49-A077-87F4-6859F8F92410}"/>
                  </a:ext>
                </a:extLst>
              </p:cNvPr>
              <p:cNvSpPr/>
              <p:nvPr/>
            </p:nvSpPr>
            <p:spPr>
              <a:xfrm>
                <a:off x="3233364" y="351972"/>
                <a:ext cx="30138" cy="26134"/>
              </a:xfrm>
              <a:custGeom>
                <a:avLst/>
                <a:gdLst/>
                <a:ahLst/>
                <a:cxnLst/>
                <a:rect l="l" t="t" r="r" b="b"/>
                <a:pathLst>
                  <a:path w="941" h="816" extrusionOk="0">
                    <a:moveTo>
                      <a:pt x="472" y="1"/>
                    </a:moveTo>
                    <a:cubicBezTo>
                      <a:pt x="303" y="1"/>
                      <a:pt x="137" y="103"/>
                      <a:pt x="85" y="299"/>
                    </a:cubicBezTo>
                    <a:cubicBezTo>
                      <a:pt x="0" y="572"/>
                      <a:pt x="222" y="816"/>
                      <a:pt x="471" y="816"/>
                    </a:cubicBezTo>
                    <a:cubicBezTo>
                      <a:pt x="536" y="816"/>
                      <a:pt x="603" y="799"/>
                      <a:pt x="667" y="762"/>
                    </a:cubicBezTo>
                    <a:cubicBezTo>
                      <a:pt x="869" y="655"/>
                      <a:pt x="941" y="406"/>
                      <a:pt x="834" y="216"/>
                    </a:cubicBezTo>
                    <a:cubicBezTo>
                      <a:pt x="753" y="71"/>
                      <a:pt x="612" y="1"/>
                      <a:pt x="4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52">
                <a:extLst>
                  <a:ext uri="{FF2B5EF4-FFF2-40B4-BE49-F238E27FC236}">
                    <a16:creationId xmlns:a16="http://schemas.microsoft.com/office/drawing/2014/main" id="{ED92F3A5-76D7-AE44-3744-164005AC2CA8}"/>
                  </a:ext>
                </a:extLst>
              </p:cNvPr>
              <p:cNvSpPr/>
              <p:nvPr/>
            </p:nvSpPr>
            <p:spPr>
              <a:xfrm>
                <a:off x="3154993" y="413657"/>
                <a:ext cx="41155" cy="46856"/>
              </a:xfrm>
              <a:custGeom>
                <a:avLst/>
                <a:gdLst/>
                <a:ahLst/>
                <a:cxnLst/>
                <a:rect l="l" t="t" r="r" b="b"/>
                <a:pathLst>
                  <a:path w="1285" h="1463" extrusionOk="0">
                    <a:moveTo>
                      <a:pt x="25" y="1"/>
                    </a:moveTo>
                    <a:lnTo>
                      <a:pt x="1" y="322"/>
                    </a:lnTo>
                    <a:lnTo>
                      <a:pt x="1165" y="1462"/>
                    </a:lnTo>
                    <a:lnTo>
                      <a:pt x="1284" y="833"/>
                    </a:lnTo>
                    <a:lnTo>
                      <a:pt x="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52">
                <a:extLst>
                  <a:ext uri="{FF2B5EF4-FFF2-40B4-BE49-F238E27FC236}">
                    <a16:creationId xmlns:a16="http://schemas.microsoft.com/office/drawing/2014/main" id="{9E303DEB-CB43-5695-A151-2AFB0C91D0F3}"/>
                  </a:ext>
                </a:extLst>
              </p:cNvPr>
              <p:cNvSpPr/>
              <p:nvPr/>
            </p:nvSpPr>
            <p:spPr>
              <a:xfrm>
                <a:off x="3196501" y="402640"/>
                <a:ext cx="23989" cy="36928"/>
              </a:xfrm>
              <a:custGeom>
                <a:avLst/>
                <a:gdLst/>
                <a:ahLst/>
                <a:cxnLst/>
                <a:rect l="l" t="t" r="r" b="b"/>
                <a:pathLst>
                  <a:path w="749" h="1153" extrusionOk="0">
                    <a:moveTo>
                      <a:pt x="666" y="0"/>
                    </a:moveTo>
                    <a:lnTo>
                      <a:pt x="416" y="107"/>
                    </a:lnTo>
                    <a:lnTo>
                      <a:pt x="0" y="1153"/>
                    </a:lnTo>
                    <a:lnTo>
                      <a:pt x="749" y="594"/>
                    </a:lnTo>
                    <a:lnTo>
                      <a:pt x="6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52">
                <a:extLst>
                  <a:ext uri="{FF2B5EF4-FFF2-40B4-BE49-F238E27FC236}">
                    <a16:creationId xmlns:a16="http://schemas.microsoft.com/office/drawing/2014/main" id="{21525575-4B72-8003-CD69-F91F0EC35834}"/>
                  </a:ext>
                </a:extLst>
              </p:cNvPr>
              <p:cNvSpPr/>
              <p:nvPr/>
            </p:nvSpPr>
            <p:spPr>
              <a:xfrm>
                <a:off x="3316380" y="427749"/>
                <a:ext cx="13355" cy="14476"/>
              </a:xfrm>
              <a:custGeom>
                <a:avLst/>
                <a:gdLst/>
                <a:ahLst/>
                <a:cxnLst/>
                <a:rect l="l" t="t" r="r" b="b"/>
                <a:pathLst>
                  <a:path w="417" h="452" extrusionOk="0">
                    <a:moveTo>
                      <a:pt x="416" y="0"/>
                    </a:moveTo>
                    <a:lnTo>
                      <a:pt x="0" y="286"/>
                    </a:lnTo>
                    <a:lnTo>
                      <a:pt x="404" y="452"/>
                    </a:lnTo>
                    <a:lnTo>
                      <a:pt x="4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52">
                <a:extLst>
                  <a:ext uri="{FF2B5EF4-FFF2-40B4-BE49-F238E27FC236}">
                    <a16:creationId xmlns:a16="http://schemas.microsoft.com/office/drawing/2014/main" id="{6993659E-E912-79D5-B68F-662175E05E0D}"/>
                  </a:ext>
                </a:extLst>
              </p:cNvPr>
              <p:cNvSpPr/>
              <p:nvPr/>
            </p:nvSpPr>
            <p:spPr>
              <a:xfrm>
                <a:off x="3230354" y="352389"/>
                <a:ext cx="14893" cy="13740"/>
              </a:xfrm>
              <a:custGeom>
                <a:avLst/>
                <a:gdLst/>
                <a:ahLst/>
                <a:cxnLst/>
                <a:rect l="l" t="t" r="r" b="b"/>
                <a:pathLst>
                  <a:path w="465" h="429" extrusionOk="0">
                    <a:moveTo>
                      <a:pt x="464" y="1"/>
                    </a:moveTo>
                    <a:lnTo>
                      <a:pt x="1" y="167"/>
                    </a:lnTo>
                    <a:lnTo>
                      <a:pt x="345" y="428"/>
                    </a:lnTo>
                    <a:lnTo>
                      <a:pt x="4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4" name="Picture 3">
            <a:extLst>
              <a:ext uri="{FF2B5EF4-FFF2-40B4-BE49-F238E27FC236}">
                <a16:creationId xmlns:a16="http://schemas.microsoft.com/office/drawing/2014/main" id="{E4629C98-AB11-5B59-332C-E6AC3F7BEAE7}"/>
              </a:ext>
            </a:extLst>
          </p:cNvPr>
          <p:cNvPicPr>
            <a:picLocks noChangeAspect="1"/>
          </p:cNvPicPr>
          <p:nvPr/>
        </p:nvPicPr>
        <p:blipFill>
          <a:blip r:embed="rId3"/>
          <a:stretch>
            <a:fillRect/>
          </a:stretch>
        </p:blipFill>
        <p:spPr>
          <a:xfrm>
            <a:off x="282762" y="1202492"/>
            <a:ext cx="4396874" cy="2738516"/>
          </a:xfrm>
          <a:prstGeom prst="rect">
            <a:avLst/>
          </a:prstGeom>
          <a:ln>
            <a:noFill/>
          </a:ln>
          <a:effectLst>
            <a:outerShdw blurRad="292100" dist="139700" dir="2700000" algn="tl" rotWithShape="0">
              <a:srgbClr val="333333">
                <a:alpha val="65000"/>
              </a:srgbClr>
            </a:outerShdw>
          </a:effectLst>
        </p:spPr>
      </p:pic>
      <p:sp>
        <p:nvSpPr>
          <p:cNvPr id="5" name="Rectangle 1">
            <a:extLst>
              <a:ext uri="{FF2B5EF4-FFF2-40B4-BE49-F238E27FC236}">
                <a16:creationId xmlns:a16="http://schemas.microsoft.com/office/drawing/2014/main" id="{3378D510-0402-793C-DF9C-8C86CABC9AAC}"/>
              </a:ext>
            </a:extLst>
          </p:cNvPr>
          <p:cNvSpPr>
            <a:spLocks noChangeArrowheads="1"/>
          </p:cNvSpPr>
          <p:nvPr/>
        </p:nvSpPr>
        <p:spPr bwMode="auto">
          <a:xfrm>
            <a:off x="4776280" y="1630343"/>
            <a:ext cx="4582952"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lumMod val="50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lumMod val="50000"/>
                  </a:schemeClr>
                </a:solidFill>
                <a:effectLst/>
                <a:latin typeface="Arial" panose="020B0604020202020204" pitchFamily="34" charset="0"/>
              </a:rPr>
              <a:t>maxIter = 50</a:t>
            </a:r>
            <a:br>
              <a:rPr kumimoji="0" lang="en-US" altLang="en-US" sz="1800" b="0" i="0" u="none" strike="noStrike" cap="none" normalizeH="0" baseline="0" dirty="0">
                <a:ln>
                  <a:noFill/>
                </a:ln>
                <a:solidFill>
                  <a:schemeClr val="tx1">
                    <a:lumMod val="50000"/>
                  </a:schemeClr>
                </a:solidFill>
                <a:effectLst/>
                <a:latin typeface="Arial" panose="020B0604020202020204" pitchFamily="34" charset="0"/>
              </a:rPr>
            </a:br>
            <a:r>
              <a:rPr kumimoji="0" lang="en-US" altLang="en-US" sz="1800" b="0" i="0" u="none" strike="noStrike" cap="none" normalizeH="0" baseline="0" dirty="0">
                <a:ln>
                  <a:noFill/>
                </a:ln>
                <a:solidFill>
                  <a:schemeClr val="tx1">
                    <a:lumMod val="50000"/>
                  </a:schemeClr>
                </a:solidFill>
                <a:effectLst/>
                <a:latin typeface="Arial" panose="020B0604020202020204" pitchFamily="34" charset="0"/>
              </a:rPr>
              <a:t> Number of trees built in the GBT model</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lumMod val="50000"/>
                  </a:schemeClr>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lumMod val="50000"/>
                  </a:schemeClr>
                </a:solidFill>
                <a:effectLst/>
                <a:latin typeface="Arial" panose="020B0604020202020204" pitchFamily="34" charset="0"/>
              </a:rPr>
              <a:t>maxDepth = 6</a:t>
            </a:r>
            <a:br>
              <a:rPr kumimoji="0" lang="en-US" altLang="en-US" sz="1800" b="0" i="0" u="none" strike="noStrike" cap="none" normalizeH="0" baseline="0" dirty="0">
                <a:ln>
                  <a:noFill/>
                </a:ln>
                <a:solidFill>
                  <a:schemeClr val="tx1">
                    <a:lumMod val="50000"/>
                  </a:schemeClr>
                </a:solidFill>
                <a:effectLst/>
                <a:latin typeface="Arial" panose="020B0604020202020204" pitchFamily="34" charset="0"/>
              </a:rPr>
            </a:br>
            <a:r>
              <a:rPr kumimoji="0" lang="en-US" altLang="en-US" sz="1800" b="0" i="0" u="none" strike="noStrike" cap="none" normalizeH="0" baseline="0" dirty="0">
                <a:ln>
                  <a:noFill/>
                </a:ln>
                <a:solidFill>
                  <a:schemeClr val="tx1">
                    <a:lumMod val="50000"/>
                  </a:schemeClr>
                </a:solidFill>
                <a:effectLst/>
                <a:latin typeface="Arial" panose="020B0604020202020204" pitchFamily="34" charset="0"/>
              </a:rPr>
              <a:t> Maximum depth of each decision tree </a:t>
            </a:r>
          </a:p>
        </p:txBody>
      </p:sp>
    </p:spTree>
    <p:extLst>
      <p:ext uri="{BB962C8B-B14F-4D97-AF65-F5344CB8AC3E}">
        <p14:creationId xmlns:p14="http://schemas.microsoft.com/office/powerpoint/2010/main" val="19674985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35">
          <a:extLst>
            <a:ext uri="{FF2B5EF4-FFF2-40B4-BE49-F238E27FC236}">
              <a16:creationId xmlns:a16="http://schemas.microsoft.com/office/drawing/2014/main" id="{C25CEEED-B098-F8CE-AE06-69D3E6030EBD}"/>
            </a:ext>
          </a:extLst>
        </p:cNvPr>
        <p:cNvGrpSpPr/>
        <p:nvPr/>
      </p:nvGrpSpPr>
      <p:grpSpPr>
        <a:xfrm>
          <a:off x="0" y="0"/>
          <a:ext cx="0" cy="0"/>
          <a:chOff x="0" y="0"/>
          <a:chExt cx="0" cy="0"/>
        </a:xfrm>
      </p:grpSpPr>
      <p:sp>
        <p:nvSpPr>
          <p:cNvPr id="1036" name="Google Shape;1036;p52">
            <a:extLst>
              <a:ext uri="{FF2B5EF4-FFF2-40B4-BE49-F238E27FC236}">
                <a16:creationId xmlns:a16="http://schemas.microsoft.com/office/drawing/2014/main" id="{AC4C8973-D078-1213-74FA-1FC123A1422B}"/>
              </a:ext>
            </a:extLst>
          </p:cNvPr>
          <p:cNvSpPr txBox="1">
            <a:spLocks noGrp="1"/>
          </p:cNvSpPr>
          <p:nvPr>
            <p:ph type="title"/>
          </p:nvPr>
        </p:nvSpPr>
        <p:spPr>
          <a:xfrm>
            <a:off x="717613" y="433350"/>
            <a:ext cx="7708800" cy="572700"/>
          </a:xfrm>
          <a:prstGeom prst="rect">
            <a:avLst/>
          </a:prstGeom>
        </p:spPr>
        <p:txBody>
          <a:bodyPr spcFirstLastPara="1" wrap="square" lIns="91425" tIns="91425" rIns="91425" bIns="91425" anchor="ctr" anchorCtr="0">
            <a:noAutofit/>
          </a:bodyPr>
          <a:lstStyle/>
          <a:p>
            <a:r>
              <a:rPr lang="en-US" sz="2800" dirty="0">
                <a:solidFill>
                  <a:schemeClr val="bg1"/>
                </a:solidFill>
              </a:rPr>
              <a:t>Feature Importance</a:t>
            </a:r>
            <a:endParaRPr lang="en-US" sz="2800" b="0" dirty="0">
              <a:solidFill>
                <a:schemeClr val="bg1"/>
              </a:solidFill>
            </a:endParaRPr>
          </a:p>
        </p:txBody>
      </p:sp>
      <p:grpSp>
        <p:nvGrpSpPr>
          <p:cNvPr id="1055" name="Google Shape;1055;p52">
            <a:extLst>
              <a:ext uri="{FF2B5EF4-FFF2-40B4-BE49-F238E27FC236}">
                <a16:creationId xmlns:a16="http://schemas.microsoft.com/office/drawing/2014/main" id="{397CB552-DB0B-780D-AC05-2827D721EDEE}"/>
              </a:ext>
            </a:extLst>
          </p:cNvPr>
          <p:cNvGrpSpPr/>
          <p:nvPr/>
        </p:nvGrpSpPr>
        <p:grpSpPr>
          <a:xfrm flipH="1">
            <a:off x="6782154" y="4383989"/>
            <a:ext cx="1507118" cy="838832"/>
            <a:chOff x="7636893" y="2346251"/>
            <a:chExt cx="1507118" cy="838832"/>
          </a:xfrm>
        </p:grpSpPr>
        <p:grpSp>
          <p:nvGrpSpPr>
            <p:cNvPr id="1056" name="Google Shape;1056;p52">
              <a:extLst>
                <a:ext uri="{FF2B5EF4-FFF2-40B4-BE49-F238E27FC236}">
                  <a16:creationId xmlns:a16="http://schemas.microsoft.com/office/drawing/2014/main" id="{4C5C67A9-0B55-B9BA-3282-54915A345921}"/>
                </a:ext>
              </a:extLst>
            </p:cNvPr>
            <p:cNvGrpSpPr/>
            <p:nvPr/>
          </p:nvGrpSpPr>
          <p:grpSpPr>
            <a:xfrm flipH="1">
              <a:off x="7728620" y="2393076"/>
              <a:ext cx="1415391" cy="792008"/>
              <a:chOff x="1905568" y="363438"/>
              <a:chExt cx="1415391" cy="792008"/>
            </a:xfrm>
          </p:grpSpPr>
          <p:sp>
            <p:nvSpPr>
              <p:cNvPr id="1057" name="Google Shape;1057;p52">
                <a:extLst>
                  <a:ext uri="{FF2B5EF4-FFF2-40B4-BE49-F238E27FC236}">
                    <a16:creationId xmlns:a16="http://schemas.microsoft.com/office/drawing/2014/main" id="{FA115B1F-879A-2FBF-0702-F0E8DB1A1B6F}"/>
                  </a:ext>
                </a:extLst>
              </p:cNvPr>
              <p:cNvSpPr/>
              <p:nvPr/>
            </p:nvSpPr>
            <p:spPr>
              <a:xfrm>
                <a:off x="1905568" y="363438"/>
                <a:ext cx="1342337" cy="713989"/>
              </a:xfrm>
              <a:custGeom>
                <a:avLst/>
                <a:gdLst/>
                <a:ahLst/>
                <a:cxnLst/>
                <a:rect l="l" t="t" r="r" b="b"/>
                <a:pathLst>
                  <a:path w="41912" h="22293" extrusionOk="0">
                    <a:moveTo>
                      <a:pt x="452" y="22293"/>
                    </a:moveTo>
                    <a:lnTo>
                      <a:pt x="0" y="21437"/>
                    </a:lnTo>
                    <a:lnTo>
                      <a:pt x="41270" y="0"/>
                    </a:lnTo>
                    <a:lnTo>
                      <a:pt x="41911" y="761"/>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52">
                <a:extLst>
                  <a:ext uri="{FF2B5EF4-FFF2-40B4-BE49-F238E27FC236}">
                    <a16:creationId xmlns:a16="http://schemas.microsoft.com/office/drawing/2014/main" id="{DDE05967-B538-9741-B760-2EF5B030D233}"/>
                  </a:ext>
                </a:extLst>
              </p:cNvPr>
              <p:cNvSpPr/>
              <p:nvPr/>
            </p:nvSpPr>
            <p:spPr>
              <a:xfrm>
                <a:off x="1975580" y="439535"/>
                <a:ext cx="1345379" cy="715911"/>
              </a:xfrm>
              <a:custGeom>
                <a:avLst/>
                <a:gdLst/>
                <a:ahLst/>
                <a:cxnLst/>
                <a:rect l="l" t="t" r="r" b="b"/>
                <a:pathLst>
                  <a:path w="42007" h="22353" extrusionOk="0">
                    <a:moveTo>
                      <a:pt x="452" y="22353"/>
                    </a:moveTo>
                    <a:lnTo>
                      <a:pt x="1" y="21497"/>
                    </a:lnTo>
                    <a:lnTo>
                      <a:pt x="41401" y="1"/>
                    </a:lnTo>
                    <a:lnTo>
                      <a:pt x="42007" y="773"/>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9" name="Google Shape;1059;p52">
              <a:extLst>
                <a:ext uri="{FF2B5EF4-FFF2-40B4-BE49-F238E27FC236}">
                  <a16:creationId xmlns:a16="http://schemas.microsoft.com/office/drawing/2014/main" id="{E70EB7DC-BC0B-E2A6-9366-9BD488E33064}"/>
                </a:ext>
              </a:extLst>
            </p:cNvPr>
            <p:cNvGrpSpPr/>
            <p:nvPr/>
          </p:nvGrpSpPr>
          <p:grpSpPr>
            <a:xfrm flipH="1">
              <a:off x="7636893" y="2346251"/>
              <a:ext cx="257693" cy="199083"/>
              <a:chOff x="3154993" y="316614"/>
              <a:chExt cx="257693" cy="199083"/>
            </a:xfrm>
          </p:grpSpPr>
          <p:sp>
            <p:nvSpPr>
              <p:cNvPr id="1060" name="Google Shape;1060;p52">
                <a:extLst>
                  <a:ext uri="{FF2B5EF4-FFF2-40B4-BE49-F238E27FC236}">
                    <a16:creationId xmlns:a16="http://schemas.microsoft.com/office/drawing/2014/main" id="{4F1DC2D5-3F32-5171-1AC4-E6EE6DE2B5B2}"/>
                  </a:ext>
                </a:extLst>
              </p:cNvPr>
              <p:cNvSpPr/>
              <p:nvPr/>
            </p:nvSpPr>
            <p:spPr>
              <a:xfrm>
                <a:off x="3185067" y="330578"/>
                <a:ext cx="227619" cy="137910"/>
              </a:xfrm>
              <a:custGeom>
                <a:avLst/>
                <a:gdLst/>
                <a:ahLst/>
                <a:cxnLst/>
                <a:rect l="l" t="t" r="r" b="b"/>
                <a:pathLst>
                  <a:path w="7107" h="4306" extrusionOk="0">
                    <a:moveTo>
                      <a:pt x="6067" y="1"/>
                    </a:moveTo>
                    <a:cubicBezTo>
                      <a:pt x="6037" y="1"/>
                      <a:pt x="6008" y="2"/>
                      <a:pt x="5978" y="4"/>
                    </a:cubicBezTo>
                    <a:cubicBezTo>
                      <a:pt x="5835" y="4"/>
                      <a:pt x="5693" y="52"/>
                      <a:pt x="5574" y="135"/>
                    </a:cubicBezTo>
                    <a:cubicBezTo>
                      <a:pt x="4956" y="515"/>
                      <a:pt x="2734" y="1906"/>
                      <a:pt x="1973" y="2274"/>
                    </a:cubicBezTo>
                    <a:cubicBezTo>
                      <a:pt x="1355" y="2571"/>
                      <a:pt x="773" y="2927"/>
                      <a:pt x="226" y="3331"/>
                    </a:cubicBezTo>
                    <a:lnTo>
                      <a:pt x="1" y="4306"/>
                    </a:lnTo>
                    <a:cubicBezTo>
                      <a:pt x="690" y="4258"/>
                      <a:pt x="1843" y="3676"/>
                      <a:pt x="1843" y="3676"/>
                    </a:cubicBezTo>
                    <a:cubicBezTo>
                      <a:pt x="1843" y="3676"/>
                      <a:pt x="5764" y="1490"/>
                      <a:pt x="6429" y="1038"/>
                    </a:cubicBezTo>
                    <a:cubicBezTo>
                      <a:pt x="7107" y="598"/>
                      <a:pt x="6786" y="278"/>
                      <a:pt x="6786" y="278"/>
                    </a:cubicBezTo>
                    <a:cubicBezTo>
                      <a:pt x="6583" y="96"/>
                      <a:pt x="6332" y="1"/>
                      <a:pt x="60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52">
                <a:extLst>
                  <a:ext uri="{FF2B5EF4-FFF2-40B4-BE49-F238E27FC236}">
                    <a16:creationId xmlns:a16="http://schemas.microsoft.com/office/drawing/2014/main" id="{40B917CA-1A72-0C79-ABB2-9FB2BCED6AF2}"/>
                  </a:ext>
                </a:extLst>
              </p:cNvPr>
              <p:cNvSpPr/>
              <p:nvPr/>
            </p:nvSpPr>
            <p:spPr>
              <a:xfrm>
                <a:off x="3258890" y="401102"/>
                <a:ext cx="124875" cy="114594"/>
              </a:xfrm>
              <a:custGeom>
                <a:avLst/>
                <a:gdLst/>
                <a:ahLst/>
                <a:cxnLst/>
                <a:rect l="l" t="t" r="r" b="b"/>
                <a:pathLst>
                  <a:path w="3899" h="3578" extrusionOk="0">
                    <a:moveTo>
                      <a:pt x="1617" y="1"/>
                    </a:moveTo>
                    <a:lnTo>
                      <a:pt x="1" y="797"/>
                    </a:lnTo>
                    <a:lnTo>
                      <a:pt x="1522" y="1783"/>
                    </a:lnTo>
                    <a:lnTo>
                      <a:pt x="3661" y="3577"/>
                    </a:lnTo>
                    <a:lnTo>
                      <a:pt x="3899" y="3554"/>
                    </a:lnTo>
                    <a:lnTo>
                      <a:pt x="16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52">
                <a:extLst>
                  <a:ext uri="{FF2B5EF4-FFF2-40B4-BE49-F238E27FC236}">
                    <a16:creationId xmlns:a16="http://schemas.microsoft.com/office/drawing/2014/main" id="{8C0F322C-5CD5-5CCF-B0F3-9BFC1ED2B743}"/>
                  </a:ext>
                </a:extLst>
              </p:cNvPr>
              <p:cNvSpPr/>
              <p:nvPr/>
            </p:nvSpPr>
            <p:spPr>
              <a:xfrm>
                <a:off x="3323233" y="426148"/>
                <a:ext cx="28280" cy="23957"/>
              </a:xfrm>
              <a:custGeom>
                <a:avLst/>
                <a:gdLst/>
                <a:ahLst/>
                <a:cxnLst/>
                <a:rect l="l" t="t" r="r" b="b"/>
                <a:pathLst>
                  <a:path w="883" h="748" extrusionOk="0">
                    <a:moveTo>
                      <a:pt x="399" y="1"/>
                    </a:moveTo>
                    <a:cubicBezTo>
                      <a:pt x="385" y="1"/>
                      <a:pt x="371" y="1"/>
                      <a:pt x="357" y="3"/>
                    </a:cubicBezTo>
                    <a:cubicBezTo>
                      <a:pt x="155" y="15"/>
                      <a:pt x="0" y="193"/>
                      <a:pt x="24" y="407"/>
                    </a:cubicBezTo>
                    <a:cubicBezTo>
                      <a:pt x="39" y="618"/>
                      <a:pt x="212" y="748"/>
                      <a:pt x="391" y="748"/>
                    </a:cubicBezTo>
                    <a:cubicBezTo>
                      <a:pt x="494" y="748"/>
                      <a:pt x="599" y="705"/>
                      <a:pt x="678" y="609"/>
                    </a:cubicBezTo>
                    <a:cubicBezTo>
                      <a:pt x="882" y="370"/>
                      <a:pt x="706" y="1"/>
                      <a:pt x="3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52">
                <a:extLst>
                  <a:ext uri="{FF2B5EF4-FFF2-40B4-BE49-F238E27FC236}">
                    <a16:creationId xmlns:a16="http://schemas.microsoft.com/office/drawing/2014/main" id="{3F40CC9F-E84F-D3B1-F866-0945D70CABA2}"/>
                  </a:ext>
                </a:extLst>
              </p:cNvPr>
              <p:cNvSpPr/>
              <p:nvPr/>
            </p:nvSpPr>
            <p:spPr>
              <a:xfrm>
                <a:off x="3196116" y="452475"/>
                <a:ext cx="42661" cy="40387"/>
              </a:xfrm>
              <a:custGeom>
                <a:avLst/>
                <a:gdLst/>
                <a:ahLst/>
                <a:cxnLst/>
                <a:rect l="l" t="t" r="r" b="b"/>
                <a:pathLst>
                  <a:path w="1332" h="1261" extrusionOk="0">
                    <a:moveTo>
                      <a:pt x="452" y="1"/>
                    </a:moveTo>
                    <a:lnTo>
                      <a:pt x="0" y="298"/>
                    </a:lnTo>
                    <a:lnTo>
                      <a:pt x="1010" y="1260"/>
                    </a:lnTo>
                    <a:lnTo>
                      <a:pt x="1331" y="1225"/>
                    </a:lnTo>
                    <a:lnTo>
                      <a:pt x="4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52">
                <a:extLst>
                  <a:ext uri="{FF2B5EF4-FFF2-40B4-BE49-F238E27FC236}">
                    <a16:creationId xmlns:a16="http://schemas.microsoft.com/office/drawing/2014/main" id="{4404D5F2-E055-0C6A-7143-C7E55B5A51FA}"/>
                  </a:ext>
                </a:extLst>
              </p:cNvPr>
              <p:cNvSpPr/>
              <p:nvPr/>
            </p:nvSpPr>
            <p:spPr>
              <a:xfrm>
                <a:off x="3170622" y="316614"/>
                <a:ext cx="122569" cy="110399"/>
              </a:xfrm>
              <a:custGeom>
                <a:avLst/>
                <a:gdLst/>
                <a:ahLst/>
                <a:cxnLst/>
                <a:rect l="l" t="t" r="r" b="b"/>
                <a:pathLst>
                  <a:path w="3827" h="3447" extrusionOk="0">
                    <a:moveTo>
                      <a:pt x="24" y="1"/>
                    </a:moveTo>
                    <a:lnTo>
                      <a:pt x="0" y="238"/>
                    </a:lnTo>
                    <a:lnTo>
                      <a:pt x="1878" y="2555"/>
                    </a:lnTo>
                    <a:lnTo>
                      <a:pt x="2555" y="3447"/>
                    </a:lnTo>
                    <a:lnTo>
                      <a:pt x="3826" y="2294"/>
                    </a:lnTo>
                    <a:lnTo>
                      <a:pt x="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52">
                <a:extLst>
                  <a:ext uri="{FF2B5EF4-FFF2-40B4-BE49-F238E27FC236}">
                    <a16:creationId xmlns:a16="http://schemas.microsoft.com/office/drawing/2014/main" id="{043CCAAC-3D71-4C49-F089-E77E735B5434}"/>
                  </a:ext>
                </a:extLst>
              </p:cNvPr>
              <p:cNvSpPr/>
              <p:nvPr/>
            </p:nvSpPr>
            <p:spPr>
              <a:xfrm>
                <a:off x="3233364" y="351972"/>
                <a:ext cx="30138" cy="26134"/>
              </a:xfrm>
              <a:custGeom>
                <a:avLst/>
                <a:gdLst/>
                <a:ahLst/>
                <a:cxnLst/>
                <a:rect l="l" t="t" r="r" b="b"/>
                <a:pathLst>
                  <a:path w="941" h="816" extrusionOk="0">
                    <a:moveTo>
                      <a:pt x="472" y="1"/>
                    </a:moveTo>
                    <a:cubicBezTo>
                      <a:pt x="303" y="1"/>
                      <a:pt x="137" y="103"/>
                      <a:pt x="85" y="299"/>
                    </a:cubicBezTo>
                    <a:cubicBezTo>
                      <a:pt x="0" y="572"/>
                      <a:pt x="222" y="816"/>
                      <a:pt x="471" y="816"/>
                    </a:cubicBezTo>
                    <a:cubicBezTo>
                      <a:pt x="536" y="816"/>
                      <a:pt x="603" y="799"/>
                      <a:pt x="667" y="762"/>
                    </a:cubicBezTo>
                    <a:cubicBezTo>
                      <a:pt x="869" y="655"/>
                      <a:pt x="941" y="406"/>
                      <a:pt x="834" y="216"/>
                    </a:cubicBezTo>
                    <a:cubicBezTo>
                      <a:pt x="753" y="71"/>
                      <a:pt x="612" y="1"/>
                      <a:pt x="4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52">
                <a:extLst>
                  <a:ext uri="{FF2B5EF4-FFF2-40B4-BE49-F238E27FC236}">
                    <a16:creationId xmlns:a16="http://schemas.microsoft.com/office/drawing/2014/main" id="{886E7F64-A558-41D3-1CC7-F5000F9069AC}"/>
                  </a:ext>
                </a:extLst>
              </p:cNvPr>
              <p:cNvSpPr/>
              <p:nvPr/>
            </p:nvSpPr>
            <p:spPr>
              <a:xfrm>
                <a:off x="3154993" y="413657"/>
                <a:ext cx="41155" cy="46856"/>
              </a:xfrm>
              <a:custGeom>
                <a:avLst/>
                <a:gdLst/>
                <a:ahLst/>
                <a:cxnLst/>
                <a:rect l="l" t="t" r="r" b="b"/>
                <a:pathLst>
                  <a:path w="1285" h="1463" extrusionOk="0">
                    <a:moveTo>
                      <a:pt x="25" y="1"/>
                    </a:moveTo>
                    <a:lnTo>
                      <a:pt x="1" y="322"/>
                    </a:lnTo>
                    <a:lnTo>
                      <a:pt x="1165" y="1462"/>
                    </a:lnTo>
                    <a:lnTo>
                      <a:pt x="1284" y="833"/>
                    </a:lnTo>
                    <a:lnTo>
                      <a:pt x="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52">
                <a:extLst>
                  <a:ext uri="{FF2B5EF4-FFF2-40B4-BE49-F238E27FC236}">
                    <a16:creationId xmlns:a16="http://schemas.microsoft.com/office/drawing/2014/main" id="{341244AC-29F7-78B3-071B-FC49B8B9EB26}"/>
                  </a:ext>
                </a:extLst>
              </p:cNvPr>
              <p:cNvSpPr/>
              <p:nvPr/>
            </p:nvSpPr>
            <p:spPr>
              <a:xfrm>
                <a:off x="3196501" y="402640"/>
                <a:ext cx="23989" cy="36928"/>
              </a:xfrm>
              <a:custGeom>
                <a:avLst/>
                <a:gdLst/>
                <a:ahLst/>
                <a:cxnLst/>
                <a:rect l="l" t="t" r="r" b="b"/>
                <a:pathLst>
                  <a:path w="749" h="1153" extrusionOk="0">
                    <a:moveTo>
                      <a:pt x="666" y="0"/>
                    </a:moveTo>
                    <a:lnTo>
                      <a:pt x="416" y="107"/>
                    </a:lnTo>
                    <a:lnTo>
                      <a:pt x="0" y="1153"/>
                    </a:lnTo>
                    <a:lnTo>
                      <a:pt x="749" y="594"/>
                    </a:lnTo>
                    <a:lnTo>
                      <a:pt x="6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52">
                <a:extLst>
                  <a:ext uri="{FF2B5EF4-FFF2-40B4-BE49-F238E27FC236}">
                    <a16:creationId xmlns:a16="http://schemas.microsoft.com/office/drawing/2014/main" id="{697B4701-23FD-9E19-F4E4-659ED37EF519}"/>
                  </a:ext>
                </a:extLst>
              </p:cNvPr>
              <p:cNvSpPr/>
              <p:nvPr/>
            </p:nvSpPr>
            <p:spPr>
              <a:xfrm>
                <a:off x="3316380" y="427749"/>
                <a:ext cx="13355" cy="14476"/>
              </a:xfrm>
              <a:custGeom>
                <a:avLst/>
                <a:gdLst/>
                <a:ahLst/>
                <a:cxnLst/>
                <a:rect l="l" t="t" r="r" b="b"/>
                <a:pathLst>
                  <a:path w="417" h="452" extrusionOk="0">
                    <a:moveTo>
                      <a:pt x="416" y="0"/>
                    </a:moveTo>
                    <a:lnTo>
                      <a:pt x="0" y="286"/>
                    </a:lnTo>
                    <a:lnTo>
                      <a:pt x="404" y="452"/>
                    </a:lnTo>
                    <a:lnTo>
                      <a:pt x="4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52">
                <a:extLst>
                  <a:ext uri="{FF2B5EF4-FFF2-40B4-BE49-F238E27FC236}">
                    <a16:creationId xmlns:a16="http://schemas.microsoft.com/office/drawing/2014/main" id="{D215ED3B-66D9-B9DD-5F40-BC79CD3F018C}"/>
                  </a:ext>
                </a:extLst>
              </p:cNvPr>
              <p:cNvSpPr/>
              <p:nvPr/>
            </p:nvSpPr>
            <p:spPr>
              <a:xfrm>
                <a:off x="3230354" y="352389"/>
                <a:ext cx="14893" cy="13740"/>
              </a:xfrm>
              <a:custGeom>
                <a:avLst/>
                <a:gdLst/>
                <a:ahLst/>
                <a:cxnLst/>
                <a:rect l="l" t="t" r="r" b="b"/>
                <a:pathLst>
                  <a:path w="465" h="429" extrusionOk="0">
                    <a:moveTo>
                      <a:pt x="464" y="1"/>
                    </a:moveTo>
                    <a:lnTo>
                      <a:pt x="1" y="167"/>
                    </a:lnTo>
                    <a:lnTo>
                      <a:pt x="345" y="428"/>
                    </a:lnTo>
                    <a:lnTo>
                      <a:pt x="4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3" name="Picture 2">
            <a:extLst>
              <a:ext uri="{FF2B5EF4-FFF2-40B4-BE49-F238E27FC236}">
                <a16:creationId xmlns:a16="http://schemas.microsoft.com/office/drawing/2014/main" id="{0F6AC50E-D316-1B44-67F6-E0A5592075C7}"/>
              </a:ext>
            </a:extLst>
          </p:cNvPr>
          <p:cNvPicPr>
            <a:picLocks noChangeAspect="1"/>
          </p:cNvPicPr>
          <p:nvPr/>
        </p:nvPicPr>
        <p:blipFill>
          <a:blip r:embed="rId3"/>
          <a:stretch>
            <a:fillRect/>
          </a:stretch>
        </p:blipFill>
        <p:spPr>
          <a:xfrm>
            <a:off x="296008" y="1304175"/>
            <a:ext cx="3904284" cy="2781689"/>
          </a:xfrm>
          <a:prstGeom prst="rect">
            <a:avLst/>
          </a:prstGeom>
          <a:ln>
            <a:noFill/>
          </a:ln>
          <a:effectLst>
            <a:outerShdw blurRad="292100" dist="139700" dir="2700000" algn="tl" rotWithShape="0">
              <a:srgbClr val="333333">
                <a:alpha val="65000"/>
              </a:srgbClr>
            </a:outerShdw>
          </a:effectLst>
        </p:spPr>
      </p:pic>
      <p:sp>
        <p:nvSpPr>
          <p:cNvPr id="6" name="TextBox 5">
            <a:extLst>
              <a:ext uri="{FF2B5EF4-FFF2-40B4-BE49-F238E27FC236}">
                <a16:creationId xmlns:a16="http://schemas.microsoft.com/office/drawing/2014/main" id="{43CB764A-A3E1-FAD5-B674-0329A84E70B8}"/>
              </a:ext>
            </a:extLst>
          </p:cNvPr>
          <p:cNvSpPr txBox="1"/>
          <p:nvPr/>
        </p:nvSpPr>
        <p:spPr>
          <a:xfrm>
            <a:off x="929268" y="4289502"/>
            <a:ext cx="2795239" cy="307777"/>
          </a:xfrm>
          <a:prstGeom prst="rect">
            <a:avLst/>
          </a:prstGeom>
          <a:noFill/>
        </p:spPr>
        <p:txBody>
          <a:bodyPr wrap="square" rtlCol="0">
            <a:spAutoFit/>
          </a:bodyPr>
          <a:lstStyle/>
          <a:p>
            <a:r>
              <a:rPr lang="en-US" b="1" dirty="0"/>
              <a:t>Random Forest</a:t>
            </a:r>
          </a:p>
        </p:txBody>
      </p:sp>
      <p:pic>
        <p:nvPicPr>
          <p:cNvPr id="8" name="Picture 7">
            <a:extLst>
              <a:ext uri="{FF2B5EF4-FFF2-40B4-BE49-F238E27FC236}">
                <a16:creationId xmlns:a16="http://schemas.microsoft.com/office/drawing/2014/main" id="{6A3372FB-8087-4A85-A21C-B841C640AAF4}"/>
              </a:ext>
            </a:extLst>
          </p:cNvPr>
          <p:cNvPicPr>
            <a:picLocks noChangeAspect="1"/>
          </p:cNvPicPr>
          <p:nvPr/>
        </p:nvPicPr>
        <p:blipFill>
          <a:blip r:embed="rId4"/>
          <a:stretch>
            <a:fillRect/>
          </a:stretch>
        </p:blipFill>
        <p:spPr>
          <a:xfrm>
            <a:off x="4572000" y="1305191"/>
            <a:ext cx="4056300" cy="2835629"/>
          </a:xfrm>
          <a:prstGeom prst="rect">
            <a:avLst/>
          </a:prstGeom>
          <a:ln>
            <a:noFill/>
          </a:ln>
          <a:effectLst>
            <a:outerShdw blurRad="292100" dist="139700" dir="2700000" algn="tl" rotWithShape="0">
              <a:srgbClr val="333333">
                <a:alpha val="65000"/>
              </a:srgbClr>
            </a:outerShdw>
          </a:effectLst>
        </p:spPr>
      </p:pic>
      <p:sp>
        <p:nvSpPr>
          <p:cNvPr id="9" name="TextBox 8">
            <a:extLst>
              <a:ext uri="{FF2B5EF4-FFF2-40B4-BE49-F238E27FC236}">
                <a16:creationId xmlns:a16="http://schemas.microsoft.com/office/drawing/2014/main" id="{10623690-F24D-C7A7-C453-6AFF15F4B616}"/>
              </a:ext>
            </a:extLst>
          </p:cNvPr>
          <p:cNvSpPr txBox="1"/>
          <p:nvPr/>
        </p:nvSpPr>
        <p:spPr>
          <a:xfrm>
            <a:off x="5180497" y="4313019"/>
            <a:ext cx="2795239" cy="307777"/>
          </a:xfrm>
          <a:prstGeom prst="rect">
            <a:avLst/>
          </a:prstGeom>
          <a:noFill/>
        </p:spPr>
        <p:txBody>
          <a:bodyPr wrap="square" rtlCol="0">
            <a:spAutoFit/>
          </a:bodyPr>
          <a:lstStyle/>
          <a:p>
            <a:r>
              <a:rPr lang="en-US" b="1" dirty="0"/>
              <a:t>Gradient Boosted Trees</a:t>
            </a:r>
          </a:p>
        </p:txBody>
      </p:sp>
    </p:spTree>
    <p:extLst>
      <p:ext uri="{BB962C8B-B14F-4D97-AF65-F5344CB8AC3E}">
        <p14:creationId xmlns:p14="http://schemas.microsoft.com/office/powerpoint/2010/main" val="19391790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35">
          <a:extLst>
            <a:ext uri="{FF2B5EF4-FFF2-40B4-BE49-F238E27FC236}">
              <a16:creationId xmlns:a16="http://schemas.microsoft.com/office/drawing/2014/main" id="{9D4CB4B4-189B-4D33-5325-37C8C640CE5D}"/>
            </a:ext>
          </a:extLst>
        </p:cNvPr>
        <p:cNvGrpSpPr/>
        <p:nvPr/>
      </p:nvGrpSpPr>
      <p:grpSpPr>
        <a:xfrm>
          <a:off x="0" y="0"/>
          <a:ext cx="0" cy="0"/>
          <a:chOff x="0" y="0"/>
          <a:chExt cx="0" cy="0"/>
        </a:xfrm>
      </p:grpSpPr>
      <p:sp>
        <p:nvSpPr>
          <p:cNvPr id="1036" name="Google Shape;1036;p52">
            <a:extLst>
              <a:ext uri="{FF2B5EF4-FFF2-40B4-BE49-F238E27FC236}">
                <a16:creationId xmlns:a16="http://schemas.microsoft.com/office/drawing/2014/main" id="{9F540E28-E7B4-7AA9-FC83-A65210FBF6CF}"/>
              </a:ext>
            </a:extLst>
          </p:cNvPr>
          <p:cNvSpPr txBox="1">
            <a:spLocks noGrp="1"/>
          </p:cNvSpPr>
          <p:nvPr>
            <p:ph type="title"/>
          </p:nvPr>
        </p:nvSpPr>
        <p:spPr>
          <a:xfrm>
            <a:off x="717613" y="433350"/>
            <a:ext cx="7708800" cy="572700"/>
          </a:xfrm>
          <a:prstGeom prst="rect">
            <a:avLst/>
          </a:prstGeom>
        </p:spPr>
        <p:txBody>
          <a:bodyPr spcFirstLastPara="1" wrap="square" lIns="91425" tIns="91425" rIns="91425" bIns="91425" anchor="ctr" anchorCtr="0">
            <a:noAutofit/>
          </a:bodyPr>
          <a:lstStyle/>
          <a:p>
            <a:r>
              <a:rPr lang="en-US" sz="2800" dirty="0">
                <a:solidFill>
                  <a:schemeClr val="bg1"/>
                </a:solidFill>
              </a:rPr>
              <a:t>Feature Importance</a:t>
            </a:r>
            <a:endParaRPr lang="en-US" sz="2800" b="0" dirty="0">
              <a:solidFill>
                <a:schemeClr val="bg1"/>
              </a:solidFill>
            </a:endParaRPr>
          </a:p>
        </p:txBody>
      </p:sp>
      <p:grpSp>
        <p:nvGrpSpPr>
          <p:cNvPr id="1055" name="Google Shape;1055;p52">
            <a:extLst>
              <a:ext uri="{FF2B5EF4-FFF2-40B4-BE49-F238E27FC236}">
                <a16:creationId xmlns:a16="http://schemas.microsoft.com/office/drawing/2014/main" id="{513D2A64-AA09-17AE-8629-4029C2F6C59C}"/>
              </a:ext>
            </a:extLst>
          </p:cNvPr>
          <p:cNvGrpSpPr/>
          <p:nvPr/>
        </p:nvGrpSpPr>
        <p:grpSpPr>
          <a:xfrm flipH="1">
            <a:off x="6782154" y="4383989"/>
            <a:ext cx="1507118" cy="838832"/>
            <a:chOff x="7636893" y="2346251"/>
            <a:chExt cx="1507118" cy="838832"/>
          </a:xfrm>
        </p:grpSpPr>
        <p:grpSp>
          <p:nvGrpSpPr>
            <p:cNvPr id="1056" name="Google Shape;1056;p52">
              <a:extLst>
                <a:ext uri="{FF2B5EF4-FFF2-40B4-BE49-F238E27FC236}">
                  <a16:creationId xmlns:a16="http://schemas.microsoft.com/office/drawing/2014/main" id="{4AEA220A-EDDE-4988-9B00-840873845933}"/>
                </a:ext>
              </a:extLst>
            </p:cNvPr>
            <p:cNvGrpSpPr/>
            <p:nvPr/>
          </p:nvGrpSpPr>
          <p:grpSpPr>
            <a:xfrm flipH="1">
              <a:off x="7728620" y="2393076"/>
              <a:ext cx="1415391" cy="792008"/>
              <a:chOff x="1905568" y="363438"/>
              <a:chExt cx="1415391" cy="792008"/>
            </a:xfrm>
          </p:grpSpPr>
          <p:sp>
            <p:nvSpPr>
              <p:cNvPr id="1057" name="Google Shape;1057;p52">
                <a:extLst>
                  <a:ext uri="{FF2B5EF4-FFF2-40B4-BE49-F238E27FC236}">
                    <a16:creationId xmlns:a16="http://schemas.microsoft.com/office/drawing/2014/main" id="{F5E8166C-3D60-CBBC-95EA-7430B9F657E3}"/>
                  </a:ext>
                </a:extLst>
              </p:cNvPr>
              <p:cNvSpPr/>
              <p:nvPr/>
            </p:nvSpPr>
            <p:spPr>
              <a:xfrm>
                <a:off x="1905568" y="363438"/>
                <a:ext cx="1342337" cy="713989"/>
              </a:xfrm>
              <a:custGeom>
                <a:avLst/>
                <a:gdLst/>
                <a:ahLst/>
                <a:cxnLst/>
                <a:rect l="l" t="t" r="r" b="b"/>
                <a:pathLst>
                  <a:path w="41912" h="22293" extrusionOk="0">
                    <a:moveTo>
                      <a:pt x="452" y="22293"/>
                    </a:moveTo>
                    <a:lnTo>
                      <a:pt x="0" y="21437"/>
                    </a:lnTo>
                    <a:lnTo>
                      <a:pt x="41270" y="0"/>
                    </a:lnTo>
                    <a:lnTo>
                      <a:pt x="41911" y="761"/>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52">
                <a:extLst>
                  <a:ext uri="{FF2B5EF4-FFF2-40B4-BE49-F238E27FC236}">
                    <a16:creationId xmlns:a16="http://schemas.microsoft.com/office/drawing/2014/main" id="{9BF21B9A-F286-E61A-8B16-351F218D860D}"/>
                  </a:ext>
                </a:extLst>
              </p:cNvPr>
              <p:cNvSpPr/>
              <p:nvPr/>
            </p:nvSpPr>
            <p:spPr>
              <a:xfrm>
                <a:off x="1975580" y="439535"/>
                <a:ext cx="1345379" cy="715911"/>
              </a:xfrm>
              <a:custGeom>
                <a:avLst/>
                <a:gdLst/>
                <a:ahLst/>
                <a:cxnLst/>
                <a:rect l="l" t="t" r="r" b="b"/>
                <a:pathLst>
                  <a:path w="42007" h="22353" extrusionOk="0">
                    <a:moveTo>
                      <a:pt x="452" y="22353"/>
                    </a:moveTo>
                    <a:lnTo>
                      <a:pt x="1" y="21497"/>
                    </a:lnTo>
                    <a:lnTo>
                      <a:pt x="41401" y="1"/>
                    </a:lnTo>
                    <a:lnTo>
                      <a:pt x="42007" y="773"/>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9" name="Google Shape;1059;p52">
              <a:extLst>
                <a:ext uri="{FF2B5EF4-FFF2-40B4-BE49-F238E27FC236}">
                  <a16:creationId xmlns:a16="http://schemas.microsoft.com/office/drawing/2014/main" id="{B5E77CA3-1D7B-A595-28E0-46EE618B6FBF}"/>
                </a:ext>
              </a:extLst>
            </p:cNvPr>
            <p:cNvGrpSpPr/>
            <p:nvPr/>
          </p:nvGrpSpPr>
          <p:grpSpPr>
            <a:xfrm flipH="1">
              <a:off x="7636893" y="2346251"/>
              <a:ext cx="257693" cy="199083"/>
              <a:chOff x="3154993" y="316614"/>
              <a:chExt cx="257693" cy="199083"/>
            </a:xfrm>
          </p:grpSpPr>
          <p:sp>
            <p:nvSpPr>
              <p:cNvPr id="1060" name="Google Shape;1060;p52">
                <a:extLst>
                  <a:ext uri="{FF2B5EF4-FFF2-40B4-BE49-F238E27FC236}">
                    <a16:creationId xmlns:a16="http://schemas.microsoft.com/office/drawing/2014/main" id="{7B4F60BB-1CF0-3957-B3F6-90DBFBCB70CC}"/>
                  </a:ext>
                </a:extLst>
              </p:cNvPr>
              <p:cNvSpPr/>
              <p:nvPr/>
            </p:nvSpPr>
            <p:spPr>
              <a:xfrm>
                <a:off x="3185067" y="330578"/>
                <a:ext cx="227619" cy="137910"/>
              </a:xfrm>
              <a:custGeom>
                <a:avLst/>
                <a:gdLst/>
                <a:ahLst/>
                <a:cxnLst/>
                <a:rect l="l" t="t" r="r" b="b"/>
                <a:pathLst>
                  <a:path w="7107" h="4306" extrusionOk="0">
                    <a:moveTo>
                      <a:pt x="6067" y="1"/>
                    </a:moveTo>
                    <a:cubicBezTo>
                      <a:pt x="6037" y="1"/>
                      <a:pt x="6008" y="2"/>
                      <a:pt x="5978" y="4"/>
                    </a:cubicBezTo>
                    <a:cubicBezTo>
                      <a:pt x="5835" y="4"/>
                      <a:pt x="5693" y="52"/>
                      <a:pt x="5574" y="135"/>
                    </a:cubicBezTo>
                    <a:cubicBezTo>
                      <a:pt x="4956" y="515"/>
                      <a:pt x="2734" y="1906"/>
                      <a:pt x="1973" y="2274"/>
                    </a:cubicBezTo>
                    <a:cubicBezTo>
                      <a:pt x="1355" y="2571"/>
                      <a:pt x="773" y="2927"/>
                      <a:pt x="226" y="3331"/>
                    </a:cubicBezTo>
                    <a:lnTo>
                      <a:pt x="1" y="4306"/>
                    </a:lnTo>
                    <a:cubicBezTo>
                      <a:pt x="690" y="4258"/>
                      <a:pt x="1843" y="3676"/>
                      <a:pt x="1843" y="3676"/>
                    </a:cubicBezTo>
                    <a:cubicBezTo>
                      <a:pt x="1843" y="3676"/>
                      <a:pt x="5764" y="1490"/>
                      <a:pt x="6429" y="1038"/>
                    </a:cubicBezTo>
                    <a:cubicBezTo>
                      <a:pt x="7107" y="598"/>
                      <a:pt x="6786" y="278"/>
                      <a:pt x="6786" y="278"/>
                    </a:cubicBezTo>
                    <a:cubicBezTo>
                      <a:pt x="6583" y="96"/>
                      <a:pt x="6332" y="1"/>
                      <a:pt x="60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52">
                <a:extLst>
                  <a:ext uri="{FF2B5EF4-FFF2-40B4-BE49-F238E27FC236}">
                    <a16:creationId xmlns:a16="http://schemas.microsoft.com/office/drawing/2014/main" id="{F7B1383A-C001-38C3-A917-E17C4A5DD711}"/>
                  </a:ext>
                </a:extLst>
              </p:cNvPr>
              <p:cNvSpPr/>
              <p:nvPr/>
            </p:nvSpPr>
            <p:spPr>
              <a:xfrm>
                <a:off x="3258890" y="401102"/>
                <a:ext cx="124875" cy="114594"/>
              </a:xfrm>
              <a:custGeom>
                <a:avLst/>
                <a:gdLst/>
                <a:ahLst/>
                <a:cxnLst/>
                <a:rect l="l" t="t" r="r" b="b"/>
                <a:pathLst>
                  <a:path w="3899" h="3578" extrusionOk="0">
                    <a:moveTo>
                      <a:pt x="1617" y="1"/>
                    </a:moveTo>
                    <a:lnTo>
                      <a:pt x="1" y="797"/>
                    </a:lnTo>
                    <a:lnTo>
                      <a:pt x="1522" y="1783"/>
                    </a:lnTo>
                    <a:lnTo>
                      <a:pt x="3661" y="3577"/>
                    </a:lnTo>
                    <a:lnTo>
                      <a:pt x="3899" y="3554"/>
                    </a:lnTo>
                    <a:lnTo>
                      <a:pt x="16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52">
                <a:extLst>
                  <a:ext uri="{FF2B5EF4-FFF2-40B4-BE49-F238E27FC236}">
                    <a16:creationId xmlns:a16="http://schemas.microsoft.com/office/drawing/2014/main" id="{6DE76C8E-42EA-1E30-02C1-9C8CFDAEA14E}"/>
                  </a:ext>
                </a:extLst>
              </p:cNvPr>
              <p:cNvSpPr/>
              <p:nvPr/>
            </p:nvSpPr>
            <p:spPr>
              <a:xfrm>
                <a:off x="3323233" y="426148"/>
                <a:ext cx="28280" cy="23957"/>
              </a:xfrm>
              <a:custGeom>
                <a:avLst/>
                <a:gdLst/>
                <a:ahLst/>
                <a:cxnLst/>
                <a:rect l="l" t="t" r="r" b="b"/>
                <a:pathLst>
                  <a:path w="883" h="748" extrusionOk="0">
                    <a:moveTo>
                      <a:pt x="399" y="1"/>
                    </a:moveTo>
                    <a:cubicBezTo>
                      <a:pt x="385" y="1"/>
                      <a:pt x="371" y="1"/>
                      <a:pt x="357" y="3"/>
                    </a:cubicBezTo>
                    <a:cubicBezTo>
                      <a:pt x="155" y="15"/>
                      <a:pt x="0" y="193"/>
                      <a:pt x="24" y="407"/>
                    </a:cubicBezTo>
                    <a:cubicBezTo>
                      <a:pt x="39" y="618"/>
                      <a:pt x="212" y="748"/>
                      <a:pt x="391" y="748"/>
                    </a:cubicBezTo>
                    <a:cubicBezTo>
                      <a:pt x="494" y="748"/>
                      <a:pt x="599" y="705"/>
                      <a:pt x="678" y="609"/>
                    </a:cubicBezTo>
                    <a:cubicBezTo>
                      <a:pt x="882" y="370"/>
                      <a:pt x="706" y="1"/>
                      <a:pt x="3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52">
                <a:extLst>
                  <a:ext uri="{FF2B5EF4-FFF2-40B4-BE49-F238E27FC236}">
                    <a16:creationId xmlns:a16="http://schemas.microsoft.com/office/drawing/2014/main" id="{C8469EEC-9033-EFF3-418F-F1DCAA4A48DD}"/>
                  </a:ext>
                </a:extLst>
              </p:cNvPr>
              <p:cNvSpPr/>
              <p:nvPr/>
            </p:nvSpPr>
            <p:spPr>
              <a:xfrm>
                <a:off x="3196116" y="452475"/>
                <a:ext cx="42661" cy="40387"/>
              </a:xfrm>
              <a:custGeom>
                <a:avLst/>
                <a:gdLst/>
                <a:ahLst/>
                <a:cxnLst/>
                <a:rect l="l" t="t" r="r" b="b"/>
                <a:pathLst>
                  <a:path w="1332" h="1261" extrusionOk="0">
                    <a:moveTo>
                      <a:pt x="452" y="1"/>
                    </a:moveTo>
                    <a:lnTo>
                      <a:pt x="0" y="298"/>
                    </a:lnTo>
                    <a:lnTo>
                      <a:pt x="1010" y="1260"/>
                    </a:lnTo>
                    <a:lnTo>
                      <a:pt x="1331" y="1225"/>
                    </a:lnTo>
                    <a:lnTo>
                      <a:pt x="4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52">
                <a:extLst>
                  <a:ext uri="{FF2B5EF4-FFF2-40B4-BE49-F238E27FC236}">
                    <a16:creationId xmlns:a16="http://schemas.microsoft.com/office/drawing/2014/main" id="{3CE64C3E-205D-0336-FA25-7D4342E3091C}"/>
                  </a:ext>
                </a:extLst>
              </p:cNvPr>
              <p:cNvSpPr/>
              <p:nvPr/>
            </p:nvSpPr>
            <p:spPr>
              <a:xfrm>
                <a:off x="3170622" y="316614"/>
                <a:ext cx="122569" cy="110399"/>
              </a:xfrm>
              <a:custGeom>
                <a:avLst/>
                <a:gdLst/>
                <a:ahLst/>
                <a:cxnLst/>
                <a:rect l="l" t="t" r="r" b="b"/>
                <a:pathLst>
                  <a:path w="3827" h="3447" extrusionOk="0">
                    <a:moveTo>
                      <a:pt x="24" y="1"/>
                    </a:moveTo>
                    <a:lnTo>
                      <a:pt x="0" y="238"/>
                    </a:lnTo>
                    <a:lnTo>
                      <a:pt x="1878" y="2555"/>
                    </a:lnTo>
                    <a:lnTo>
                      <a:pt x="2555" y="3447"/>
                    </a:lnTo>
                    <a:lnTo>
                      <a:pt x="3826" y="2294"/>
                    </a:lnTo>
                    <a:lnTo>
                      <a:pt x="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52">
                <a:extLst>
                  <a:ext uri="{FF2B5EF4-FFF2-40B4-BE49-F238E27FC236}">
                    <a16:creationId xmlns:a16="http://schemas.microsoft.com/office/drawing/2014/main" id="{0F824F82-724F-A5AA-5BD8-F0181C02E3FA}"/>
                  </a:ext>
                </a:extLst>
              </p:cNvPr>
              <p:cNvSpPr/>
              <p:nvPr/>
            </p:nvSpPr>
            <p:spPr>
              <a:xfrm>
                <a:off x="3233364" y="351972"/>
                <a:ext cx="30138" cy="26134"/>
              </a:xfrm>
              <a:custGeom>
                <a:avLst/>
                <a:gdLst/>
                <a:ahLst/>
                <a:cxnLst/>
                <a:rect l="l" t="t" r="r" b="b"/>
                <a:pathLst>
                  <a:path w="941" h="816" extrusionOk="0">
                    <a:moveTo>
                      <a:pt x="472" y="1"/>
                    </a:moveTo>
                    <a:cubicBezTo>
                      <a:pt x="303" y="1"/>
                      <a:pt x="137" y="103"/>
                      <a:pt x="85" y="299"/>
                    </a:cubicBezTo>
                    <a:cubicBezTo>
                      <a:pt x="0" y="572"/>
                      <a:pt x="222" y="816"/>
                      <a:pt x="471" y="816"/>
                    </a:cubicBezTo>
                    <a:cubicBezTo>
                      <a:pt x="536" y="816"/>
                      <a:pt x="603" y="799"/>
                      <a:pt x="667" y="762"/>
                    </a:cubicBezTo>
                    <a:cubicBezTo>
                      <a:pt x="869" y="655"/>
                      <a:pt x="941" y="406"/>
                      <a:pt x="834" y="216"/>
                    </a:cubicBezTo>
                    <a:cubicBezTo>
                      <a:pt x="753" y="71"/>
                      <a:pt x="612" y="1"/>
                      <a:pt x="4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52">
                <a:extLst>
                  <a:ext uri="{FF2B5EF4-FFF2-40B4-BE49-F238E27FC236}">
                    <a16:creationId xmlns:a16="http://schemas.microsoft.com/office/drawing/2014/main" id="{21064B42-82A5-5F8B-3E5E-A9536FC663AD}"/>
                  </a:ext>
                </a:extLst>
              </p:cNvPr>
              <p:cNvSpPr/>
              <p:nvPr/>
            </p:nvSpPr>
            <p:spPr>
              <a:xfrm>
                <a:off x="3154993" y="413657"/>
                <a:ext cx="41155" cy="46856"/>
              </a:xfrm>
              <a:custGeom>
                <a:avLst/>
                <a:gdLst/>
                <a:ahLst/>
                <a:cxnLst/>
                <a:rect l="l" t="t" r="r" b="b"/>
                <a:pathLst>
                  <a:path w="1285" h="1463" extrusionOk="0">
                    <a:moveTo>
                      <a:pt x="25" y="1"/>
                    </a:moveTo>
                    <a:lnTo>
                      <a:pt x="1" y="322"/>
                    </a:lnTo>
                    <a:lnTo>
                      <a:pt x="1165" y="1462"/>
                    </a:lnTo>
                    <a:lnTo>
                      <a:pt x="1284" y="833"/>
                    </a:lnTo>
                    <a:lnTo>
                      <a:pt x="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52">
                <a:extLst>
                  <a:ext uri="{FF2B5EF4-FFF2-40B4-BE49-F238E27FC236}">
                    <a16:creationId xmlns:a16="http://schemas.microsoft.com/office/drawing/2014/main" id="{8EDE5BAC-64AE-1DB1-3835-1E77171D20F8}"/>
                  </a:ext>
                </a:extLst>
              </p:cNvPr>
              <p:cNvSpPr/>
              <p:nvPr/>
            </p:nvSpPr>
            <p:spPr>
              <a:xfrm>
                <a:off x="3196501" y="402640"/>
                <a:ext cx="23989" cy="36928"/>
              </a:xfrm>
              <a:custGeom>
                <a:avLst/>
                <a:gdLst/>
                <a:ahLst/>
                <a:cxnLst/>
                <a:rect l="l" t="t" r="r" b="b"/>
                <a:pathLst>
                  <a:path w="749" h="1153" extrusionOk="0">
                    <a:moveTo>
                      <a:pt x="666" y="0"/>
                    </a:moveTo>
                    <a:lnTo>
                      <a:pt x="416" y="107"/>
                    </a:lnTo>
                    <a:lnTo>
                      <a:pt x="0" y="1153"/>
                    </a:lnTo>
                    <a:lnTo>
                      <a:pt x="749" y="594"/>
                    </a:lnTo>
                    <a:lnTo>
                      <a:pt x="6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52">
                <a:extLst>
                  <a:ext uri="{FF2B5EF4-FFF2-40B4-BE49-F238E27FC236}">
                    <a16:creationId xmlns:a16="http://schemas.microsoft.com/office/drawing/2014/main" id="{737E878A-DF65-3B47-3302-054DB9E006D8}"/>
                  </a:ext>
                </a:extLst>
              </p:cNvPr>
              <p:cNvSpPr/>
              <p:nvPr/>
            </p:nvSpPr>
            <p:spPr>
              <a:xfrm>
                <a:off x="3316380" y="427749"/>
                <a:ext cx="13355" cy="14476"/>
              </a:xfrm>
              <a:custGeom>
                <a:avLst/>
                <a:gdLst/>
                <a:ahLst/>
                <a:cxnLst/>
                <a:rect l="l" t="t" r="r" b="b"/>
                <a:pathLst>
                  <a:path w="417" h="452" extrusionOk="0">
                    <a:moveTo>
                      <a:pt x="416" y="0"/>
                    </a:moveTo>
                    <a:lnTo>
                      <a:pt x="0" y="286"/>
                    </a:lnTo>
                    <a:lnTo>
                      <a:pt x="404" y="452"/>
                    </a:lnTo>
                    <a:lnTo>
                      <a:pt x="4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52">
                <a:extLst>
                  <a:ext uri="{FF2B5EF4-FFF2-40B4-BE49-F238E27FC236}">
                    <a16:creationId xmlns:a16="http://schemas.microsoft.com/office/drawing/2014/main" id="{D24DA23E-EE9E-DB52-ECA3-AA3F9E46CF7C}"/>
                  </a:ext>
                </a:extLst>
              </p:cNvPr>
              <p:cNvSpPr/>
              <p:nvPr/>
            </p:nvSpPr>
            <p:spPr>
              <a:xfrm>
                <a:off x="3230354" y="352389"/>
                <a:ext cx="14893" cy="13740"/>
              </a:xfrm>
              <a:custGeom>
                <a:avLst/>
                <a:gdLst/>
                <a:ahLst/>
                <a:cxnLst/>
                <a:rect l="l" t="t" r="r" b="b"/>
                <a:pathLst>
                  <a:path w="465" h="429" extrusionOk="0">
                    <a:moveTo>
                      <a:pt x="464" y="1"/>
                    </a:moveTo>
                    <a:lnTo>
                      <a:pt x="1" y="167"/>
                    </a:lnTo>
                    <a:lnTo>
                      <a:pt x="345" y="428"/>
                    </a:lnTo>
                    <a:lnTo>
                      <a:pt x="4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4" name="Picture 3">
            <a:extLst>
              <a:ext uri="{FF2B5EF4-FFF2-40B4-BE49-F238E27FC236}">
                <a16:creationId xmlns:a16="http://schemas.microsoft.com/office/drawing/2014/main" id="{E19135CB-943D-55EC-4F41-03B579E201F2}"/>
              </a:ext>
            </a:extLst>
          </p:cNvPr>
          <p:cNvPicPr>
            <a:picLocks noChangeAspect="1"/>
          </p:cNvPicPr>
          <p:nvPr/>
        </p:nvPicPr>
        <p:blipFill>
          <a:blip r:embed="rId3"/>
          <a:stretch>
            <a:fillRect/>
          </a:stretch>
        </p:blipFill>
        <p:spPr>
          <a:xfrm>
            <a:off x="154230" y="1203109"/>
            <a:ext cx="5055310" cy="2670058"/>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id="{707D8A52-B249-B560-3B10-30B955914144}"/>
              </a:ext>
            </a:extLst>
          </p:cNvPr>
          <p:cNvSpPr txBox="1"/>
          <p:nvPr/>
        </p:nvSpPr>
        <p:spPr>
          <a:xfrm>
            <a:off x="5370427" y="1774609"/>
            <a:ext cx="3440198" cy="1384995"/>
          </a:xfrm>
          <a:prstGeom prst="rect">
            <a:avLst/>
          </a:prstGeom>
          <a:noFill/>
        </p:spPr>
        <p:txBody>
          <a:bodyPr wrap="square">
            <a:spAutoFit/>
          </a:bodyPr>
          <a:lstStyle/>
          <a:p>
            <a:r>
              <a:rPr lang="en-US" dirty="0"/>
              <a:t>“Feature importance analysis was used to identify which variables had the strongest impact on predicting flight delays. It helps us understand how much each feature contributes to the machine learning model’s decisions.”</a:t>
            </a:r>
          </a:p>
        </p:txBody>
      </p:sp>
    </p:spTree>
    <p:extLst>
      <p:ext uri="{BB962C8B-B14F-4D97-AF65-F5344CB8AC3E}">
        <p14:creationId xmlns:p14="http://schemas.microsoft.com/office/powerpoint/2010/main" val="17453606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35">
          <a:extLst>
            <a:ext uri="{FF2B5EF4-FFF2-40B4-BE49-F238E27FC236}">
              <a16:creationId xmlns:a16="http://schemas.microsoft.com/office/drawing/2014/main" id="{57A7178C-18CB-3893-88DF-01CD8D910DE5}"/>
            </a:ext>
          </a:extLst>
        </p:cNvPr>
        <p:cNvGrpSpPr/>
        <p:nvPr/>
      </p:nvGrpSpPr>
      <p:grpSpPr>
        <a:xfrm>
          <a:off x="0" y="0"/>
          <a:ext cx="0" cy="0"/>
          <a:chOff x="0" y="0"/>
          <a:chExt cx="0" cy="0"/>
        </a:xfrm>
      </p:grpSpPr>
      <p:sp>
        <p:nvSpPr>
          <p:cNvPr id="1036" name="Google Shape;1036;p52">
            <a:extLst>
              <a:ext uri="{FF2B5EF4-FFF2-40B4-BE49-F238E27FC236}">
                <a16:creationId xmlns:a16="http://schemas.microsoft.com/office/drawing/2014/main" id="{21AB9FFA-E3A8-E2AA-3AD1-6C45FA02EF78}"/>
              </a:ext>
            </a:extLst>
          </p:cNvPr>
          <p:cNvSpPr txBox="1">
            <a:spLocks noGrp="1"/>
          </p:cNvSpPr>
          <p:nvPr>
            <p:ph type="title"/>
          </p:nvPr>
        </p:nvSpPr>
        <p:spPr>
          <a:xfrm>
            <a:off x="717613" y="433350"/>
            <a:ext cx="7708800" cy="572700"/>
          </a:xfrm>
          <a:prstGeom prst="rect">
            <a:avLst/>
          </a:prstGeom>
        </p:spPr>
        <p:txBody>
          <a:bodyPr spcFirstLastPara="1" wrap="square" lIns="91425" tIns="91425" rIns="91425" bIns="91425" anchor="ctr" anchorCtr="0">
            <a:noAutofit/>
          </a:bodyPr>
          <a:lstStyle/>
          <a:p>
            <a:r>
              <a:rPr lang="en-US" sz="2800" dirty="0">
                <a:solidFill>
                  <a:schemeClr val="bg1"/>
                </a:solidFill>
              </a:rPr>
              <a:t>K-means</a:t>
            </a:r>
            <a:endParaRPr lang="en-US" sz="2800" b="0" dirty="0">
              <a:solidFill>
                <a:schemeClr val="bg1"/>
              </a:solidFill>
            </a:endParaRPr>
          </a:p>
        </p:txBody>
      </p:sp>
      <p:grpSp>
        <p:nvGrpSpPr>
          <p:cNvPr id="1055" name="Google Shape;1055;p52">
            <a:extLst>
              <a:ext uri="{FF2B5EF4-FFF2-40B4-BE49-F238E27FC236}">
                <a16:creationId xmlns:a16="http://schemas.microsoft.com/office/drawing/2014/main" id="{3DB04F68-6EE5-5CF6-63CA-ADD9203240AD}"/>
              </a:ext>
            </a:extLst>
          </p:cNvPr>
          <p:cNvGrpSpPr/>
          <p:nvPr/>
        </p:nvGrpSpPr>
        <p:grpSpPr>
          <a:xfrm flipH="1">
            <a:off x="6782154" y="4383989"/>
            <a:ext cx="1507118" cy="838832"/>
            <a:chOff x="7636893" y="2346251"/>
            <a:chExt cx="1507118" cy="838832"/>
          </a:xfrm>
        </p:grpSpPr>
        <p:grpSp>
          <p:nvGrpSpPr>
            <p:cNvPr id="1056" name="Google Shape;1056;p52">
              <a:extLst>
                <a:ext uri="{FF2B5EF4-FFF2-40B4-BE49-F238E27FC236}">
                  <a16:creationId xmlns:a16="http://schemas.microsoft.com/office/drawing/2014/main" id="{B9F52707-8D68-A77C-1D19-CD089C6BC619}"/>
                </a:ext>
              </a:extLst>
            </p:cNvPr>
            <p:cNvGrpSpPr/>
            <p:nvPr/>
          </p:nvGrpSpPr>
          <p:grpSpPr>
            <a:xfrm flipH="1">
              <a:off x="7728620" y="2393076"/>
              <a:ext cx="1415391" cy="792008"/>
              <a:chOff x="1905568" y="363438"/>
              <a:chExt cx="1415391" cy="792008"/>
            </a:xfrm>
          </p:grpSpPr>
          <p:sp>
            <p:nvSpPr>
              <p:cNvPr id="1057" name="Google Shape;1057;p52">
                <a:extLst>
                  <a:ext uri="{FF2B5EF4-FFF2-40B4-BE49-F238E27FC236}">
                    <a16:creationId xmlns:a16="http://schemas.microsoft.com/office/drawing/2014/main" id="{123CE436-D164-99DB-AF61-002806362DCF}"/>
                  </a:ext>
                </a:extLst>
              </p:cNvPr>
              <p:cNvSpPr/>
              <p:nvPr/>
            </p:nvSpPr>
            <p:spPr>
              <a:xfrm>
                <a:off x="1905568" y="363438"/>
                <a:ext cx="1342337" cy="713989"/>
              </a:xfrm>
              <a:custGeom>
                <a:avLst/>
                <a:gdLst/>
                <a:ahLst/>
                <a:cxnLst/>
                <a:rect l="l" t="t" r="r" b="b"/>
                <a:pathLst>
                  <a:path w="41912" h="22293" extrusionOk="0">
                    <a:moveTo>
                      <a:pt x="452" y="22293"/>
                    </a:moveTo>
                    <a:lnTo>
                      <a:pt x="0" y="21437"/>
                    </a:lnTo>
                    <a:lnTo>
                      <a:pt x="41270" y="0"/>
                    </a:lnTo>
                    <a:lnTo>
                      <a:pt x="41911" y="761"/>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52">
                <a:extLst>
                  <a:ext uri="{FF2B5EF4-FFF2-40B4-BE49-F238E27FC236}">
                    <a16:creationId xmlns:a16="http://schemas.microsoft.com/office/drawing/2014/main" id="{90221222-12C2-6EE9-D368-999D46D89943}"/>
                  </a:ext>
                </a:extLst>
              </p:cNvPr>
              <p:cNvSpPr/>
              <p:nvPr/>
            </p:nvSpPr>
            <p:spPr>
              <a:xfrm>
                <a:off x="1975580" y="439535"/>
                <a:ext cx="1345379" cy="715911"/>
              </a:xfrm>
              <a:custGeom>
                <a:avLst/>
                <a:gdLst/>
                <a:ahLst/>
                <a:cxnLst/>
                <a:rect l="l" t="t" r="r" b="b"/>
                <a:pathLst>
                  <a:path w="42007" h="22353" extrusionOk="0">
                    <a:moveTo>
                      <a:pt x="452" y="22353"/>
                    </a:moveTo>
                    <a:lnTo>
                      <a:pt x="1" y="21497"/>
                    </a:lnTo>
                    <a:lnTo>
                      <a:pt x="41401" y="1"/>
                    </a:lnTo>
                    <a:lnTo>
                      <a:pt x="42007" y="773"/>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9" name="Google Shape;1059;p52">
              <a:extLst>
                <a:ext uri="{FF2B5EF4-FFF2-40B4-BE49-F238E27FC236}">
                  <a16:creationId xmlns:a16="http://schemas.microsoft.com/office/drawing/2014/main" id="{C2AE370B-A4FF-90A7-852A-87CFBBBF7F2F}"/>
                </a:ext>
              </a:extLst>
            </p:cNvPr>
            <p:cNvGrpSpPr/>
            <p:nvPr/>
          </p:nvGrpSpPr>
          <p:grpSpPr>
            <a:xfrm flipH="1">
              <a:off x="7636893" y="2346251"/>
              <a:ext cx="257693" cy="199083"/>
              <a:chOff x="3154993" y="316614"/>
              <a:chExt cx="257693" cy="199083"/>
            </a:xfrm>
          </p:grpSpPr>
          <p:sp>
            <p:nvSpPr>
              <p:cNvPr id="1060" name="Google Shape;1060;p52">
                <a:extLst>
                  <a:ext uri="{FF2B5EF4-FFF2-40B4-BE49-F238E27FC236}">
                    <a16:creationId xmlns:a16="http://schemas.microsoft.com/office/drawing/2014/main" id="{94551386-6C92-28FF-5054-769E6F3195BB}"/>
                  </a:ext>
                </a:extLst>
              </p:cNvPr>
              <p:cNvSpPr/>
              <p:nvPr/>
            </p:nvSpPr>
            <p:spPr>
              <a:xfrm>
                <a:off x="3185067" y="330578"/>
                <a:ext cx="227619" cy="137910"/>
              </a:xfrm>
              <a:custGeom>
                <a:avLst/>
                <a:gdLst/>
                <a:ahLst/>
                <a:cxnLst/>
                <a:rect l="l" t="t" r="r" b="b"/>
                <a:pathLst>
                  <a:path w="7107" h="4306" extrusionOk="0">
                    <a:moveTo>
                      <a:pt x="6067" y="1"/>
                    </a:moveTo>
                    <a:cubicBezTo>
                      <a:pt x="6037" y="1"/>
                      <a:pt x="6008" y="2"/>
                      <a:pt x="5978" y="4"/>
                    </a:cubicBezTo>
                    <a:cubicBezTo>
                      <a:pt x="5835" y="4"/>
                      <a:pt x="5693" y="52"/>
                      <a:pt x="5574" y="135"/>
                    </a:cubicBezTo>
                    <a:cubicBezTo>
                      <a:pt x="4956" y="515"/>
                      <a:pt x="2734" y="1906"/>
                      <a:pt x="1973" y="2274"/>
                    </a:cubicBezTo>
                    <a:cubicBezTo>
                      <a:pt x="1355" y="2571"/>
                      <a:pt x="773" y="2927"/>
                      <a:pt x="226" y="3331"/>
                    </a:cubicBezTo>
                    <a:lnTo>
                      <a:pt x="1" y="4306"/>
                    </a:lnTo>
                    <a:cubicBezTo>
                      <a:pt x="690" y="4258"/>
                      <a:pt x="1843" y="3676"/>
                      <a:pt x="1843" y="3676"/>
                    </a:cubicBezTo>
                    <a:cubicBezTo>
                      <a:pt x="1843" y="3676"/>
                      <a:pt x="5764" y="1490"/>
                      <a:pt x="6429" y="1038"/>
                    </a:cubicBezTo>
                    <a:cubicBezTo>
                      <a:pt x="7107" y="598"/>
                      <a:pt x="6786" y="278"/>
                      <a:pt x="6786" y="278"/>
                    </a:cubicBezTo>
                    <a:cubicBezTo>
                      <a:pt x="6583" y="96"/>
                      <a:pt x="6332" y="1"/>
                      <a:pt x="60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52">
                <a:extLst>
                  <a:ext uri="{FF2B5EF4-FFF2-40B4-BE49-F238E27FC236}">
                    <a16:creationId xmlns:a16="http://schemas.microsoft.com/office/drawing/2014/main" id="{E0CF6571-2F6C-D8A8-B5A3-C9C0C6A7406E}"/>
                  </a:ext>
                </a:extLst>
              </p:cNvPr>
              <p:cNvSpPr/>
              <p:nvPr/>
            </p:nvSpPr>
            <p:spPr>
              <a:xfrm>
                <a:off x="3258890" y="401102"/>
                <a:ext cx="124875" cy="114594"/>
              </a:xfrm>
              <a:custGeom>
                <a:avLst/>
                <a:gdLst/>
                <a:ahLst/>
                <a:cxnLst/>
                <a:rect l="l" t="t" r="r" b="b"/>
                <a:pathLst>
                  <a:path w="3899" h="3578" extrusionOk="0">
                    <a:moveTo>
                      <a:pt x="1617" y="1"/>
                    </a:moveTo>
                    <a:lnTo>
                      <a:pt x="1" y="797"/>
                    </a:lnTo>
                    <a:lnTo>
                      <a:pt x="1522" y="1783"/>
                    </a:lnTo>
                    <a:lnTo>
                      <a:pt x="3661" y="3577"/>
                    </a:lnTo>
                    <a:lnTo>
                      <a:pt x="3899" y="3554"/>
                    </a:lnTo>
                    <a:lnTo>
                      <a:pt x="16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52">
                <a:extLst>
                  <a:ext uri="{FF2B5EF4-FFF2-40B4-BE49-F238E27FC236}">
                    <a16:creationId xmlns:a16="http://schemas.microsoft.com/office/drawing/2014/main" id="{762AF33C-CB97-DDEC-1401-4B0E529CB7EB}"/>
                  </a:ext>
                </a:extLst>
              </p:cNvPr>
              <p:cNvSpPr/>
              <p:nvPr/>
            </p:nvSpPr>
            <p:spPr>
              <a:xfrm>
                <a:off x="3323233" y="426148"/>
                <a:ext cx="28280" cy="23957"/>
              </a:xfrm>
              <a:custGeom>
                <a:avLst/>
                <a:gdLst/>
                <a:ahLst/>
                <a:cxnLst/>
                <a:rect l="l" t="t" r="r" b="b"/>
                <a:pathLst>
                  <a:path w="883" h="748" extrusionOk="0">
                    <a:moveTo>
                      <a:pt x="399" y="1"/>
                    </a:moveTo>
                    <a:cubicBezTo>
                      <a:pt x="385" y="1"/>
                      <a:pt x="371" y="1"/>
                      <a:pt x="357" y="3"/>
                    </a:cubicBezTo>
                    <a:cubicBezTo>
                      <a:pt x="155" y="15"/>
                      <a:pt x="0" y="193"/>
                      <a:pt x="24" y="407"/>
                    </a:cubicBezTo>
                    <a:cubicBezTo>
                      <a:pt x="39" y="618"/>
                      <a:pt x="212" y="748"/>
                      <a:pt x="391" y="748"/>
                    </a:cubicBezTo>
                    <a:cubicBezTo>
                      <a:pt x="494" y="748"/>
                      <a:pt x="599" y="705"/>
                      <a:pt x="678" y="609"/>
                    </a:cubicBezTo>
                    <a:cubicBezTo>
                      <a:pt x="882" y="370"/>
                      <a:pt x="706" y="1"/>
                      <a:pt x="3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52">
                <a:extLst>
                  <a:ext uri="{FF2B5EF4-FFF2-40B4-BE49-F238E27FC236}">
                    <a16:creationId xmlns:a16="http://schemas.microsoft.com/office/drawing/2014/main" id="{514BA287-D277-0A31-DAEA-30C73021082C}"/>
                  </a:ext>
                </a:extLst>
              </p:cNvPr>
              <p:cNvSpPr/>
              <p:nvPr/>
            </p:nvSpPr>
            <p:spPr>
              <a:xfrm>
                <a:off x="3196116" y="452475"/>
                <a:ext cx="42661" cy="40387"/>
              </a:xfrm>
              <a:custGeom>
                <a:avLst/>
                <a:gdLst/>
                <a:ahLst/>
                <a:cxnLst/>
                <a:rect l="l" t="t" r="r" b="b"/>
                <a:pathLst>
                  <a:path w="1332" h="1261" extrusionOk="0">
                    <a:moveTo>
                      <a:pt x="452" y="1"/>
                    </a:moveTo>
                    <a:lnTo>
                      <a:pt x="0" y="298"/>
                    </a:lnTo>
                    <a:lnTo>
                      <a:pt x="1010" y="1260"/>
                    </a:lnTo>
                    <a:lnTo>
                      <a:pt x="1331" y="1225"/>
                    </a:lnTo>
                    <a:lnTo>
                      <a:pt x="4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52">
                <a:extLst>
                  <a:ext uri="{FF2B5EF4-FFF2-40B4-BE49-F238E27FC236}">
                    <a16:creationId xmlns:a16="http://schemas.microsoft.com/office/drawing/2014/main" id="{58C7B444-53EF-EA85-D47C-80BDA63B201A}"/>
                  </a:ext>
                </a:extLst>
              </p:cNvPr>
              <p:cNvSpPr/>
              <p:nvPr/>
            </p:nvSpPr>
            <p:spPr>
              <a:xfrm>
                <a:off x="3170622" y="316614"/>
                <a:ext cx="122569" cy="110399"/>
              </a:xfrm>
              <a:custGeom>
                <a:avLst/>
                <a:gdLst/>
                <a:ahLst/>
                <a:cxnLst/>
                <a:rect l="l" t="t" r="r" b="b"/>
                <a:pathLst>
                  <a:path w="3827" h="3447" extrusionOk="0">
                    <a:moveTo>
                      <a:pt x="24" y="1"/>
                    </a:moveTo>
                    <a:lnTo>
                      <a:pt x="0" y="238"/>
                    </a:lnTo>
                    <a:lnTo>
                      <a:pt x="1878" y="2555"/>
                    </a:lnTo>
                    <a:lnTo>
                      <a:pt x="2555" y="3447"/>
                    </a:lnTo>
                    <a:lnTo>
                      <a:pt x="3826" y="2294"/>
                    </a:lnTo>
                    <a:lnTo>
                      <a:pt x="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52">
                <a:extLst>
                  <a:ext uri="{FF2B5EF4-FFF2-40B4-BE49-F238E27FC236}">
                    <a16:creationId xmlns:a16="http://schemas.microsoft.com/office/drawing/2014/main" id="{EE3C7897-6280-2EC4-E7E7-417885FAA46F}"/>
                  </a:ext>
                </a:extLst>
              </p:cNvPr>
              <p:cNvSpPr/>
              <p:nvPr/>
            </p:nvSpPr>
            <p:spPr>
              <a:xfrm>
                <a:off x="3233364" y="351972"/>
                <a:ext cx="30138" cy="26134"/>
              </a:xfrm>
              <a:custGeom>
                <a:avLst/>
                <a:gdLst/>
                <a:ahLst/>
                <a:cxnLst/>
                <a:rect l="l" t="t" r="r" b="b"/>
                <a:pathLst>
                  <a:path w="941" h="816" extrusionOk="0">
                    <a:moveTo>
                      <a:pt x="472" y="1"/>
                    </a:moveTo>
                    <a:cubicBezTo>
                      <a:pt x="303" y="1"/>
                      <a:pt x="137" y="103"/>
                      <a:pt x="85" y="299"/>
                    </a:cubicBezTo>
                    <a:cubicBezTo>
                      <a:pt x="0" y="572"/>
                      <a:pt x="222" y="816"/>
                      <a:pt x="471" y="816"/>
                    </a:cubicBezTo>
                    <a:cubicBezTo>
                      <a:pt x="536" y="816"/>
                      <a:pt x="603" y="799"/>
                      <a:pt x="667" y="762"/>
                    </a:cubicBezTo>
                    <a:cubicBezTo>
                      <a:pt x="869" y="655"/>
                      <a:pt x="941" y="406"/>
                      <a:pt x="834" y="216"/>
                    </a:cubicBezTo>
                    <a:cubicBezTo>
                      <a:pt x="753" y="71"/>
                      <a:pt x="612" y="1"/>
                      <a:pt x="4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52">
                <a:extLst>
                  <a:ext uri="{FF2B5EF4-FFF2-40B4-BE49-F238E27FC236}">
                    <a16:creationId xmlns:a16="http://schemas.microsoft.com/office/drawing/2014/main" id="{3B3D6188-D767-1525-F0B9-E6FD0487C059}"/>
                  </a:ext>
                </a:extLst>
              </p:cNvPr>
              <p:cNvSpPr/>
              <p:nvPr/>
            </p:nvSpPr>
            <p:spPr>
              <a:xfrm>
                <a:off x="3154993" y="413657"/>
                <a:ext cx="41155" cy="46856"/>
              </a:xfrm>
              <a:custGeom>
                <a:avLst/>
                <a:gdLst/>
                <a:ahLst/>
                <a:cxnLst/>
                <a:rect l="l" t="t" r="r" b="b"/>
                <a:pathLst>
                  <a:path w="1285" h="1463" extrusionOk="0">
                    <a:moveTo>
                      <a:pt x="25" y="1"/>
                    </a:moveTo>
                    <a:lnTo>
                      <a:pt x="1" y="322"/>
                    </a:lnTo>
                    <a:lnTo>
                      <a:pt x="1165" y="1462"/>
                    </a:lnTo>
                    <a:lnTo>
                      <a:pt x="1284" y="833"/>
                    </a:lnTo>
                    <a:lnTo>
                      <a:pt x="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52">
                <a:extLst>
                  <a:ext uri="{FF2B5EF4-FFF2-40B4-BE49-F238E27FC236}">
                    <a16:creationId xmlns:a16="http://schemas.microsoft.com/office/drawing/2014/main" id="{30976D73-710C-91D8-B2DF-BC21AC585EF1}"/>
                  </a:ext>
                </a:extLst>
              </p:cNvPr>
              <p:cNvSpPr/>
              <p:nvPr/>
            </p:nvSpPr>
            <p:spPr>
              <a:xfrm>
                <a:off x="3196501" y="402640"/>
                <a:ext cx="23989" cy="36928"/>
              </a:xfrm>
              <a:custGeom>
                <a:avLst/>
                <a:gdLst/>
                <a:ahLst/>
                <a:cxnLst/>
                <a:rect l="l" t="t" r="r" b="b"/>
                <a:pathLst>
                  <a:path w="749" h="1153" extrusionOk="0">
                    <a:moveTo>
                      <a:pt x="666" y="0"/>
                    </a:moveTo>
                    <a:lnTo>
                      <a:pt x="416" y="107"/>
                    </a:lnTo>
                    <a:lnTo>
                      <a:pt x="0" y="1153"/>
                    </a:lnTo>
                    <a:lnTo>
                      <a:pt x="749" y="594"/>
                    </a:lnTo>
                    <a:lnTo>
                      <a:pt x="6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52">
                <a:extLst>
                  <a:ext uri="{FF2B5EF4-FFF2-40B4-BE49-F238E27FC236}">
                    <a16:creationId xmlns:a16="http://schemas.microsoft.com/office/drawing/2014/main" id="{95849942-BDC7-655D-FA79-438474B2E125}"/>
                  </a:ext>
                </a:extLst>
              </p:cNvPr>
              <p:cNvSpPr/>
              <p:nvPr/>
            </p:nvSpPr>
            <p:spPr>
              <a:xfrm>
                <a:off x="3316380" y="427749"/>
                <a:ext cx="13355" cy="14476"/>
              </a:xfrm>
              <a:custGeom>
                <a:avLst/>
                <a:gdLst/>
                <a:ahLst/>
                <a:cxnLst/>
                <a:rect l="l" t="t" r="r" b="b"/>
                <a:pathLst>
                  <a:path w="417" h="452" extrusionOk="0">
                    <a:moveTo>
                      <a:pt x="416" y="0"/>
                    </a:moveTo>
                    <a:lnTo>
                      <a:pt x="0" y="286"/>
                    </a:lnTo>
                    <a:lnTo>
                      <a:pt x="404" y="452"/>
                    </a:lnTo>
                    <a:lnTo>
                      <a:pt x="4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52">
                <a:extLst>
                  <a:ext uri="{FF2B5EF4-FFF2-40B4-BE49-F238E27FC236}">
                    <a16:creationId xmlns:a16="http://schemas.microsoft.com/office/drawing/2014/main" id="{03C56F02-E19A-2895-65CF-707EB365EF2E}"/>
                  </a:ext>
                </a:extLst>
              </p:cNvPr>
              <p:cNvSpPr/>
              <p:nvPr/>
            </p:nvSpPr>
            <p:spPr>
              <a:xfrm>
                <a:off x="3230354" y="352389"/>
                <a:ext cx="14893" cy="13740"/>
              </a:xfrm>
              <a:custGeom>
                <a:avLst/>
                <a:gdLst/>
                <a:ahLst/>
                <a:cxnLst/>
                <a:rect l="l" t="t" r="r" b="b"/>
                <a:pathLst>
                  <a:path w="465" h="429" extrusionOk="0">
                    <a:moveTo>
                      <a:pt x="464" y="1"/>
                    </a:moveTo>
                    <a:lnTo>
                      <a:pt x="1" y="167"/>
                    </a:lnTo>
                    <a:lnTo>
                      <a:pt x="345" y="428"/>
                    </a:lnTo>
                    <a:lnTo>
                      <a:pt x="4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 name="TextBox 2">
            <a:extLst>
              <a:ext uri="{FF2B5EF4-FFF2-40B4-BE49-F238E27FC236}">
                <a16:creationId xmlns:a16="http://schemas.microsoft.com/office/drawing/2014/main" id="{57965BEE-1A1B-0B67-EFF0-33ABEE982514}"/>
              </a:ext>
            </a:extLst>
          </p:cNvPr>
          <p:cNvSpPr txBox="1"/>
          <p:nvPr/>
        </p:nvSpPr>
        <p:spPr>
          <a:xfrm>
            <a:off x="891810" y="1681897"/>
            <a:ext cx="7368541" cy="1889492"/>
          </a:xfrm>
          <a:prstGeom prst="rect">
            <a:avLst/>
          </a:prstGeom>
          <a:noFill/>
        </p:spPr>
        <p:txBody>
          <a:bodyPr wrap="square">
            <a:spAutoFit/>
          </a:bodyPr>
          <a:lstStyle/>
          <a:p>
            <a:pPr>
              <a:lnSpc>
                <a:spcPts val="1425"/>
              </a:lnSpc>
              <a:buNone/>
            </a:pPr>
            <a:r>
              <a:rPr lang="en-US" sz="1600" b="0" dirty="0">
                <a:solidFill>
                  <a:schemeClr val="tx1">
                    <a:lumMod val="50000"/>
                  </a:schemeClr>
                </a:solidFill>
                <a:effectLst/>
                <a:latin typeface="+mn-lt"/>
              </a:rPr>
              <a:t>We cluster flights using numeric delay-related features to discover natural delay-severity groups without using the </a:t>
            </a:r>
            <a:r>
              <a:rPr lang="en-US" sz="1600" b="1" dirty="0">
                <a:solidFill>
                  <a:schemeClr val="tx1">
                    <a:lumMod val="50000"/>
                  </a:schemeClr>
                </a:solidFill>
                <a:effectLst/>
                <a:latin typeface="+mn-lt"/>
              </a:rPr>
              <a:t>`IsDelayed` </a:t>
            </a:r>
            <a:r>
              <a:rPr lang="en-US" sz="1600" b="0" dirty="0">
                <a:solidFill>
                  <a:schemeClr val="tx1">
                    <a:lumMod val="50000"/>
                  </a:schemeClr>
                </a:solidFill>
                <a:effectLst/>
                <a:latin typeface="+mn-lt"/>
              </a:rPr>
              <a:t>label.</a:t>
            </a:r>
          </a:p>
          <a:p>
            <a:pPr>
              <a:lnSpc>
                <a:spcPts val="1425"/>
              </a:lnSpc>
              <a:buNone/>
            </a:pPr>
            <a:br>
              <a:rPr lang="en-US" sz="1600" b="0" dirty="0">
                <a:solidFill>
                  <a:schemeClr val="tx1">
                    <a:lumMod val="50000"/>
                  </a:schemeClr>
                </a:solidFill>
                <a:effectLst/>
                <a:latin typeface="+mn-lt"/>
              </a:rPr>
            </a:br>
            <a:endParaRPr lang="en-US" sz="1600" b="0" dirty="0">
              <a:solidFill>
                <a:schemeClr val="tx1">
                  <a:lumMod val="50000"/>
                </a:schemeClr>
              </a:solidFill>
              <a:effectLst/>
              <a:latin typeface="+mn-lt"/>
            </a:endParaRPr>
          </a:p>
          <a:p>
            <a:pPr>
              <a:lnSpc>
                <a:spcPts val="1425"/>
              </a:lnSpc>
              <a:buNone/>
            </a:pPr>
            <a:r>
              <a:rPr lang="en-US" sz="1600" b="1" dirty="0">
                <a:solidFill>
                  <a:schemeClr val="tx1">
                    <a:lumMod val="50000"/>
                  </a:schemeClr>
                </a:solidFill>
                <a:effectLst/>
                <a:latin typeface="+mn-lt"/>
              </a:rPr>
              <a:t>Features used</a:t>
            </a:r>
            <a:r>
              <a:rPr lang="en-US" sz="1600" b="1" dirty="0">
                <a:solidFill>
                  <a:schemeClr val="tx1">
                    <a:lumMod val="50000"/>
                  </a:schemeClr>
                </a:solidFill>
                <a:latin typeface="+mn-lt"/>
              </a:rPr>
              <a:t>:</a:t>
            </a:r>
            <a:r>
              <a:rPr lang="en-US" sz="1600" b="0" dirty="0">
                <a:solidFill>
                  <a:schemeClr val="tx1">
                    <a:lumMod val="50000"/>
                  </a:schemeClr>
                </a:solidFill>
                <a:effectLst/>
                <a:latin typeface="+mn-lt"/>
              </a:rPr>
              <a:t> `DepDelayMinutes`, `ArrDelayMinutes`, `AirTime`, `Distance`, `DepHour`</a:t>
            </a:r>
          </a:p>
          <a:p>
            <a:pPr>
              <a:lnSpc>
                <a:spcPts val="1425"/>
              </a:lnSpc>
              <a:buNone/>
            </a:pPr>
            <a:br>
              <a:rPr lang="en-US" sz="1600" b="0" dirty="0">
                <a:solidFill>
                  <a:schemeClr val="tx1">
                    <a:lumMod val="50000"/>
                  </a:schemeClr>
                </a:solidFill>
                <a:effectLst/>
                <a:latin typeface="+mn-lt"/>
              </a:rPr>
            </a:br>
            <a:endParaRPr lang="en-US" sz="1600" b="0" dirty="0">
              <a:solidFill>
                <a:schemeClr val="tx1">
                  <a:lumMod val="50000"/>
                </a:schemeClr>
              </a:solidFill>
              <a:effectLst/>
              <a:latin typeface="+mn-lt"/>
            </a:endParaRPr>
          </a:p>
          <a:p>
            <a:pPr>
              <a:lnSpc>
                <a:spcPts val="1425"/>
              </a:lnSpc>
              <a:buNone/>
            </a:pPr>
            <a:r>
              <a:rPr lang="en-US" sz="1600" b="0" dirty="0">
                <a:solidFill>
                  <a:schemeClr val="tx1">
                    <a:lumMod val="50000"/>
                  </a:schemeClr>
                </a:solidFill>
                <a:effectLst/>
                <a:latin typeface="+mn-lt"/>
              </a:rPr>
              <a:t>After fitting we reduce to </a:t>
            </a:r>
            <a:r>
              <a:rPr lang="en-US" sz="1600" b="1" dirty="0">
                <a:solidFill>
                  <a:schemeClr val="tx1">
                    <a:lumMod val="50000"/>
                  </a:schemeClr>
                </a:solidFill>
                <a:effectLst/>
                <a:latin typeface="+mn-lt"/>
              </a:rPr>
              <a:t>2-D</a:t>
            </a:r>
            <a:r>
              <a:rPr lang="en-US" sz="1600" b="0" dirty="0">
                <a:solidFill>
                  <a:schemeClr val="tx1">
                    <a:lumMod val="50000"/>
                  </a:schemeClr>
                </a:solidFill>
                <a:effectLst/>
                <a:latin typeface="+mn-lt"/>
              </a:rPr>
              <a:t> with PCA for a </a:t>
            </a:r>
            <a:r>
              <a:rPr lang="en-US" sz="1600" b="1" dirty="0">
                <a:solidFill>
                  <a:schemeClr val="tx1">
                    <a:lumMod val="50000"/>
                  </a:schemeClr>
                </a:solidFill>
                <a:effectLst/>
                <a:latin typeface="+mn-lt"/>
              </a:rPr>
              <a:t>scatter-plot visualization</a:t>
            </a:r>
            <a:r>
              <a:rPr lang="en-US" sz="1600" b="0" dirty="0">
                <a:solidFill>
                  <a:schemeClr val="tx1">
                    <a:lumMod val="50000"/>
                  </a:schemeClr>
                </a:solidFill>
                <a:effectLst/>
                <a:latin typeface="+mn-lt"/>
              </a:rPr>
              <a:t>,</a:t>
            </a:r>
          </a:p>
          <a:p>
            <a:pPr>
              <a:lnSpc>
                <a:spcPts val="1425"/>
              </a:lnSpc>
              <a:buNone/>
            </a:pPr>
            <a:r>
              <a:rPr lang="en-US" sz="1600" b="0" dirty="0">
                <a:solidFill>
                  <a:schemeClr val="tx1">
                    <a:lumMod val="50000"/>
                  </a:schemeClr>
                </a:solidFill>
                <a:effectLst/>
                <a:latin typeface="+mn-lt"/>
              </a:rPr>
              <a:t>and use the Silhouette score to pick the best </a:t>
            </a:r>
            <a:r>
              <a:rPr lang="en-US" sz="1600" b="0" i="1" dirty="0">
                <a:solidFill>
                  <a:schemeClr val="tx1">
                    <a:lumMod val="50000"/>
                  </a:schemeClr>
                </a:solidFill>
                <a:effectLst/>
                <a:latin typeface="+mn-lt"/>
              </a:rPr>
              <a:t>*k*</a:t>
            </a:r>
            <a:r>
              <a:rPr lang="en-US" sz="1600" b="0" dirty="0">
                <a:solidFill>
                  <a:schemeClr val="tx1">
                    <a:lumMod val="50000"/>
                  </a:schemeClr>
                </a:solidFill>
                <a:effectLst/>
                <a:latin typeface="+mn-lt"/>
              </a:rPr>
              <a:t> from {2, 3, 4, 5}. Best k=3 with Silhouette score = 0.4712.</a:t>
            </a:r>
          </a:p>
        </p:txBody>
      </p:sp>
    </p:spTree>
    <p:extLst>
      <p:ext uri="{BB962C8B-B14F-4D97-AF65-F5344CB8AC3E}">
        <p14:creationId xmlns:p14="http://schemas.microsoft.com/office/powerpoint/2010/main" val="10170133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35">
          <a:extLst>
            <a:ext uri="{FF2B5EF4-FFF2-40B4-BE49-F238E27FC236}">
              <a16:creationId xmlns:a16="http://schemas.microsoft.com/office/drawing/2014/main" id="{FE5C9571-7C61-726D-7E08-0E5ECA310D1C}"/>
            </a:ext>
          </a:extLst>
        </p:cNvPr>
        <p:cNvGrpSpPr/>
        <p:nvPr/>
      </p:nvGrpSpPr>
      <p:grpSpPr>
        <a:xfrm>
          <a:off x="0" y="0"/>
          <a:ext cx="0" cy="0"/>
          <a:chOff x="0" y="0"/>
          <a:chExt cx="0" cy="0"/>
        </a:xfrm>
      </p:grpSpPr>
      <p:sp>
        <p:nvSpPr>
          <p:cNvPr id="1036" name="Google Shape;1036;p52">
            <a:extLst>
              <a:ext uri="{FF2B5EF4-FFF2-40B4-BE49-F238E27FC236}">
                <a16:creationId xmlns:a16="http://schemas.microsoft.com/office/drawing/2014/main" id="{5F4C9EF3-FB0E-6AC5-F4AC-9639D2D15E68}"/>
              </a:ext>
            </a:extLst>
          </p:cNvPr>
          <p:cNvSpPr txBox="1">
            <a:spLocks noGrp="1"/>
          </p:cNvSpPr>
          <p:nvPr>
            <p:ph type="title"/>
          </p:nvPr>
        </p:nvSpPr>
        <p:spPr>
          <a:xfrm>
            <a:off x="717600" y="411669"/>
            <a:ext cx="7708800" cy="572700"/>
          </a:xfrm>
          <a:prstGeom prst="rect">
            <a:avLst/>
          </a:prstGeom>
        </p:spPr>
        <p:txBody>
          <a:bodyPr spcFirstLastPara="1" wrap="square" lIns="91425" tIns="91425" rIns="91425" bIns="91425" anchor="ctr" anchorCtr="0">
            <a:noAutofit/>
          </a:bodyPr>
          <a:lstStyle/>
          <a:p>
            <a:r>
              <a:rPr lang="en-US" sz="2800" dirty="0">
                <a:solidFill>
                  <a:schemeClr val="bg1"/>
                </a:solidFill>
              </a:rPr>
              <a:t>K-means</a:t>
            </a:r>
            <a:endParaRPr lang="en-US" sz="2800" b="0" dirty="0">
              <a:solidFill>
                <a:schemeClr val="bg1"/>
              </a:solidFill>
            </a:endParaRPr>
          </a:p>
        </p:txBody>
      </p:sp>
      <p:grpSp>
        <p:nvGrpSpPr>
          <p:cNvPr id="1055" name="Google Shape;1055;p52">
            <a:extLst>
              <a:ext uri="{FF2B5EF4-FFF2-40B4-BE49-F238E27FC236}">
                <a16:creationId xmlns:a16="http://schemas.microsoft.com/office/drawing/2014/main" id="{B7A22EE0-1ECF-8A49-3733-F557609A9D73}"/>
              </a:ext>
            </a:extLst>
          </p:cNvPr>
          <p:cNvGrpSpPr/>
          <p:nvPr/>
        </p:nvGrpSpPr>
        <p:grpSpPr>
          <a:xfrm flipH="1">
            <a:off x="6782154" y="4383989"/>
            <a:ext cx="1507118" cy="838832"/>
            <a:chOff x="7636893" y="2346251"/>
            <a:chExt cx="1507118" cy="838832"/>
          </a:xfrm>
        </p:grpSpPr>
        <p:grpSp>
          <p:nvGrpSpPr>
            <p:cNvPr id="1056" name="Google Shape;1056;p52">
              <a:extLst>
                <a:ext uri="{FF2B5EF4-FFF2-40B4-BE49-F238E27FC236}">
                  <a16:creationId xmlns:a16="http://schemas.microsoft.com/office/drawing/2014/main" id="{B8CD7E4F-137D-EF1A-F323-DB870971FA4F}"/>
                </a:ext>
              </a:extLst>
            </p:cNvPr>
            <p:cNvGrpSpPr/>
            <p:nvPr/>
          </p:nvGrpSpPr>
          <p:grpSpPr>
            <a:xfrm flipH="1">
              <a:off x="7728620" y="2393076"/>
              <a:ext cx="1415391" cy="792008"/>
              <a:chOff x="1905568" y="363438"/>
              <a:chExt cx="1415391" cy="792008"/>
            </a:xfrm>
          </p:grpSpPr>
          <p:sp>
            <p:nvSpPr>
              <p:cNvPr id="1057" name="Google Shape;1057;p52">
                <a:extLst>
                  <a:ext uri="{FF2B5EF4-FFF2-40B4-BE49-F238E27FC236}">
                    <a16:creationId xmlns:a16="http://schemas.microsoft.com/office/drawing/2014/main" id="{297798B2-6C6B-D64B-3097-0BB2CD05CA03}"/>
                  </a:ext>
                </a:extLst>
              </p:cNvPr>
              <p:cNvSpPr/>
              <p:nvPr/>
            </p:nvSpPr>
            <p:spPr>
              <a:xfrm>
                <a:off x="1905568" y="363438"/>
                <a:ext cx="1342337" cy="713989"/>
              </a:xfrm>
              <a:custGeom>
                <a:avLst/>
                <a:gdLst/>
                <a:ahLst/>
                <a:cxnLst/>
                <a:rect l="l" t="t" r="r" b="b"/>
                <a:pathLst>
                  <a:path w="41912" h="22293" extrusionOk="0">
                    <a:moveTo>
                      <a:pt x="452" y="22293"/>
                    </a:moveTo>
                    <a:lnTo>
                      <a:pt x="0" y="21437"/>
                    </a:lnTo>
                    <a:lnTo>
                      <a:pt x="41270" y="0"/>
                    </a:lnTo>
                    <a:lnTo>
                      <a:pt x="41911" y="761"/>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52">
                <a:extLst>
                  <a:ext uri="{FF2B5EF4-FFF2-40B4-BE49-F238E27FC236}">
                    <a16:creationId xmlns:a16="http://schemas.microsoft.com/office/drawing/2014/main" id="{6AD1130E-6DAB-0B10-2460-ADB87DE4A918}"/>
                  </a:ext>
                </a:extLst>
              </p:cNvPr>
              <p:cNvSpPr/>
              <p:nvPr/>
            </p:nvSpPr>
            <p:spPr>
              <a:xfrm>
                <a:off x="1975580" y="439535"/>
                <a:ext cx="1345379" cy="715911"/>
              </a:xfrm>
              <a:custGeom>
                <a:avLst/>
                <a:gdLst/>
                <a:ahLst/>
                <a:cxnLst/>
                <a:rect l="l" t="t" r="r" b="b"/>
                <a:pathLst>
                  <a:path w="42007" h="22353" extrusionOk="0">
                    <a:moveTo>
                      <a:pt x="452" y="22353"/>
                    </a:moveTo>
                    <a:lnTo>
                      <a:pt x="1" y="21497"/>
                    </a:lnTo>
                    <a:lnTo>
                      <a:pt x="41401" y="1"/>
                    </a:lnTo>
                    <a:lnTo>
                      <a:pt x="42007" y="773"/>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9" name="Google Shape;1059;p52">
              <a:extLst>
                <a:ext uri="{FF2B5EF4-FFF2-40B4-BE49-F238E27FC236}">
                  <a16:creationId xmlns:a16="http://schemas.microsoft.com/office/drawing/2014/main" id="{95D27553-0C39-A55A-0E58-F379291105F0}"/>
                </a:ext>
              </a:extLst>
            </p:cNvPr>
            <p:cNvGrpSpPr/>
            <p:nvPr/>
          </p:nvGrpSpPr>
          <p:grpSpPr>
            <a:xfrm flipH="1">
              <a:off x="7636893" y="2346251"/>
              <a:ext cx="257693" cy="199083"/>
              <a:chOff x="3154993" y="316614"/>
              <a:chExt cx="257693" cy="199083"/>
            </a:xfrm>
          </p:grpSpPr>
          <p:sp>
            <p:nvSpPr>
              <p:cNvPr id="1060" name="Google Shape;1060;p52">
                <a:extLst>
                  <a:ext uri="{FF2B5EF4-FFF2-40B4-BE49-F238E27FC236}">
                    <a16:creationId xmlns:a16="http://schemas.microsoft.com/office/drawing/2014/main" id="{8A0545F6-E7AA-F3B0-2E8E-CBDAB3A9D689}"/>
                  </a:ext>
                </a:extLst>
              </p:cNvPr>
              <p:cNvSpPr/>
              <p:nvPr/>
            </p:nvSpPr>
            <p:spPr>
              <a:xfrm>
                <a:off x="3185067" y="330578"/>
                <a:ext cx="227619" cy="137910"/>
              </a:xfrm>
              <a:custGeom>
                <a:avLst/>
                <a:gdLst/>
                <a:ahLst/>
                <a:cxnLst/>
                <a:rect l="l" t="t" r="r" b="b"/>
                <a:pathLst>
                  <a:path w="7107" h="4306" extrusionOk="0">
                    <a:moveTo>
                      <a:pt x="6067" y="1"/>
                    </a:moveTo>
                    <a:cubicBezTo>
                      <a:pt x="6037" y="1"/>
                      <a:pt x="6008" y="2"/>
                      <a:pt x="5978" y="4"/>
                    </a:cubicBezTo>
                    <a:cubicBezTo>
                      <a:pt x="5835" y="4"/>
                      <a:pt x="5693" y="52"/>
                      <a:pt x="5574" y="135"/>
                    </a:cubicBezTo>
                    <a:cubicBezTo>
                      <a:pt x="4956" y="515"/>
                      <a:pt x="2734" y="1906"/>
                      <a:pt x="1973" y="2274"/>
                    </a:cubicBezTo>
                    <a:cubicBezTo>
                      <a:pt x="1355" y="2571"/>
                      <a:pt x="773" y="2927"/>
                      <a:pt x="226" y="3331"/>
                    </a:cubicBezTo>
                    <a:lnTo>
                      <a:pt x="1" y="4306"/>
                    </a:lnTo>
                    <a:cubicBezTo>
                      <a:pt x="690" y="4258"/>
                      <a:pt x="1843" y="3676"/>
                      <a:pt x="1843" y="3676"/>
                    </a:cubicBezTo>
                    <a:cubicBezTo>
                      <a:pt x="1843" y="3676"/>
                      <a:pt x="5764" y="1490"/>
                      <a:pt x="6429" y="1038"/>
                    </a:cubicBezTo>
                    <a:cubicBezTo>
                      <a:pt x="7107" y="598"/>
                      <a:pt x="6786" y="278"/>
                      <a:pt x="6786" y="278"/>
                    </a:cubicBezTo>
                    <a:cubicBezTo>
                      <a:pt x="6583" y="96"/>
                      <a:pt x="6332" y="1"/>
                      <a:pt x="60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52">
                <a:extLst>
                  <a:ext uri="{FF2B5EF4-FFF2-40B4-BE49-F238E27FC236}">
                    <a16:creationId xmlns:a16="http://schemas.microsoft.com/office/drawing/2014/main" id="{B119B157-8764-971D-9780-51555BA7621C}"/>
                  </a:ext>
                </a:extLst>
              </p:cNvPr>
              <p:cNvSpPr/>
              <p:nvPr/>
            </p:nvSpPr>
            <p:spPr>
              <a:xfrm>
                <a:off x="3258890" y="401102"/>
                <a:ext cx="124875" cy="114594"/>
              </a:xfrm>
              <a:custGeom>
                <a:avLst/>
                <a:gdLst/>
                <a:ahLst/>
                <a:cxnLst/>
                <a:rect l="l" t="t" r="r" b="b"/>
                <a:pathLst>
                  <a:path w="3899" h="3578" extrusionOk="0">
                    <a:moveTo>
                      <a:pt x="1617" y="1"/>
                    </a:moveTo>
                    <a:lnTo>
                      <a:pt x="1" y="797"/>
                    </a:lnTo>
                    <a:lnTo>
                      <a:pt x="1522" y="1783"/>
                    </a:lnTo>
                    <a:lnTo>
                      <a:pt x="3661" y="3577"/>
                    </a:lnTo>
                    <a:lnTo>
                      <a:pt x="3899" y="3554"/>
                    </a:lnTo>
                    <a:lnTo>
                      <a:pt x="16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52">
                <a:extLst>
                  <a:ext uri="{FF2B5EF4-FFF2-40B4-BE49-F238E27FC236}">
                    <a16:creationId xmlns:a16="http://schemas.microsoft.com/office/drawing/2014/main" id="{82A7A6C6-CB80-2C0C-216D-B4E0D56BFF1D}"/>
                  </a:ext>
                </a:extLst>
              </p:cNvPr>
              <p:cNvSpPr/>
              <p:nvPr/>
            </p:nvSpPr>
            <p:spPr>
              <a:xfrm>
                <a:off x="3323233" y="426148"/>
                <a:ext cx="28280" cy="23957"/>
              </a:xfrm>
              <a:custGeom>
                <a:avLst/>
                <a:gdLst/>
                <a:ahLst/>
                <a:cxnLst/>
                <a:rect l="l" t="t" r="r" b="b"/>
                <a:pathLst>
                  <a:path w="883" h="748" extrusionOk="0">
                    <a:moveTo>
                      <a:pt x="399" y="1"/>
                    </a:moveTo>
                    <a:cubicBezTo>
                      <a:pt x="385" y="1"/>
                      <a:pt x="371" y="1"/>
                      <a:pt x="357" y="3"/>
                    </a:cubicBezTo>
                    <a:cubicBezTo>
                      <a:pt x="155" y="15"/>
                      <a:pt x="0" y="193"/>
                      <a:pt x="24" y="407"/>
                    </a:cubicBezTo>
                    <a:cubicBezTo>
                      <a:pt x="39" y="618"/>
                      <a:pt x="212" y="748"/>
                      <a:pt x="391" y="748"/>
                    </a:cubicBezTo>
                    <a:cubicBezTo>
                      <a:pt x="494" y="748"/>
                      <a:pt x="599" y="705"/>
                      <a:pt x="678" y="609"/>
                    </a:cubicBezTo>
                    <a:cubicBezTo>
                      <a:pt x="882" y="370"/>
                      <a:pt x="706" y="1"/>
                      <a:pt x="3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52">
                <a:extLst>
                  <a:ext uri="{FF2B5EF4-FFF2-40B4-BE49-F238E27FC236}">
                    <a16:creationId xmlns:a16="http://schemas.microsoft.com/office/drawing/2014/main" id="{A2C46778-856D-C379-DE2A-42620D0CF0B3}"/>
                  </a:ext>
                </a:extLst>
              </p:cNvPr>
              <p:cNvSpPr/>
              <p:nvPr/>
            </p:nvSpPr>
            <p:spPr>
              <a:xfrm>
                <a:off x="3196116" y="452475"/>
                <a:ext cx="42661" cy="40387"/>
              </a:xfrm>
              <a:custGeom>
                <a:avLst/>
                <a:gdLst/>
                <a:ahLst/>
                <a:cxnLst/>
                <a:rect l="l" t="t" r="r" b="b"/>
                <a:pathLst>
                  <a:path w="1332" h="1261" extrusionOk="0">
                    <a:moveTo>
                      <a:pt x="452" y="1"/>
                    </a:moveTo>
                    <a:lnTo>
                      <a:pt x="0" y="298"/>
                    </a:lnTo>
                    <a:lnTo>
                      <a:pt x="1010" y="1260"/>
                    </a:lnTo>
                    <a:lnTo>
                      <a:pt x="1331" y="1225"/>
                    </a:lnTo>
                    <a:lnTo>
                      <a:pt x="4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52">
                <a:extLst>
                  <a:ext uri="{FF2B5EF4-FFF2-40B4-BE49-F238E27FC236}">
                    <a16:creationId xmlns:a16="http://schemas.microsoft.com/office/drawing/2014/main" id="{A510C5D1-0BDE-CD9E-DF21-5A6F4AA5EFFF}"/>
                  </a:ext>
                </a:extLst>
              </p:cNvPr>
              <p:cNvSpPr/>
              <p:nvPr/>
            </p:nvSpPr>
            <p:spPr>
              <a:xfrm>
                <a:off x="3170622" y="316614"/>
                <a:ext cx="122569" cy="110399"/>
              </a:xfrm>
              <a:custGeom>
                <a:avLst/>
                <a:gdLst/>
                <a:ahLst/>
                <a:cxnLst/>
                <a:rect l="l" t="t" r="r" b="b"/>
                <a:pathLst>
                  <a:path w="3827" h="3447" extrusionOk="0">
                    <a:moveTo>
                      <a:pt x="24" y="1"/>
                    </a:moveTo>
                    <a:lnTo>
                      <a:pt x="0" y="238"/>
                    </a:lnTo>
                    <a:lnTo>
                      <a:pt x="1878" y="2555"/>
                    </a:lnTo>
                    <a:lnTo>
                      <a:pt x="2555" y="3447"/>
                    </a:lnTo>
                    <a:lnTo>
                      <a:pt x="3826" y="2294"/>
                    </a:lnTo>
                    <a:lnTo>
                      <a:pt x="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52">
                <a:extLst>
                  <a:ext uri="{FF2B5EF4-FFF2-40B4-BE49-F238E27FC236}">
                    <a16:creationId xmlns:a16="http://schemas.microsoft.com/office/drawing/2014/main" id="{6AA0F171-E7FC-B983-0E37-FAB1DB4FA433}"/>
                  </a:ext>
                </a:extLst>
              </p:cNvPr>
              <p:cNvSpPr/>
              <p:nvPr/>
            </p:nvSpPr>
            <p:spPr>
              <a:xfrm>
                <a:off x="3233364" y="351972"/>
                <a:ext cx="30138" cy="26134"/>
              </a:xfrm>
              <a:custGeom>
                <a:avLst/>
                <a:gdLst/>
                <a:ahLst/>
                <a:cxnLst/>
                <a:rect l="l" t="t" r="r" b="b"/>
                <a:pathLst>
                  <a:path w="941" h="816" extrusionOk="0">
                    <a:moveTo>
                      <a:pt x="472" y="1"/>
                    </a:moveTo>
                    <a:cubicBezTo>
                      <a:pt x="303" y="1"/>
                      <a:pt x="137" y="103"/>
                      <a:pt x="85" y="299"/>
                    </a:cubicBezTo>
                    <a:cubicBezTo>
                      <a:pt x="0" y="572"/>
                      <a:pt x="222" y="816"/>
                      <a:pt x="471" y="816"/>
                    </a:cubicBezTo>
                    <a:cubicBezTo>
                      <a:pt x="536" y="816"/>
                      <a:pt x="603" y="799"/>
                      <a:pt x="667" y="762"/>
                    </a:cubicBezTo>
                    <a:cubicBezTo>
                      <a:pt x="869" y="655"/>
                      <a:pt x="941" y="406"/>
                      <a:pt x="834" y="216"/>
                    </a:cubicBezTo>
                    <a:cubicBezTo>
                      <a:pt x="753" y="71"/>
                      <a:pt x="612" y="1"/>
                      <a:pt x="4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52">
                <a:extLst>
                  <a:ext uri="{FF2B5EF4-FFF2-40B4-BE49-F238E27FC236}">
                    <a16:creationId xmlns:a16="http://schemas.microsoft.com/office/drawing/2014/main" id="{59F3517F-4FC2-F850-DF71-C99D1FE3D218}"/>
                  </a:ext>
                </a:extLst>
              </p:cNvPr>
              <p:cNvSpPr/>
              <p:nvPr/>
            </p:nvSpPr>
            <p:spPr>
              <a:xfrm>
                <a:off x="3154993" y="413657"/>
                <a:ext cx="41155" cy="46856"/>
              </a:xfrm>
              <a:custGeom>
                <a:avLst/>
                <a:gdLst/>
                <a:ahLst/>
                <a:cxnLst/>
                <a:rect l="l" t="t" r="r" b="b"/>
                <a:pathLst>
                  <a:path w="1285" h="1463" extrusionOk="0">
                    <a:moveTo>
                      <a:pt x="25" y="1"/>
                    </a:moveTo>
                    <a:lnTo>
                      <a:pt x="1" y="322"/>
                    </a:lnTo>
                    <a:lnTo>
                      <a:pt x="1165" y="1462"/>
                    </a:lnTo>
                    <a:lnTo>
                      <a:pt x="1284" y="833"/>
                    </a:lnTo>
                    <a:lnTo>
                      <a:pt x="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52">
                <a:extLst>
                  <a:ext uri="{FF2B5EF4-FFF2-40B4-BE49-F238E27FC236}">
                    <a16:creationId xmlns:a16="http://schemas.microsoft.com/office/drawing/2014/main" id="{5462DAC7-37D4-1A62-7DD1-AD79000DD223}"/>
                  </a:ext>
                </a:extLst>
              </p:cNvPr>
              <p:cNvSpPr/>
              <p:nvPr/>
            </p:nvSpPr>
            <p:spPr>
              <a:xfrm>
                <a:off x="3196501" y="402640"/>
                <a:ext cx="23989" cy="36928"/>
              </a:xfrm>
              <a:custGeom>
                <a:avLst/>
                <a:gdLst/>
                <a:ahLst/>
                <a:cxnLst/>
                <a:rect l="l" t="t" r="r" b="b"/>
                <a:pathLst>
                  <a:path w="749" h="1153" extrusionOk="0">
                    <a:moveTo>
                      <a:pt x="666" y="0"/>
                    </a:moveTo>
                    <a:lnTo>
                      <a:pt x="416" y="107"/>
                    </a:lnTo>
                    <a:lnTo>
                      <a:pt x="0" y="1153"/>
                    </a:lnTo>
                    <a:lnTo>
                      <a:pt x="749" y="594"/>
                    </a:lnTo>
                    <a:lnTo>
                      <a:pt x="6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52">
                <a:extLst>
                  <a:ext uri="{FF2B5EF4-FFF2-40B4-BE49-F238E27FC236}">
                    <a16:creationId xmlns:a16="http://schemas.microsoft.com/office/drawing/2014/main" id="{96CCE2F2-FEB4-05E6-B99F-8BEBAB5F07C8}"/>
                  </a:ext>
                </a:extLst>
              </p:cNvPr>
              <p:cNvSpPr/>
              <p:nvPr/>
            </p:nvSpPr>
            <p:spPr>
              <a:xfrm>
                <a:off x="3316380" y="427749"/>
                <a:ext cx="13355" cy="14476"/>
              </a:xfrm>
              <a:custGeom>
                <a:avLst/>
                <a:gdLst/>
                <a:ahLst/>
                <a:cxnLst/>
                <a:rect l="l" t="t" r="r" b="b"/>
                <a:pathLst>
                  <a:path w="417" h="452" extrusionOk="0">
                    <a:moveTo>
                      <a:pt x="416" y="0"/>
                    </a:moveTo>
                    <a:lnTo>
                      <a:pt x="0" y="286"/>
                    </a:lnTo>
                    <a:lnTo>
                      <a:pt x="404" y="452"/>
                    </a:lnTo>
                    <a:lnTo>
                      <a:pt x="4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52">
                <a:extLst>
                  <a:ext uri="{FF2B5EF4-FFF2-40B4-BE49-F238E27FC236}">
                    <a16:creationId xmlns:a16="http://schemas.microsoft.com/office/drawing/2014/main" id="{7B0B2F4D-B976-6732-42A4-3F997D725EBD}"/>
                  </a:ext>
                </a:extLst>
              </p:cNvPr>
              <p:cNvSpPr/>
              <p:nvPr/>
            </p:nvSpPr>
            <p:spPr>
              <a:xfrm>
                <a:off x="3230354" y="352389"/>
                <a:ext cx="14893" cy="13740"/>
              </a:xfrm>
              <a:custGeom>
                <a:avLst/>
                <a:gdLst/>
                <a:ahLst/>
                <a:cxnLst/>
                <a:rect l="l" t="t" r="r" b="b"/>
                <a:pathLst>
                  <a:path w="465" h="429" extrusionOk="0">
                    <a:moveTo>
                      <a:pt x="464" y="1"/>
                    </a:moveTo>
                    <a:lnTo>
                      <a:pt x="1" y="167"/>
                    </a:lnTo>
                    <a:lnTo>
                      <a:pt x="345" y="428"/>
                    </a:lnTo>
                    <a:lnTo>
                      <a:pt x="4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4" name="Picture 3" descr="A screenshot of a computer program  AI-generated content may be incorrect.">
            <a:extLst>
              <a:ext uri="{FF2B5EF4-FFF2-40B4-BE49-F238E27FC236}">
                <a16:creationId xmlns:a16="http://schemas.microsoft.com/office/drawing/2014/main" id="{40C46A46-6BC7-8152-71A8-74928BFD9FD0}"/>
              </a:ext>
            </a:extLst>
          </p:cNvPr>
          <p:cNvPicPr>
            <a:picLocks noChangeAspect="1"/>
          </p:cNvPicPr>
          <p:nvPr/>
        </p:nvPicPr>
        <p:blipFill>
          <a:blip r:embed="rId3"/>
          <a:stretch>
            <a:fillRect/>
          </a:stretch>
        </p:blipFill>
        <p:spPr>
          <a:xfrm>
            <a:off x="295234" y="1114770"/>
            <a:ext cx="4591406" cy="3967770"/>
          </a:xfrm>
          <a:prstGeom prst="rect">
            <a:avLst/>
          </a:prstGeom>
          <a:ln>
            <a:noFill/>
          </a:ln>
          <a:effectLst>
            <a:outerShdw blurRad="292100" dist="139700" dir="2700000" algn="tl" rotWithShape="0">
              <a:srgbClr val="333333">
                <a:alpha val="65000"/>
              </a:srgbClr>
            </a:outerShdw>
          </a:effectLst>
        </p:spPr>
      </p:pic>
      <p:pic>
        <p:nvPicPr>
          <p:cNvPr id="6" name="Picture 5">
            <a:extLst>
              <a:ext uri="{FF2B5EF4-FFF2-40B4-BE49-F238E27FC236}">
                <a16:creationId xmlns:a16="http://schemas.microsoft.com/office/drawing/2014/main" id="{2D858513-2E4B-D867-3311-620D5C0DE4B1}"/>
              </a:ext>
            </a:extLst>
          </p:cNvPr>
          <p:cNvPicPr>
            <a:picLocks noChangeAspect="1"/>
          </p:cNvPicPr>
          <p:nvPr/>
        </p:nvPicPr>
        <p:blipFill>
          <a:blip r:embed="rId4"/>
          <a:stretch>
            <a:fillRect/>
          </a:stretch>
        </p:blipFill>
        <p:spPr>
          <a:xfrm>
            <a:off x="5208106" y="1175730"/>
            <a:ext cx="3772227" cy="1265030"/>
          </a:xfrm>
          <a:prstGeom prst="rect">
            <a:avLst/>
          </a:prstGeom>
        </p:spPr>
      </p:pic>
      <p:sp>
        <p:nvSpPr>
          <p:cNvPr id="7" name="TextBox 6">
            <a:extLst>
              <a:ext uri="{FF2B5EF4-FFF2-40B4-BE49-F238E27FC236}">
                <a16:creationId xmlns:a16="http://schemas.microsoft.com/office/drawing/2014/main" id="{EE9A9772-2B91-24EA-94E8-E519BFEFC835}"/>
              </a:ext>
            </a:extLst>
          </p:cNvPr>
          <p:cNvSpPr txBox="1"/>
          <p:nvPr/>
        </p:nvSpPr>
        <p:spPr>
          <a:xfrm>
            <a:off x="5662658" y="2866747"/>
            <a:ext cx="2238992" cy="523220"/>
          </a:xfrm>
          <a:prstGeom prst="rect">
            <a:avLst/>
          </a:prstGeom>
          <a:noFill/>
        </p:spPr>
        <p:txBody>
          <a:bodyPr wrap="square" rtlCol="0">
            <a:spAutoFit/>
          </a:bodyPr>
          <a:lstStyle/>
          <a:p>
            <a:r>
              <a:rPr lang="en-US" dirty="0"/>
              <a:t>The best k = 3 With silhouette = 0.4712 </a:t>
            </a:r>
          </a:p>
        </p:txBody>
      </p:sp>
    </p:spTree>
    <p:extLst>
      <p:ext uri="{BB962C8B-B14F-4D97-AF65-F5344CB8AC3E}">
        <p14:creationId xmlns:p14="http://schemas.microsoft.com/office/powerpoint/2010/main" val="32995011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35">
          <a:extLst>
            <a:ext uri="{FF2B5EF4-FFF2-40B4-BE49-F238E27FC236}">
              <a16:creationId xmlns:a16="http://schemas.microsoft.com/office/drawing/2014/main" id="{7E613F47-028C-4A3B-3B13-D8731C720A80}"/>
            </a:ext>
          </a:extLst>
        </p:cNvPr>
        <p:cNvGrpSpPr/>
        <p:nvPr/>
      </p:nvGrpSpPr>
      <p:grpSpPr>
        <a:xfrm>
          <a:off x="0" y="0"/>
          <a:ext cx="0" cy="0"/>
          <a:chOff x="0" y="0"/>
          <a:chExt cx="0" cy="0"/>
        </a:xfrm>
      </p:grpSpPr>
      <p:sp>
        <p:nvSpPr>
          <p:cNvPr id="1036" name="Google Shape;1036;p52">
            <a:extLst>
              <a:ext uri="{FF2B5EF4-FFF2-40B4-BE49-F238E27FC236}">
                <a16:creationId xmlns:a16="http://schemas.microsoft.com/office/drawing/2014/main" id="{4F1F001B-8203-31BC-985B-4BBFA5BC2656}"/>
              </a:ext>
            </a:extLst>
          </p:cNvPr>
          <p:cNvSpPr txBox="1">
            <a:spLocks noGrp="1"/>
          </p:cNvSpPr>
          <p:nvPr>
            <p:ph type="title"/>
          </p:nvPr>
        </p:nvSpPr>
        <p:spPr>
          <a:xfrm>
            <a:off x="717600" y="411669"/>
            <a:ext cx="7708800" cy="572700"/>
          </a:xfrm>
          <a:prstGeom prst="rect">
            <a:avLst/>
          </a:prstGeom>
        </p:spPr>
        <p:txBody>
          <a:bodyPr spcFirstLastPara="1" wrap="square" lIns="91425" tIns="91425" rIns="91425" bIns="91425" anchor="ctr" anchorCtr="0">
            <a:noAutofit/>
          </a:bodyPr>
          <a:lstStyle/>
          <a:p>
            <a:r>
              <a:rPr lang="en-US" sz="2800" dirty="0">
                <a:solidFill>
                  <a:schemeClr val="bg1"/>
                </a:solidFill>
              </a:rPr>
              <a:t>K-means</a:t>
            </a:r>
            <a:endParaRPr lang="en-US" sz="2800" b="0" dirty="0">
              <a:solidFill>
                <a:schemeClr val="bg1"/>
              </a:solidFill>
            </a:endParaRPr>
          </a:p>
        </p:txBody>
      </p:sp>
      <p:grpSp>
        <p:nvGrpSpPr>
          <p:cNvPr id="1055" name="Google Shape;1055;p52">
            <a:extLst>
              <a:ext uri="{FF2B5EF4-FFF2-40B4-BE49-F238E27FC236}">
                <a16:creationId xmlns:a16="http://schemas.microsoft.com/office/drawing/2014/main" id="{D59ED3D8-6593-F5B3-6CBB-B8CF2F66A4FB}"/>
              </a:ext>
            </a:extLst>
          </p:cNvPr>
          <p:cNvGrpSpPr/>
          <p:nvPr/>
        </p:nvGrpSpPr>
        <p:grpSpPr>
          <a:xfrm flipH="1">
            <a:off x="6782154" y="4383989"/>
            <a:ext cx="1507118" cy="838832"/>
            <a:chOff x="7636893" y="2346251"/>
            <a:chExt cx="1507118" cy="838832"/>
          </a:xfrm>
        </p:grpSpPr>
        <p:grpSp>
          <p:nvGrpSpPr>
            <p:cNvPr id="1056" name="Google Shape;1056;p52">
              <a:extLst>
                <a:ext uri="{FF2B5EF4-FFF2-40B4-BE49-F238E27FC236}">
                  <a16:creationId xmlns:a16="http://schemas.microsoft.com/office/drawing/2014/main" id="{AE332D07-C6BC-BB65-A667-B1F5BB6D4252}"/>
                </a:ext>
              </a:extLst>
            </p:cNvPr>
            <p:cNvGrpSpPr/>
            <p:nvPr/>
          </p:nvGrpSpPr>
          <p:grpSpPr>
            <a:xfrm flipH="1">
              <a:off x="7728620" y="2393076"/>
              <a:ext cx="1415391" cy="792008"/>
              <a:chOff x="1905568" y="363438"/>
              <a:chExt cx="1415391" cy="792008"/>
            </a:xfrm>
          </p:grpSpPr>
          <p:sp>
            <p:nvSpPr>
              <p:cNvPr id="1057" name="Google Shape;1057;p52">
                <a:extLst>
                  <a:ext uri="{FF2B5EF4-FFF2-40B4-BE49-F238E27FC236}">
                    <a16:creationId xmlns:a16="http://schemas.microsoft.com/office/drawing/2014/main" id="{D42E91F6-5F9D-96E1-2B82-32DFD8CD968E}"/>
                  </a:ext>
                </a:extLst>
              </p:cNvPr>
              <p:cNvSpPr/>
              <p:nvPr/>
            </p:nvSpPr>
            <p:spPr>
              <a:xfrm>
                <a:off x="1905568" y="363438"/>
                <a:ext cx="1342337" cy="713989"/>
              </a:xfrm>
              <a:custGeom>
                <a:avLst/>
                <a:gdLst/>
                <a:ahLst/>
                <a:cxnLst/>
                <a:rect l="l" t="t" r="r" b="b"/>
                <a:pathLst>
                  <a:path w="41912" h="22293" extrusionOk="0">
                    <a:moveTo>
                      <a:pt x="452" y="22293"/>
                    </a:moveTo>
                    <a:lnTo>
                      <a:pt x="0" y="21437"/>
                    </a:lnTo>
                    <a:lnTo>
                      <a:pt x="41270" y="0"/>
                    </a:lnTo>
                    <a:lnTo>
                      <a:pt x="41911" y="761"/>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52">
                <a:extLst>
                  <a:ext uri="{FF2B5EF4-FFF2-40B4-BE49-F238E27FC236}">
                    <a16:creationId xmlns:a16="http://schemas.microsoft.com/office/drawing/2014/main" id="{D57BEA8B-27C7-D83A-64EA-BB898EB9AA9B}"/>
                  </a:ext>
                </a:extLst>
              </p:cNvPr>
              <p:cNvSpPr/>
              <p:nvPr/>
            </p:nvSpPr>
            <p:spPr>
              <a:xfrm>
                <a:off x="1975580" y="439535"/>
                <a:ext cx="1345379" cy="715911"/>
              </a:xfrm>
              <a:custGeom>
                <a:avLst/>
                <a:gdLst/>
                <a:ahLst/>
                <a:cxnLst/>
                <a:rect l="l" t="t" r="r" b="b"/>
                <a:pathLst>
                  <a:path w="42007" h="22353" extrusionOk="0">
                    <a:moveTo>
                      <a:pt x="452" y="22353"/>
                    </a:moveTo>
                    <a:lnTo>
                      <a:pt x="1" y="21497"/>
                    </a:lnTo>
                    <a:lnTo>
                      <a:pt x="41401" y="1"/>
                    </a:lnTo>
                    <a:lnTo>
                      <a:pt x="42007" y="773"/>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9" name="Google Shape;1059;p52">
              <a:extLst>
                <a:ext uri="{FF2B5EF4-FFF2-40B4-BE49-F238E27FC236}">
                  <a16:creationId xmlns:a16="http://schemas.microsoft.com/office/drawing/2014/main" id="{F765477A-D1BD-F555-2333-7A9F4D83330A}"/>
                </a:ext>
              </a:extLst>
            </p:cNvPr>
            <p:cNvGrpSpPr/>
            <p:nvPr/>
          </p:nvGrpSpPr>
          <p:grpSpPr>
            <a:xfrm flipH="1">
              <a:off x="7636893" y="2346251"/>
              <a:ext cx="257693" cy="199083"/>
              <a:chOff x="3154993" y="316614"/>
              <a:chExt cx="257693" cy="199083"/>
            </a:xfrm>
          </p:grpSpPr>
          <p:sp>
            <p:nvSpPr>
              <p:cNvPr id="1060" name="Google Shape;1060;p52">
                <a:extLst>
                  <a:ext uri="{FF2B5EF4-FFF2-40B4-BE49-F238E27FC236}">
                    <a16:creationId xmlns:a16="http://schemas.microsoft.com/office/drawing/2014/main" id="{1E170622-F93F-6259-21DB-DA704E57B766}"/>
                  </a:ext>
                </a:extLst>
              </p:cNvPr>
              <p:cNvSpPr/>
              <p:nvPr/>
            </p:nvSpPr>
            <p:spPr>
              <a:xfrm>
                <a:off x="3185067" y="330578"/>
                <a:ext cx="227619" cy="137910"/>
              </a:xfrm>
              <a:custGeom>
                <a:avLst/>
                <a:gdLst/>
                <a:ahLst/>
                <a:cxnLst/>
                <a:rect l="l" t="t" r="r" b="b"/>
                <a:pathLst>
                  <a:path w="7107" h="4306" extrusionOk="0">
                    <a:moveTo>
                      <a:pt x="6067" y="1"/>
                    </a:moveTo>
                    <a:cubicBezTo>
                      <a:pt x="6037" y="1"/>
                      <a:pt x="6008" y="2"/>
                      <a:pt x="5978" y="4"/>
                    </a:cubicBezTo>
                    <a:cubicBezTo>
                      <a:pt x="5835" y="4"/>
                      <a:pt x="5693" y="52"/>
                      <a:pt x="5574" y="135"/>
                    </a:cubicBezTo>
                    <a:cubicBezTo>
                      <a:pt x="4956" y="515"/>
                      <a:pt x="2734" y="1906"/>
                      <a:pt x="1973" y="2274"/>
                    </a:cubicBezTo>
                    <a:cubicBezTo>
                      <a:pt x="1355" y="2571"/>
                      <a:pt x="773" y="2927"/>
                      <a:pt x="226" y="3331"/>
                    </a:cubicBezTo>
                    <a:lnTo>
                      <a:pt x="1" y="4306"/>
                    </a:lnTo>
                    <a:cubicBezTo>
                      <a:pt x="690" y="4258"/>
                      <a:pt x="1843" y="3676"/>
                      <a:pt x="1843" y="3676"/>
                    </a:cubicBezTo>
                    <a:cubicBezTo>
                      <a:pt x="1843" y="3676"/>
                      <a:pt x="5764" y="1490"/>
                      <a:pt x="6429" y="1038"/>
                    </a:cubicBezTo>
                    <a:cubicBezTo>
                      <a:pt x="7107" y="598"/>
                      <a:pt x="6786" y="278"/>
                      <a:pt x="6786" y="278"/>
                    </a:cubicBezTo>
                    <a:cubicBezTo>
                      <a:pt x="6583" y="96"/>
                      <a:pt x="6332" y="1"/>
                      <a:pt x="60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52">
                <a:extLst>
                  <a:ext uri="{FF2B5EF4-FFF2-40B4-BE49-F238E27FC236}">
                    <a16:creationId xmlns:a16="http://schemas.microsoft.com/office/drawing/2014/main" id="{533D943B-7FB4-4E7B-3A37-EE4D0AB069C8}"/>
                  </a:ext>
                </a:extLst>
              </p:cNvPr>
              <p:cNvSpPr/>
              <p:nvPr/>
            </p:nvSpPr>
            <p:spPr>
              <a:xfrm>
                <a:off x="3258890" y="401102"/>
                <a:ext cx="124875" cy="114594"/>
              </a:xfrm>
              <a:custGeom>
                <a:avLst/>
                <a:gdLst/>
                <a:ahLst/>
                <a:cxnLst/>
                <a:rect l="l" t="t" r="r" b="b"/>
                <a:pathLst>
                  <a:path w="3899" h="3578" extrusionOk="0">
                    <a:moveTo>
                      <a:pt x="1617" y="1"/>
                    </a:moveTo>
                    <a:lnTo>
                      <a:pt x="1" y="797"/>
                    </a:lnTo>
                    <a:lnTo>
                      <a:pt x="1522" y="1783"/>
                    </a:lnTo>
                    <a:lnTo>
                      <a:pt x="3661" y="3577"/>
                    </a:lnTo>
                    <a:lnTo>
                      <a:pt x="3899" y="3554"/>
                    </a:lnTo>
                    <a:lnTo>
                      <a:pt x="16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52">
                <a:extLst>
                  <a:ext uri="{FF2B5EF4-FFF2-40B4-BE49-F238E27FC236}">
                    <a16:creationId xmlns:a16="http://schemas.microsoft.com/office/drawing/2014/main" id="{F4267CC5-0EEB-769C-907D-1078EFD6530E}"/>
                  </a:ext>
                </a:extLst>
              </p:cNvPr>
              <p:cNvSpPr/>
              <p:nvPr/>
            </p:nvSpPr>
            <p:spPr>
              <a:xfrm>
                <a:off x="3323233" y="426148"/>
                <a:ext cx="28280" cy="23957"/>
              </a:xfrm>
              <a:custGeom>
                <a:avLst/>
                <a:gdLst/>
                <a:ahLst/>
                <a:cxnLst/>
                <a:rect l="l" t="t" r="r" b="b"/>
                <a:pathLst>
                  <a:path w="883" h="748" extrusionOk="0">
                    <a:moveTo>
                      <a:pt x="399" y="1"/>
                    </a:moveTo>
                    <a:cubicBezTo>
                      <a:pt x="385" y="1"/>
                      <a:pt x="371" y="1"/>
                      <a:pt x="357" y="3"/>
                    </a:cubicBezTo>
                    <a:cubicBezTo>
                      <a:pt x="155" y="15"/>
                      <a:pt x="0" y="193"/>
                      <a:pt x="24" y="407"/>
                    </a:cubicBezTo>
                    <a:cubicBezTo>
                      <a:pt x="39" y="618"/>
                      <a:pt x="212" y="748"/>
                      <a:pt x="391" y="748"/>
                    </a:cubicBezTo>
                    <a:cubicBezTo>
                      <a:pt x="494" y="748"/>
                      <a:pt x="599" y="705"/>
                      <a:pt x="678" y="609"/>
                    </a:cubicBezTo>
                    <a:cubicBezTo>
                      <a:pt x="882" y="370"/>
                      <a:pt x="706" y="1"/>
                      <a:pt x="3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52">
                <a:extLst>
                  <a:ext uri="{FF2B5EF4-FFF2-40B4-BE49-F238E27FC236}">
                    <a16:creationId xmlns:a16="http://schemas.microsoft.com/office/drawing/2014/main" id="{EB682E98-3C29-7E91-E5A7-862FD9268C5F}"/>
                  </a:ext>
                </a:extLst>
              </p:cNvPr>
              <p:cNvSpPr/>
              <p:nvPr/>
            </p:nvSpPr>
            <p:spPr>
              <a:xfrm>
                <a:off x="3196116" y="452475"/>
                <a:ext cx="42661" cy="40387"/>
              </a:xfrm>
              <a:custGeom>
                <a:avLst/>
                <a:gdLst/>
                <a:ahLst/>
                <a:cxnLst/>
                <a:rect l="l" t="t" r="r" b="b"/>
                <a:pathLst>
                  <a:path w="1332" h="1261" extrusionOk="0">
                    <a:moveTo>
                      <a:pt x="452" y="1"/>
                    </a:moveTo>
                    <a:lnTo>
                      <a:pt x="0" y="298"/>
                    </a:lnTo>
                    <a:lnTo>
                      <a:pt x="1010" y="1260"/>
                    </a:lnTo>
                    <a:lnTo>
                      <a:pt x="1331" y="1225"/>
                    </a:lnTo>
                    <a:lnTo>
                      <a:pt x="4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52">
                <a:extLst>
                  <a:ext uri="{FF2B5EF4-FFF2-40B4-BE49-F238E27FC236}">
                    <a16:creationId xmlns:a16="http://schemas.microsoft.com/office/drawing/2014/main" id="{03385470-8703-842C-FFBC-075B3D31ED9E}"/>
                  </a:ext>
                </a:extLst>
              </p:cNvPr>
              <p:cNvSpPr/>
              <p:nvPr/>
            </p:nvSpPr>
            <p:spPr>
              <a:xfrm>
                <a:off x="3170622" y="316614"/>
                <a:ext cx="122569" cy="110399"/>
              </a:xfrm>
              <a:custGeom>
                <a:avLst/>
                <a:gdLst/>
                <a:ahLst/>
                <a:cxnLst/>
                <a:rect l="l" t="t" r="r" b="b"/>
                <a:pathLst>
                  <a:path w="3827" h="3447" extrusionOk="0">
                    <a:moveTo>
                      <a:pt x="24" y="1"/>
                    </a:moveTo>
                    <a:lnTo>
                      <a:pt x="0" y="238"/>
                    </a:lnTo>
                    <a:lnTo>
                      <a:pt x="1878" y="2555"/>
                    </a:lnTo>
                    <a:lnTo>
                      <a:pt x="2555" y="3447"/>
                    </a:lnTo>
                    <a:lnTo>
                      <a:pt x="3826" y="2294"/>
                    </a:lnTo>
                    <a:lnTo>
                      <a:pt x="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52">
                <a:extLst>
                  <a:ext uri="{FF2B5EF4-FFF2-40B4-BE49-F238E27FC236}">
                    <a16:creationId xmlns:a16="http://schemas.microsoft.com/office/drawing/2014/main" id="{3F6D47D3-100C-2B9C-D1F9-C506E75BAB13}"/>
                  </a:ext>
                </a:extLst>
              </p:cNvPr>
              <p:cNvSpPr/>
              <p:nvPr/>
            </p:nvSpPr>
            <p:spPr>
              <a:xfrm>
                <a:off x="3233364" y="351972"/>
                <a:ext cx="30138" cy="26134"/>
              </a:xfrm>
              <a:custGeom>
                <a:avLst/>
                <a:gdLst/>
                <a:ahLst/>
                <a:cxnLst/>
                <a:rect l="l" t="t" r="r" b="b"/>
                <a:pathLst>
                  <a:path w="941" h="816" extrusionOk="0">
                    <a:moveTo>
                      <a:pt x="472" y="1"/>
                    </a:moveTo>
                    <a:cubicBezTo>
                      <a:pt x="303" y="1"/>
                      <a:pt x="137" y="103"/>
                      <a:pt x="85" y="299"/>
                    </a:cubicBezTo>
                    <a:cubicBezTo>
                      <a:pt x="0" y="572"/>
                      <a:pt x="222" y="816"/>
                      <a:pt x="471" y="816"/>
                    </a:cubicBezTo>
                    <a:cubicBezTo>
                      <a:pt x="536" y="816"/>
                      <a:pt x="603" y="799"/>
                      <a:pt x="667" y="762"/>
                    </a:cubicBezTo>
                    <a:cubicBezTo>
                      <a:pt x="869" y="655"/>
                      <a:pt x="941" y="406"/>
                      <a:pt x="834" y="216"/>
                    </a:cubicBezTo>
                    <a:cubicBezTo>
                      <a:pt x="753" y="71"/>
                      <a:pt x="612" y="1"/>
                      <a:pt x="4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52">
                <a:extLst>
                  <a:ext uri="{FF2B5EF4-FFF2-40B4-BE49-F238E27FC236}">
                    <a16:creationId xmlns:a16="http://schemas.microsoft.com/office/drawing/2014/main" id="{BDECFD56-1E7F-CFB7-7EB3-C2FF1EBAF57F}"/>
                  </a:ext>
                </a:extLst>
              </p:cNvPr>
              <p:cNvSpPr/>
              <p:nvPr/>
            </p:nvSpPr>
            <p:spPr>
              <a:xfrm>
                <a:off x="3154993" y="413657"/>
                <a:ext cx="41155" cy="46856"/>
              </a:xfrm>
              <a:custGeom>
                <a:avLst/>
                <a:gdLst/>
                <a:ahLst/>
                <a:cxnLst/>
                <a:rect l="l" t="t" r="r" b="b"/>
                <a:pathLst>
                  <a:path w="1285" h="1463" extrusionOk="0">
                    <a:moveTo>
                      <a:pt x="25" y="1"/>
                    </a:moveTo>
                    <a:lnTo>
                      <a:pt x="1" y="322"/>
                    </a:lnTo>
                    <a:lnTo>
                      <a:pt x="1165" y="1462"/>
                    </a:lnTo>
                    <a:lnTo>
                      <a:pt x="1284" y="833"/>
                    </a:lnTo>
                    <a:lnTo>
                      <a:pt x="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52">
                <a:extLst>
                  <a:ext uri="{FF2B5EF4-FFF2-40B4-BE49-F238E27FC236}">
                    <a16:creationId xmlns:a16="http://schemas.microsoft.com/office/drawing/2014/main" id="{A0C49FED-24C4-ECAC-456E-463F76761599}"/>
                  </a:ext>
                </a:extLst>
              </p:cNvPr>
              <p:cNvSpPr/>
              <p:nvPr/>
            </p:nvSpPr>
            <p:spPr>
              <a:xfrm>
                <a:off x="3196501" y="402640"/>
                <a:ext cx="23989" cy="36928"/>
              </a:xfrm>
              <a:custGeom>
                <a:avLst/>
                <a:gdLst/>
                <a:ahLst/>
                <a:cxnLst/>
                <a:rect l="l" t="t" r="r" b="b"/>
                <a:pathLst>
                  <a:path w="749" h="1153" extrusionOk="0">
                    <a:moveTo>
                      <a:pt x="666" y="0"/>
                    </a:moveTo>
                    <a:lnTo>
                      <a:pt x="416" y="107"/>
                    </a:lnTo>
                    <a:lnTo>
                      <a:pt x="0" y="1153"/>
                    </a:lnTo>
                    <a:lnTo>
                      <a:pt x="749" y="594"/>
                    </a:lnTo>
                    <a:lnTo>
                      <a:pt x="6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52">
                <a:extLst>
                  <a:ext uri="{FF2B5EF4-FFF2-40B4-BE49-F238E27FC236}">
                    <a16:creationId xmlns:a16="http://schemas.microsoft.com/office/drawing/2014/main" id="{4FE68D8C-7A69-7188-8370-40F311727E50}"/>
                  </a:ext>
                </a:extLst>
              </p:cNvPr>
              <p:cNvSpPr/>
              <p:nvPr/>
            </p:nvSpPr>
            <p:spPr>
              <a:xfrm>
                <a:off x="3316380" y="427749"/>
                <a:ext cx="13355" cy="14476"/>
              </a:xfrm>
              <a:custGeom>
                <a:avLst/>
                <a:gdLst/>
                <a:ahLst/>
                <a:cxnLst/>
                <a:rect l="l" t="t" r="r" b="b"/>
                <a:pathLst>
                  <a:path w="417" h="452" extrusionOk="0">
                    <a:moveTo>
                      <a:pt x="416" y="0"/>
                    </a:moveTo>
                    <a:lnTo>
                      <a:pt x="0" y="286"/>
                    </a:lnTo>
                    <a:lnTo>
                      <a:pt x="404" y="452"/>
                    </a:lnTo>
                    <a:lnTo>
                      <a:pt x="4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52">
                <a:extLst>
                  <a:ext uri="{FF2B5EF4-FFF2-40B4-BE49-F238E27FC236}">
                    <a16:creationId xmlns:a16="http://schemas.microsoft.com/office/drawing/2014/main" id="{0BBD46C7-A694-0C00-1553-ECBC4E601F1A}"/>
                  </a:ext>
                </a:extLst>
              </p:cNvPr>
              <p:cNvSpPr/>
              <p:nvPr/>
            </p:nvSpPr>
            <p:spPr>
              <a:xfrm>
                <a:off x="3230354" y="352389"/>
                <a:ext cx="14893" cy="13740"/>
              </a:xfrm>
              <a:custGeom>
                <a:avLst/>
                <a:gdLst/>
                <a:ahLst/>
                <a:cxnLst/>
                <a:rect l="l" t="t" r="r" b="b"/>
                <a:pathLst>
                  <a:path w="465" h="429" extrusionOk="0">
                    <a:moveTo>
                      <a:pt x="464" y="1"/>
                    </a:moveTo>
                    <a:lnTo>
                      <a:pt x="1" y="167"/>
                    </a:lnTo>
                    <a:lnTo>
                      <a:pt x="345" y="428"/>
                    </a:lnTo>
                    <a:lnTo>
                      <a:pt x="4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7" name="Picture 6">
            <a:extLst>
              <a:ext uri="{FF2B5EF4-FFF2-40B4-BE49-F238E27FC236}">
                <a16:creationId xmlns:a16="http://schemas.microsoft.com/office/drawing/2014/main" id="{DC1542EE-14DD-5A55-565A-FE58B0A15902}"/>
              </a:ext>
            </a:extLst>
          </p:cNvPr>
          <p:cNvPicPr>
            <a:picLocks noChangeAspect="1"/>
          </p:cNvPicPr>
          <p:nvPr/>
        </p:nvPicPr>
        <p:blipFill>
          <a:blip r:embed="rId3"/>
          <a:stretch>
            <a:fillRect/>
          </a:stretch>
        </p:blipFill>
        <p:spPr>
          <a:xfrm>
            <a:off x="1940217" y="1417993"/>
            <a:ext cx="5263566" cy="2722156"/>
          </a:xfrm>
          <a:prstGeom prst="rect">
            <a:avLst/>
          </a:prstGeom>
        </p:spPr>
      </p:pic>
    </p:spTree>
    <p:extLst>
      <p:ext uri="{BB962C8B-B14F-4D97-AF65-F5344CB8AC3E}">
        <p14:creationId xmlns:p14="http://schemas.microsoft.com/office/powerpoint/2010/main" val="9311377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35">
          <a:extLst>
            <a:ext uri="{FF2B5EF4-FFF2-40B4-BE49-F238E27FC236}">
              <a16:creationId xmlns:a16="http://schemas.microsoft.com/office/drawing/2014/main" id="{34F5E696-9A2F-CE1A-A662-7A94F53D3B44}"/>
            </a:ext>
          </a:extLst>
        </p:cNvPr>
        <p:cNvGrpSpPr/>
        <p:nvPr/>
      </p:nvGrpSpPr>
      <p:grpSpPr>
        <a:xfrm>
          <a:off x="0" y="0"/>
          <a:ext cx="0" cy="0"/>
          <a:chOff x="0" y="0"/>
          <a:chExt cx="0" cy="0"/>
        </a:xfrm>
      </p:grpSpPr>
      <p:sp>
        <p:nvSpPr>
          <p:cNvPr id="1036" name="Google Shape;1036;p52">
            <a:extLst>
              <a:ext uri="{FF2B5EF4-FFF2-40B4-BE49-F238E27FC236}">
                <a16:creationId xmlns:a16="http://schemas.microsoft.com/office/drawing/2014/main" id="{498390F2-1F63-0691-8E0E-C6EC93F75F94}"/>
              </a:ext>
            </a:extLst>
          </p:cNvPr>
          <p:cNvSpPr txBox="1">
            <a:spLocks noGrp="1"/>
          </p:cNvSpPr>
          <p:nvPr>
            <p:ph type="title"/>
          </p:nvPr>
        </p:nvSpPr>
        <p:spPr>
          <a:xfrm>
            <a:off x="717600" y="411669"/>
            <a:ext cx="7708800" cy="572700"/>
          </a:xfrm>
          <a:prstGeom prst="rect">
            <a:avLst/>
          </a:prstGeom>
        </p:spPr>
        <p:txBody>
          <a:bodyPr spcFirstLastPara="1" wrap="square" lIns="91425" tIns="91425" rIns="91425" bIns="91425" anchor="ctr" anchorCtr="0">
            <a:noAutofit/>
          </a:bodyPr>
          <a:lstStyle/>
          <a:p>
            <a:r>
              <a:rPr lang="en-US" sz="2800" dirty="0">
                <a:solidFill>
                  <a:schemeClr val="bg1"/>
                </a:solidFill>
              </a:rPr>
              <a:t>K-means</a:t>
            </a:r>
            <a:endParaRPr lang="en-US" sz="2800" b="0" dirty="0">
              <a:solidFill>
                <a:schemeClr val="bg1"/>
              </a:solidFill>
            </a:endParaRPr>
          </a:p>
        </p:txBody>
      </p:sp>
      <p:grpSp>
        <p:nvGrpSpPr>
          <p:cNvPr id="1055" name="Google Shape;1055;p52">
            <a:extLst>
              <a:ext uri="{FF2B5EF4-FFF2-40B4-BE49-F238E27FC236}">
                <a16:creationId xmlns:a16="http://schemas.microsoft.com/office/drawing/2014/main" id="{FC4860E3-E460-0101-EFB7-8006ED4B738B}"/>
              </a:ext>
            </a:extLst>
          </p:cNvPr>
          <p:cNvGrpSpPr/>
          <p:nvPr/>
        </p:nvGrpSpPr>
        <p:grpSpPr>
          <a:xfrm flipH="1">
            <a:off x="6782154" y="4383989"/>
            <a:ext cx="1507118" cy="838832"/>
            <a:chOff x="7636893" y="2346251"/>
            <a:chExt cx="1507118" cy="838832"/>
          </a:xfrm>
        </p:grpSpPr>
        <p:grpSp>
          <p:nvGrpSpPr>
            <p:cNvPr id="1056" name="Google Shape;1056;p52">
              <a:extLst>
                <a:ext uri="{FF2B5EF4-FFF2-40B4-BE49-F238E27FC236}">
                  <a16:creationId xmlns:a16="http://schemas.microsoft.com/office/drawing/2014/main" id="{71D4E2FD-E0EA-245A-1AB5-102307D12ACC}"/>
                </a:ext>
              </a:extLst>
            </p:cNvPr>
            <p:cNvGrpSpPr/>
            <p:nvPr/>
          </p:nvGrpSpPr>
          <p:grpSpPr>
            <a:xfrm flipH="1">
              <a:off x="7728620" y="2393076"/>
              <a:ext cx="1415391" cy="792008"/>
              <a:chOff x="1905568" y="363438"/>
              <a:chExt cx="1415391" cy="792008"/>
            </a:xfrm>
          </p:grpSpPr>
          <p:sp>
            <p:nvSpPr>
              <p:cNvPr id="1057" name="Google Shape;1057;p52">
                <a:extLst>
                  <a:ext uri="{FF2B5EF4-FFF2-40B4-BE49-F238E27FC236}">
                    <a16:creationId xmlns:a16="http://schemas.microsoft.com/office/drawing/2014/main" id="{60F8553E-9AA5-78BA-2891-D36A87A4280A}"/>
                  </a:ext>
                </a:extLst>
              </p:cNvPr>
              <p:cNvSpPr/>
              <p:nvPr/>
            </p:nvSpPr>
            <p:spPr>
              <a:xfrm>
                <a:off x="1905568" y="363438"/>
                <a:ext cx="1342337" cy="713989"/>
              </a:xfrm>
              <a:custGeom>
                <a:avLst/>
                <a:gdLst/>
                <a:ahLst/>
                <a:cxnLst/>
                <a:rect l="l" t="t" r="r" b="b"/>
                <a:pathLst>
                  <a:path w="41912" h="22293" extrusionOk="0">
                    <a:moveTo>
                      <a:pt x="452" y="22293"/>
                    </a:moveTo>
                    <a:lnTo>
                      <a:pt x="0" y="21437"/>
                    </a:lnTo>
                    <a:lnTo>
                      <a:pt x="41270" y="0"/>
                    </a:lnTo>
                    <a:lnTo>
                      <a:pt x="41911" y="761"/>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52">
                <a:extLst>
                  <a:ext uri="{FF2B5EF4-FFF2-40B4-BE49-F238E27FC236}">
                    <a16:creationId xmlns:a16="http://schemas.microsoft.com/office/drawing/2014/main" id="{073147E8-BB0B-BB77-7F8C-258F7F1CF391}"/>
                  </a:ext>
                </a:extLst>
              </p:cNvPr>
              <p:cNvSpPr/>
              <p:nvPr/>
            </p:nvSpPr>
            <p:spPr>
              <a:xfrm>
                <a:off x="1975580" y="439535"/>
                <a:ext cx="1345379" cy="715911"/>
              </a:xfrm>
              <a:custGeom>
                <a:avLst/>
                <a:gdLst/>
                <a:ahLst/>
                <a:cxnLst/>
                <a:rect l="l" t="t" r="r" b="b"/>
                <a:pathLst>
                  <a:path w="42007" h="22353" extrusionOk="0">
                    <a:moveTo>
                      <a:pt x="452" y="22353"/>
                    </a:moveTo>
                    <a:lnTo>
                      <a:pt x="1" y="21497"/>
                    </a:lnTo>
                    <a:lnTo>
                      <a:pt x="41401" y="1"/>
                    </a:lnTo>
                    <a:lnTo>
                      <a:pt x="42007" y="773"/>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9" name="Google Shape;1059;p52">
              <a:extLst>
                <a:ext uri="{FF2B5EF4-FFF2-40B4-BE49-F238E27FC236}">
                  <a16:creationId xmlns:a16="http://schemas.microsoft.com/office/drawing/2014/main" id="{F277967C-A06C-C429-489D-C683AF44DA82}"/>
                </a:ext>
              </a:extLst>
            </p:cNvPr>
            <p:cNvGrpSpPr/>
            <p:nvPr/>
          </p:nvGrpSpPr>
          <p:grpSpPr>
            <a:xfrm flipH="1">
              <a:off x="7636893" y="2346251"/>
              <a:ext cx="257693" cy="199083"/>
              <a:chOff x="3154993" y="316614"/>
              <a:chExt cx="257693" cy="199083"/>
            </a:xfrm>
          </p:grpSpPr>
          <p:sp>
            <p:nvSpPr>
              <p:cNvPr id="1060" name="Google Shape;1060;p52">
                <a:extLst>
                  <a:ext uri="{FF2B5EF4-FFF2-40B4-BE49-F238E27FC236}">
                    <a16:creationId xmlns:a16="http://schemas.microsoft.com/office/drawing/2014/main" id="{89254769-EBAC-35D2-1F60-5C07C3A1E1DE}"/>
                  </a:ext>
                </a:extLst>
              </p:cNvPr>
              <p:cNvSpPr/>
              <p:nvPr/>
            </p:nvSpPr>
            <p:spPr>
              <a:xfrm>
                <a:off x="3185067" y="330578"/>
                <a:ext cx="227619" cy="137910"/>
              </a:xfrm>
              <a:custGeom>
                <a:avLst/>
                <a:gdLst/>
                <a:ahLst/>
                <a:cxnLst/>
                <a:rect l="l" t="t" r="r" b="b"/>
                <a:pathLst>
                  <a:path w="7107" h="4306" extrusionOk="0">
                    <a:moveTo>
                      <a:pt x="6067" y="1"/>
                    </a:moveTo>
                    <a:cubicBezTo>
                      <a:pt x="6037" y="1"/>
                      <a:pt x="6008" y="2"/>
                      <a:pt x="5978" y="4"/>
                    </a:cubicBezTo>
                    <a:cubicBezTo>
                      <a:pt x="5835" y="4"/>
                      <a:pt x="5693" y="52"/>
                      <a:pt x="5574" y="135"/>
                    </a:cubicBezTo>
                    <a:cubicBezTo>
                      <a:pt x="4956" y="515"/>
                      <a:pt x="2734" y="1906"/>
                      <a:pt x="1973" y="2274"/>
                    </a:cubicBezTo>
                    <a:cubicBezTo>
                      <a:pt x="1355" y="2571"/>
                      <a:pt x="773" y="2927"/>
                      <a:pt x="226" y="3331"/>
                    </a:cubicBezTo>
                    <a:lnTo>
                      <a:pt x="1" y="4306"/>
                    </a:lnTo>
                    <a:cubicBezTo>
                      <a:pt x="690" y="4258"/>
                      <a:pt x="1843" y="3676"/>
                      <a:pt x="1843" y="3676"/>
                    </a:cubicBezTo>
                    <a:cubicBezTo>
                      <a:pt x="1843" y="3676"/>
                      <a:pt x="5764" y="1490"/>
                      <a:pt x="6429" y="1038"/>
                    </a:cubicBezTo>
                    <a:cubicBezTo>
                      <a:pt x="7107" y="598"/>
                      <a:pt x="6786" y="278"/>
                      <a:pt x="6786" y="278"/>
                    </a:cubicBezTo>
                    <a:cubicBezTo>
                      <a:pt x="6583" y="96"/>
                      <a:pt x="6332" y="1"/>
                      <a:pt x="60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52">
                <a:extLst>
                  <a:ext uri="{FF2B5EF4-FFF2-40B4-BE49-F238E27FC236}">
                    <a16:creationId xmlns:a16="http://schemas.microsoft.com/office/drawing/2014/main" id="{9B8C9176-9162-7AE7-E49B-A55798DD41DE}"/>
                  </a:ext>
                </a:extLst>
              </p:cNvPr>
              <p:cNvSpPr/>
              <p:nvPr/>
            </p:nvSpPr>
            <p:spPr>
              <a:xfrm>
                <a:off x="3258890" y="401102"/>
                <a:ext cx="124875" cy="114594"/>
              </a:xfrm>
              <a:custGeom>
                <a:avLst/>
                <a:gdLst/>
                <a:ahLst/>
                <a:cxnLst/>
                <a:rect l="l" t="t" r="r" b="b"/>
                <a:pathLst>
                  <a:path w="3899" h="3578" extrusionOk="0">
                    <a:moveTo>
                      <a:pt x="1617" y="1"/>
                    </a:moveTo>
                    <a:lnTo>
                      <a:pt x="1" y="797"/>
                    </a:lnTo>
                    <a:lnTo>
                      <a:pt x="1522" y="1783"/>
                    </a:lnTo>
                    <a:lnTo>
                      <a:pt x="3661" y="3577"/>
                    </a:lnTo>
                    <a:lnTo>
                      <a:pt x="3899" y="3554"/>
                    </a:lnTo>
                    <a:lnTo>
                      <a:pt x="16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52">
                <a:extLst>
                  <a:ext uri="{FF2B5EF4-FFF2-40B4-BE49-F238E27FC236}">
                    <a16:creationId xmlns:a16="http://schemas.microsoft.com/office/drawing/2014/main" id="{9D5B5B3D-39C7-9C52-40B2-2F164C90E595}"/>
                  </a:ext>
                </a:extLst>
              </p:cNvPr>
              <p:cNvSpPr/>
              <p:nvPr/>
            </p:nvSpPr>
            <p:spPr>
              <a:xfrm>
                <a:off x="3323233" y="426148"/>
                <a:ext cx="28280" cy="23957"/>
              </a:xfrm>
              <a:custGeom>
                <a:avLst/>
                <a:gdLst/>
                <a:ahLst/>
                <a:cxnLst/>
                <a:rect l="l" t="t" r="r" b="b"/>
                <a:pathLst>
                  <a:path w="883" h="748" extrusionOk="0">
                    <a:moveTo>
                      <a:pt x="399" y="1"/>
                    </a:moveTo>
                    <a:cubicBezTo>
                      <a:pt x="385" y="1"/>
                      <a:pt x="371" y="1"/>
                      <a:pt x="357" y="3"/>
                    </a:cubicBezTo>
                    <a:cubicBezTo>
                      <a:pt x="155" y="15"/>
                      <a:pt x="0" y="193"/>
                      <a:pt x="24" y="407"/>
                    </a:cubicBezTo>
                    <a:cubicBezTo>
                      <a:pt x="39" y="618"/>
                      <a:pt x="212" y="748"/>
                      <a:pt x="391" y="748"/>
                    </a:cubicBezTo>
                    <a:cubicBezTo>
                      <a:pt x="494" y="748"/>
                      <a:pt x="599" y="705"/>
                      <a:pt x="678" y="609"/>
                    </a:cubicBezTo>
                    <a:cubicBezTo>
                      <a:pt x="882" y="370"/>
                      <a:pt x="706" y="1"/>
                      <a:pt x="3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52">
                <a:extLst>
                  <a:ext uri="{FF2B5EF4-FFF2-40B4-BE49-F238E27FC236}">
                    <a16:creationId xmlns:a16="http://schemas.microsoft.com/office/drawing/2014/main" id="{EC159C43-3B73-0240-067C-8F5872F1E67C}"/>
                  </a:ext>
                </a:extLst>
              </p:cNvPr>
              <p:cNvSpPr/>
              <p:nvPr/>
            </p:nvSpPr>
            <p:spPr>
              <a:xfrm>
                <a:off x="3196116" y="452475"/>
                <a:ext cx="42661" cy="40387"/>
              </a:xfrm>
              <a:custGeom>
                <a:avLst/>
                <a:gdLst/>
                <a:ahLst/>
                <a:cxnLst/>
                <a:rect l="l" t="t" r="r" b="b"/>
                <a:pathLst>
                  <a:path w="1332" h="1261" extrusionOk="0">
                    <a:moveTo>
                      <a:pt x="452" y="1"/>
                    </a:moveTo>
                    <a:lnTo>
                      <a:pt x="0" y="298"/>
                    </a:lnTo>
                    <a:lnTo>
                      <a:pt x="1010" y="1260"/>
                    </a:lnTo>
                    <a:lnTo>
                      <a:pt x="1331" y="1225"/>
                    </a:lnTo>
                    <a:lnTo>
                      <a:pt x="4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52">
                <a:extLst>
                  <a:ext uri="{FF2B5EF4-FFF2-40B4-BE49-F238E27FC236}">
                    <a16:creationId xmlns:a16="http://schemas.microsoft.com/office/drawing/2014/main" id="{A6435254-64F0-4BDF-2C84-FF0A4E5313E9}"/>
                  </a:ext>
                </a:extLst>
              </p:cNvPr>
              <p:cNvSpPr/>
              <p:nvPr/>
            </p:nvSpPr>
            <p:spPr>
              <a:xfrm>
                <a:off x="3170622" y="316614"/>
                <a:ext cx="122569" cy="110399"/>
              </a:xfrm>
              <a:custGeom>
                <a:avLst/>
                <a:gdLst/>
                <a:ahLst/>
                <a:cxnLst/>
                <a:rect l="l" t="t" r="r" b="b"/>
                <a:pathLst>
                  <a:path w="3827" h="3447" extrusionOk="0">
                    <a:moveTo>
                      <a:pt x="24" y="1"/>
                    </a:moveTo>
                    <a:lnTo>
                      <a:pt x="0" y="238"/>
                    </a:lnTo>
                    <a:lnTo>
                      <a:pt x="1878" y="2555"/>
                    </a:lnTo>
                    <a:lnTo>
                      <a:pt x="2555" y="3447"/>
                    </a:lnTo>
                    <a:lnTo>
                      <a:pt x="3826" y="2294"/>
                    </a:lnTo>
                    <a:lnTo>
                      <a:pt x="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52">
                <a:extLst>
                  <a:ext uri="{FF2B5EF4-FFF2-40B4-BE49-F238E27FC236}">
                    <a16:creationId xmlns:a16="http://schemas.microsoft.com/office/drawing/2014/main" id="{4D12DEEB-4039-8862-B88D-95D90D41D26C}"/>
                  </a:ext>
                </a:extLst>
              </p:cNvPr>
              <p:cNvSpPr/>
              <p:nvPr/>
            </p:nvSpPr>
            <p:spPr>
              <a:xfrm>
                <a:off x="3233364" y="351972"/>
                <a:ext cx="30138" cy="26134"/>
              </a:xfrm>
              <a:custGeom>
                <a:avLst/>
                <a:gdLst/>
                <a:ahLst/>
                <a:cxnLst/>
                <a:rect l="l" t="t" r="r" b="b"/>
                <a:pathLst>
                  <a:path w="941" h="816" extrusionOk="0">
                    <a:moveTo>
                      <a:pt x="472" y="1"/>
                    </a:moveTo>
                    <a:cubicBezTo>
                      <a:pt x="303" y="1"/>
                      <a:pt x="137" y="103"/>
                      <a:pt x="85" y="299"/>
                    </a:cubicBezTo>
                    <a:cubicBezTo>
                      <a:pt x="0" y="572"/>
                      <a:pt x="222" y="816"/>
                      <a:pt x="471" y="816"/>
                    </a:cubicBezTo>
                    <a:cubicBezTo>
                      <a:pt x="536" y="816"/>
                      <a:pt x="603" y="799"/>
                      <a:pt x="667" y="762"/>
                    </a:cubicBezTo>
                    <a:cubicBezTo>
                      <a:pt x="869" y="655"/>
                      <a:pt x="941" y="406"/>
                      <a:pt x="834" y="216"/>
                    </a:cubicBezTo>
                    <a:cubicBezTo>
                      <a:pt x="753" y="71"/>
                      <a:pt x="612" y="1"/>
                      <a:pt x="4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52">
                <a:extLst>
                  <a:ext uri="{FF2B5EF4-FFF2-40B4-BE49-F238E27FC236}">
                    <a16:creationId xmlns:a16="http://schemas.microsoft.com/office/drawing/2014/main" id="{A37A8A4C-CAAA-BC95-2987-5228DE02B854}"/>
                  </a:ext>
                </a:extLst>
              </p:cNvPr>
              <p:cNvSpPr/>
              <p:nvPr/>
            </p:nvSpPr>
            <p:spPr>
              <a:xfrm>
                <a:off x="3154993" y="413657"/>
                <a:ext cx="41155" cy="46856"/>
              </a:xfrm>
              <a:custGeom>
                <a:avLst/>
                <a:gdLst/>
                <a:ahLst/>
                <a:cxnLst/>
                <a:rect l="l" t="t" r="r" b="b"/>
                <a:pathLst>
                  <a:path w="1285" h="1463" extrusionOk="0">
                    <a:moveTo>
                      <a:pt x="25" y="1"/>
                    </a:moveTo>
                    <a:lnTo>
                      <a:pt x="1" y="322"/>
                    </a:lnTo>
                    <a:lnTo>
                      <a:pt x="1165" y="1462"/>
                    </a:lnTo>
                    <a:lnTo>
                      <a:pt x="1284" y="833"/>
                    </a:lnTo>
                    <a:lnTo>
                      <a:pt x="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52">
                <a:extLst>
                  <a:ext uri="{FF2B5EF4-FFF2-40B4-BE49-F238E27FC236}">
                    <a16:creationId xmlns:a16="http://schemas.microsoft.com/office/drawing/2014/main" id="{E4F39591-0159-2E33-3CCA-B25E3087F227}"/>
                  </a:ext>
                </a:extLst>
              </p:cNvPr>
              <p:cNvSpPr/>
              <p:nvPr/>
            </p:nvSpPr>
            <p:spPr>
              <a:xfrm>
                <a:off x="3196501" y="402640"/>
                <a:ext cx="23989" cy="36928"/>
              </a:xfrm>
              <a:custGeom>
                <a:avLst/>
                <a:gdLst/>
                <a:ahLst/>
                <a:cxnLst/>
                <a:rect l="l" t="t" r="r" b="b"/>
                <a:pathLst>
                  <a:path w="749" h="1153" extrusionOk="0">
                    <a:moveTo>
                      <a:pt x="666" y="0"/>
                    </a:moveTo>
                    <a:lnTo>
                      <a:pt x="416" y="107"/>
                    </a:lnTo>
                    <a:lnTo>
                      <a:pt x="0" y="1153"/>
                    </a:lnTo>
                    <a:lnTo>
                      <a:pt x="749" y="594"/>
                    </a:lnTo>
                    <a:lnTo>
                      <a:pt x="6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52">
                <a:extLst>
                  <a:ext uri="{FF2B5EF4-FFF2-40B4-BE49-F238E27FC236}">
                    <a16:creationId xmlns:a16="http://schemas.microsoft.com/office/drawing/2014/main" id="{A7105A8D-36CB-3461-F149-6EBF47A913B7}"/>
                  </a:ext>
                </a:extLst>
              </p:cNvPr>
              <p:cNvSpPr/>
              <p:nvPr/>
            </p:nvSpPr>
            <p:spPr>
              <a:xfrm>
                <a:off x="3316380" y="427749"/>
                <a:ext cx="13355" cy="14476"/>
              </a:xfrm>
              <a:custGeom>
                <a:avLst/>
                <a:gdLst/>
                <a:ahLst/>
                <a:cxnLst/>
                <a:rect l="l" t="t" r="r" b="b"/>
                <a:pathLst>
                  <a:path w="417" h="452" extrusionOk="0">
                    <a:moveTo>
                      <a:pt x="416" y="0"/>
                    </a:moveTo>
                    <a:lnTo>
                      <a:pt x="0" y="286"/>
                    </a:lnTo>
                    <a:lnTo>
                      <a:pt x="404" y="452"/>
                    </a:lnTo>
                    <a:lnTo>
                      <a:pt x="4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52">
                <a:extLst>
                  <a:ext uri="{FF2B5EF4-FFF2-40B4-BE49-F238E27FC236}">
                    <a16:creationId xmlns:a16="http://schemas.microsoft.com/office/drawing/2014/main" id="{8FE831B7-2F53-99C8-0251-91B77D7E5D95}"/>
                  </a:ext>
                </a:extLst>
              </p:cNvPr>
              <p:cNvSpPr/>
              <p:nvPr/>
            </p:nvSpPr>
            <p:spPr>
              <a:xfrm>
                <a:off x="3230354" y="352389"/>
                <a:ext cx="14893" cy="13740"/>
              </a:xfrm>
              <a:custGeom>
                <a:avLst/>
                <a:gdLst/>
                <a:ahLst/>
                <a:cxnLst/>
                <a:rect l="l" t="t" r="r" b="b"/>
                <a:pathLst>
                  <a:path w="465" h="429" extrusionOk="0">
                    <a:moveTo>
                      <a:pt x="464" y="1"/>
                    </a:moveTo>
                    <a:lnTo>
                      <a:pt x="1" y="167"/>
                    </a:lnTo>
                    <a:lnTo>
                      <a:pt x="345" y="428"/>
                    </a:lnTo>
                    <a:lnTo>
                      <a:pt x="4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5" name="Picture 4" descr="A diagram of a cluster of clusters  AI-generated content may be incorrect.">
            <a:extLst>
              <a:ext uri="{FF2B5EF4-FFF2-40B4-BE49-F238E27FC236}">
                <a16:creationId xmlns:a16="http://schemas.microsoft.com/office/drawing/2014/main" id="{3C766FAE-DF89-782E-3653-1B1A49EBECC5}"/>
              </a:ext>
            </a:extLst>
          </p:cNvPr>
          <p:cNvPicPr>
            <a:picLocks noChangeAspect="1"/>
          </p:cNvPicPr>
          <p:nvPr/>
        </p:nvPicPr>
        <p:blipFill>
          <a:blip r:embed="rId3"/>
          <a:stretch>
            <a:fillRect/>
          </a:stretch>
        </p:blipFill>
        <p:spPr>
          <a:xfrm>
            <a:off x="1934026" y="1303461"/>
            <a:ext cx="5275947" cy="342837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6782380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35">
          <a:extLst>
            <a:ext uri="{FF2B5EF4-FFF2-40B4-BE49-F238E27FC236}">
              <a16:creationId xmlns:a16="http://schemas.microsoft.com/office/drawing/2014/main" id="{E0AC786A-8B83-0687-CCF5-C1B583F342D5}"/>
            </a:ext>
          </a:extLst>
        </p:cNvPr>
        <p:cNvGrpSpPr/>
        <p:nvPr/>
      </p:nvGrpSpPr>
      <p:grpSpPr>
        <a:xfrm>
          <a:off x="0" y="0"/>
          <a:ext cx="0" cy="0"/>
          <a:chOff x="0" y="0"/>
          <a:chExt cx="0" cy="0"/>
        </a:xfrm>
      </p:grpSpPr>
      <p:sp>
        <p:nvSpPr>
          <p:cNvPr id="1036" name="Google Shape;1036;p52">
            <a:extLst>
              <a:ext uri="{FF2B5EF4-FFF2-40B4-BE49-F238E27FC236}">
                <a16:creationId xmlns:a16="http://schemas.microsoft.com/office/drawing/2014/main" id="{BDF24D5A-FBD8-8E11-F225-CFD4F533FB0E}"/>
              </a:ext>
            </a:extLst>
          </p:cNvPr>
          <p:cNvSpPr txBox="1">
            <a:spLocks noGrp="1"/>
          </p:cNvSpPr>
          <p:nvPr>
            <p:ph type="title"/>
          </p:nvPr>
        </p:nvSpPr>
        <p:spPr>
          <a:xfrm>
            <a:off x="717600" y="411669"/>
            <a:ext cx="7708800" cy="572700"/>
          </a:xfrm>
          <a:prstGeom prst="rect">
            <a:avLst/>
          </a:prstGeom>
        </p:spPr>
        <p:txBody>
          <a:bodyPr spcFirstLastPara="1" wrap="square" lIns="91425" tIns="91425" rIns="91425" bIns="91425" anchor="ctr" anchorCtr="0">
            <a:noAutofit/>
          </a:bodyPr>
          <a:lstStyle/>
          <a:p>
            <a:r>
              <a:rPr lang="en-US" sz="2800" dirty="0">
                <a:solidFill>
                  <a:schemeClr val="bg1"/>
                </a:solidFill>
              </a:rPr>
              <a:t>K-means</a:t>
            </a:r>
            <a:endParaRPr lang="en-US" sz="2800" b="0" dirty="0">
              <a:solidFill>
                <a:schemeClr val="bg1"/>
              </a:solidFill>
            </a:endParaRPr>
          </a:p>
        </p:txBody>
      </p:sp>
      <p:grpSp>
        <p:nvGrpSpPr>
          <p:cNvPr id="1055" name="Google Shape;1055;p52">
            <a:extLst>
              <a:ext uri="{FF2B5EF4-FFF2-40B4-BE49-F238E27FC236}">
                <a16:creationId xmlns:a16="http://schemas.microsoft.com/office/drawing/2014/main" id="{0F8779FB-AD8D-5FE9-CA2A-728EA131B03B}"/>
              </a:ext>
            </a:extLst>
          </p:cNvPr>
          <p:cNvGrpSpPr/>
          <p:nvPr/>
        </p:nvGrpSpPr>
        <p:grpSpPr>
          <a:xfrm flipH="1">
            <a:off x="6782154" y="4383989"/>
            <a:ext cx="1507118" cy="838832"/>
            <a:chOff x="7636893" y="2346251"/>
            <a:chExt cx="1507118" cy="838832"/>
          </a:xfrm>
        </p:grpSpPr>
        <p:grpSp>
          <p:nvGrpSpPr>
            <p:cNvPr id="1056" name="Google Shape;1056;p52">
              <a:extLst>
                <a:ext uri="{FF2B5EF4-FFF2-40B4-BE49-F238E27FC236}">
                  <a16:creationId xmlns:a16="http://schemas.microsoft.com/office/drawing/2014/main" id="{FA33CE2E-15D0-39B5-EAC4-127A9E60D048}"/>
                </a:ext>
              </a:extLst>
            </p:cNvPr>
            <p:cNvGrpSpPr/>
            <p:nvPr/>
          </p:nvGrpSpPr>
          <p:grpSpPr>
            <a:xfrm flipH="1">
              <a:off x="7728620" y="2393076"/>
              <a:ext cx="1415391" cy="792008"/>
              <a:chOff x="1905568" y="363438"/>
              <a:chExt cx="1415391" cy="792008"/>
            </a:xfrm>
          </p:grpSpPr>
          <p:sp>
            <p:nvSpPr>
              <p:cNvPr id="1057" name="Google Shape;1057;p52">
                <a:extLst>
                  <a:ext uri="{FF2B5EF4-FFF2-40B4-BE49-F238E27FC236}">
                    <a16:creationId xmlns:a16="http://schemas.microsoft.com/office/drawing/2014/main" id="{FC47215C-A57D-07BE-1DBE-D86C277E1870}"/>
                  </a:ext>
                </a:extLst>
              </p:cNvPr>
              <p:cNvSpPr/>
              <p:nvPr/>
            </p:nvSpPr>
            <p:spPr>
              <a:xfrm>
                <a:off x="1905568" y="363438"/>
                <a:ext cx="1342337" cy="713989"/>
              </a:xfrm>
              <a:custGeom>
                <a:avLst/>
                <a:gdLst/>
                <a:ahLst/>
                <a:cxnLst/>
                <a:rect l="l" t="t" r="r" b="b"/>
                <a:pathLst>
                  <a:path w="41912" h="22293" extrusionOk="0">
                    <a:moveTo>
                      <a:pt x="452" y="22293"/>
                    </a:moveTo>
                    <a:lnTo>
                      <a:pt x="0" y="21437"/>
                    </a:lnTo>
                    <a:lnTo>
                      <a:pt x="41270" y="0"/>
                    </a:lnTo>
                    <a:lnTo>
                      <a:pt x="41911" y="761"/>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52">
                <a:extLst>
                  <a:ext uri="{FF2B5EF4-FFF2-40B4-BE49-F238E27FC236}">
                    <a16:creationId xmlns:a16="http://schemas.microsoft.com/office/drawing/2014/main" id="{8AF44039-6323-A6A3-B604-FD0BCF1CCE18}"/>
                  </a:ext>
                </a:extLst>
              </p:cNvPr>
              <p:cNvSpPr/>
              <p:nvPr/>
            </p:nvSpPr>
            <p:spPr>
              <a:xfrm>
                <a:off x="1975580" y="439535"/>
                <a:ext cx="1345379" cy="715911"/>
              </a:xfrm>
              <a:custGeom>
                <a:avLst/>
                <a:gdLst/>
                <a:ahLst/>
                <a:cxnLst/>
                <a:rect l="l" t="t" r="r" b="b"/>
                <a:pathLst>
                  <a:path w="42007" h="22353" extrusionOk="0">
                    <a:moveTo>
                      <a:pt x="452" y="22353"/>
                    </a:moveTo>
                    <a:lnTo>
                      <a:pt x="1" y="21497"/>
                    </a:lnTo>
                    <a:lnTo>
                      <a:pt x="41401" y="1"/>
                    </a:lnTo>
                    <a:lnTo>
                      <a:pt x="42007" y="773"/>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9" name="Google Shape;1059;p52">
              <a:extLst>
                <a:ext uri="{FF2B5EF4-FFF2-40B4-BE49-F238E27FC236}">
                  <a16:creationId xmlns:a16="http://schemas.microsoft.com/office/drawing/2014/main" id="{1FB07300-A133-2B0A-DB9D-619592F1542E}"/>
                </a:ext>
              </a:extLst>
            </p:cNvPr>
            <p:cNvGrpSpPr/>
            <p:nvPr/>
          </p:nvGrpSpPr>
          <p:grpSpPr>
            <a:xfrm flipH="1">
              <a:off x="7636893" y="2346251"/>
              <a:ext cx="257693" cy="199083"/>
              <a:chOff x="3154993" y="316614"/>
              <a:chExt cx="257693" cy="199083"/>
            </a:xfrm>
          </p:grpSpPr>
          <p:sp>
            <p:nvSpPr>
              <p:cNvPr id="1060" name="Google Shape;1060;p52">
                <a:extLst>
                  <a:ext uri="{FF2B5EF4-FFF2-40B4-BE49-F238E27FC236}">
                    <a16:creationId xmlns:a16="http://schemas.microsoft.com/office/drawing/2014/main" id="{C4C20181-D1B1-18DB-BB73-4D0D0929EFF4}"/>
                  </a:ext>
                </a:extLst>
              </p:cNvPr>
              <p:cNvSpPr/>
              <p:nvPr/>
            </p:nvSpPr>
            <p:spPr>
              <a:xfrm>
                <a:off x="3185067" y="330578"/>
                <a:ext cx="227619" cy="137910"/>
              </a:xfrm>
              <a:custGeom>
                <a:avLst/>
                <a:gdLst/>
                <a:ahLst/>
                <a:cxnLst/>
                <a:rect l="l" t="t" r="r" b="b"/>
                <a:pathLst>
                  <a:path w="7107" h="4306" extrusionOk="0">
                    <a:moveTo>
                      <a:pt x="6067" y="1"/>
                    </a:moveTo>
                    <a:cubicBezTo>
                      <a:pt x="6037" y="1"/>
                      <a:pt x="6008" y="2"/>
                      <a:pt x="5978" y="4"/>
                    </a:cubicBezTo>
                    <a:cubicBezTo>
                      <a:pt x="5835" y="4"/>
                      <a:pt x="5693" y="52"/>
                      <a:pt x="5574" y="135"/>
                    </a:cubicBezTo>
                    <a:cubicBezTo>
                      <a:pt x="4956" y="515"/>
                      <a:pt x="2734" y="1906"/>
                      <a:pt x="1973" y="2274"/>
                    </a:cubicBezTo>
                    <a:cubicBezTo>
                      <a:pt x="1355" y="2571"/>
                      <a:pt x="773" y="2927"/>
                      <a:pt x="226" y="3331"/>
                    </a:cubicBezTo>
                    <a:lnTo>
                      <a:pt x="1" y="4306"/>
                    </a:lnTo>
                    <a:cubicBezTo>
                      <a:pt x="690" y="4258"/>
                      <a:pt x="1843" y="3676"/>
                      <a:pt x="1843" y="3676"/>
                    </a:cubicBezTo>
                    <a:cubicBezTo>
                      <a:pt x="1843" y="3676"/>
                      <a:pt x="5764" y="1490"/>
                      <a:pt x="6429" y="1038"/>
                    </a:cubicBezTo>
                    <a:cubicBezTo>
                      <a:pt x="7107" y="598"/>
                      <a:pt x="6786" y="278"/>
                      <a:pt x="6786" y="278"/>
                    </a:cubicBezTo>
                    <a:cubicBezTo>
                      <a:pt x="6583" y="96"/>
                      <a:pt x="6332" y="1"/>
                      <a:pt x="60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52">
                <a:extLst>
                  <a:ext uri="{FF2B5EF4-FFF2-40B4-BE49-F238E27FC236}">
                    <a16:creationId xmlns:a16="http://schemas.microsoft.com/office/drawing/2014/main" id="{4F5E0C22-13F7-2FC7-B58B-913A4184049D}"/>
                  </a:ext>
                </a:extLst>
              </p:cNvPr>
              <p:cNvSpPr/>
              <p:nvPr/>
            </p:nvSpPr>
            <p:spPr>
              <a:xfrm>
                <a:off x="3258890" y="401102"/>
                <a:ext cx="124875" cy="114594"/>
              </a:xfrm>
              <a:custGeom>
                <a:avLst/>
                <a:gdLst/>
                <a:ahLst/>
                <a:cxnLst/>
                <a:rect l="l" t="t" r="r" b="b"/>
                <a:pathLst>
                  <a:path w="3899" h="3578" extrusionOk="0">
                    <a:moveTo>
                      <a:pt x="1617" y="1"/>
                    </a:moveTo>
                    <a:lnTo>
                      <a:pt x="1" y="797"/>
                    </a:lnTo>
                    <a:lnTo>
                      <a:pt x="1522" y="1783"/>
                    </a:lnTo>
                    <a:lnTo>
                      <a:pt x="3661" y="3577"/>
                    </a:lnTo>
                    <a:lnTo>
                      <a:pt x="3899" y="3554"/>
                    </a:lnTo>
                    <a:lnTo>
                      <a:pt x="16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52">
                <a:extLst>
                  <a:ext uri="{FF2B5EF4-FFF2-40B4-BE49-F238E27FC236}">
                    <a16:creationId xmlns:a16="http://schemas.microsoft.com/office/drawing/2014/main" id="{99A470B8-7789-3297-5180-2F8E55EC5FE1}"/>
                  </a:ext>
                </a:extLst>
              </p:cNvPr>
              <p:cNvSpPr/>
              <p:nvPr/>
            </p:nvSpPr>
            <p:spPr>
              <a:xfrm>
                <a:off x="3323233" y="426148"/>
                <a:ext cx="28280" cy="23957"/>
              </a:xfrm>
              <a:custGeom>
                <a:avLst/>
                <a:gdLst/>
                <a:ahLst/>
                <a:cxnLst/>
                <a:rect l="l" t="t" r="r" b="b"/>
                <a:pathLst>
                  <a:path w="883" h="748" extrusionOk="0">
                    <a:moveTo>
                      <a:pt x="399" y="1"/>
                    </a:moveTo>
                    <a:cubicBezTo>
                      <a:pt x="385" y="1"/>
                      <a:pt x="371" y="1"/>
                      <a:pt x="357" y="3"/>
                    </a:cubicBezTo>
                    <a:cubicBezTo>
                      <a:pt x="155" y="15"/>
                      <a:pt x="0" y="193"/>
                      <a:pt x="24" y="407"/>
                    </a:cubicBezTo>
                    <a:cubicBezTo>
                      <a:pt x="39" y="618"/>
                      <a:pt x="212" y="748"/>
                      <a:pt x="391" y="748"/>
                    </a:cubicBezTo>
                    <a:cubicBezTo>
                      <a:pt x="494" y="748"/>
                      <a:pt x="599" y="705"/>
                      <a:pt x="678" y="609"/>
                    </a:cubicBezTo>
                    <a:cubicBezTo>
                      <a:pt x="882" y="370"/>
                      <a:pt x="706" y="1"/>
                      <a:pt x="3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52">
                <a:extLst>
                  <a:ext uri="{FF2B5EF4-FFF2-40B4-BE49-F238E27FC236}">
                    <a16:creationId xmlns:a16="http://schemas.microsoft.com/office/drawing/2014/main" id="{069F0E84-0096-E121-DBCD-50626A027227}"/>
                  </a:ext>
                </a:extLst>
              </p:cNvPr>
              <p:cNvSpPr/>
              <p:nvPr/>
            </p:nvSpPr>
            <p:spPr>
              <a:xfrm>
                <a:off x="3196116" y="452475"/>
                <a:ext cx="42661" cy="40387"/>
              </a:xfrm>
              <a:custGeom>
                <a:avLst/>
                <a:gdLst/>
                <a:ahLst/>
                <a:cxnLst/>
                <a:rect l="l" t="t" r="r" b="b"/>
                <a:pathLst>
                  <a:path w="1332" h="1261" extrusionOk="0">
                    <a:moveTo>
                      <a:pt x="452" y="1"/>
                    </a:moveTo>
                    <a:lnTo>
                      <a:pt x="0" y="298"/>
                    </a:lnTo>
                    <a:lnTo>
                      <a:pt x="1010" y="1260"/>
                    </a:lnTo>
                    <a:lnTo>
                      <a:pt x="1331" y="1225"/>
                    </a:lnTo>
                    <a:lnTo>
                      <a:pt x="4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52">
                <a:extLst>
                  <a:ext uri="{FF2B5EF4-FFF2-40B4-BE49-F238E27FC236}">
                    <a16:creationId xmlns:a16="http://schemas.microsoft.com/office/drawing/2014/main" id="{FCF490FC-0B75-00C6-2943-DA64756B2B71}"/>
                  </a:ext>
                </a:extLst>
              </p:cNvPr>
              <p:cNvSpPr/>
              <p:nvPr/>
            </p:nvSpPr>
            <p:spPr>
              <a:xfrm>
                <a:off x="3170622" y="316614"/>
                <a:ext cx="122569" cy="110399"/>
              </a:xfrm>
              <a:custGeom>
                <a:avLst/>
                <a:gdLst/>
                <a:ahLst/>
                <a:cxnLst/>
                <a:rect l="l" t="t" r="r" b="b"/>
                <a:pathLst>
                  <a:path w="3827" h="3447" extrusionOk="0">
                    <a:moveTo>
                      <a:pt x="24" y="1"/>
                    </a:moveTo>
                    <a:lnTo>
                      <a:pt x="0" y="238"/>
                    </a:lnTo>
                    <a:lnTo>
                      <a:pt x="1878" y="2555"/>
                    </a:lnTo>
                    <a:lnTo>
                      <a:pt x="2555" y="3447"/>
                    </a:lnTo>
                    <a:lnTo>
                      <a:pt x="3826" y="2294"/>
                    </a:lnTo>
                    <a:lnTo>
                      <a:pt x="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52">
                <a:extLst>
                  <a:ext uri="{FF2B5EF4-FFF2-40B4-BE49-F238E27FC236}">
                    <a16:creationId xmlns:a16="http://schemas.microsoft.com/office/drawing/2014/main" id="{B7AFB637-5603-2831-DFC9-3B7FD7D944C3}"/>
                  </a:ext>
                </a:extLst>
              </p:cNvPr>
              <p:cNvSpPr/>
              <p:nvPr/>
            </p:nvSpPr>
            <p:spPr>
              <a:xfrm>
                <a:off x="3233364" y="351972"/>
                <a:ext cx="30138" cy="26134"/>
              </a:xfrm>
              <a:custGeom>
                <a:avLst/>
                <a:gdLst/>
                <a:ahLst/>
                <a:cxnLst/>
                <a:rect l="l" t="t" r="r" b="b"/>
                <a:pathLst>
                  <a:path w="941" h="816" extrusionOk="0">
                    <a:moveTo>
                      <a:pt x="472" y="1"/>
                    </a:moveTo>
                    <a:cubicBezTo>
                      <a:pt x="303" y="1"/>
                      <a:pt x="137" y="103"/>
                      <a:pt x="85" y="299"/>
                    </a:cubicBezTo>
                    <a:cubicBezTo>
                      <a:pt x="0" y="572"/>
                      <a:pt x="222" y="816"/>
                      <a:pt x="471" y="816"/>
                    </a:cubicBezTo>
                    <a:cubicBezTo>
                      <a:pt x="536" y="816"/>
                      <a:pt x="603" y="799"/>
                      <a:pt x="667" y="762"/>
                    </a:cubicBezTo>
                    <a:cubicBezTo>
                      <a:pt x="869" y="655"/>
                      <a:pt x="941" y="406"/>
                      <a:pt x="834" y="216"/>
                    </a:cubicBezTo>
                    <a:cubicBezTo>
                      <a:pt x="753" y="71"/>
                      <a:pt x="612" y="1"/>
                      <a:pt x="4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52">
                <a:extLst>
                  <a:ext uri="{FF2B5EF4-FFF2-40B4-BE49-F238E27FC236}">
                    <a16:creationId xmlns:a16="http://schemas.microsoft.com/office/drawing/2014/main" id="{867ABA8C-AF76-F8AE-890B-43D91EBE086E}"/>
                  </a:ext>
                </a:extLst>
              </p:cNvPr>
              <p:cNvSpPr/>
              <p:nvPr/>
            </p:nvSpPr>
            <p:spPr>
              <a:xfrm>
                <a:off x="3154993" y="413657"/>
                <a:ext cx="41155" cy="46856"/>
              </a:xfrm>
              <a:custGeom>
                <a:avLst/>
                <a:gdLst/>
                <a:ahLst/>
                <a:cxnLst/>
                <a:rect l="l" t="t" r="r" b="b"/>
                <a:pathLst>
                  <a:path w="1285" h="1463" extrusionOk="0">
                    <a:moveTo>
                      <a:pt x="25" y="1"/>
                    </a:moveTo>
                    <a:lnTo>
                      <a:pt x="1" y="322"/>
                    </a:lnTo>
                    <a:lnTo>
                      <a:pt x="1165" y="1462"/>
                    </a:lnTo>
                    <a:lnTo>
                      <a:pt x="1284" y="833"/>
                    </a:lnTo>
                    <a:lnTo>
                      <a:pt x="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52">
                <a:extLst>
                  <a:ext uri="{FF2B5EF4-FFF2-40B4-BE49-F238E27FC236}">
                    <a16:creationId xmlns:a16="http://schemas.microsoft.com/office/drawing/2014/main" id="{3F890A65-BEA3-C967-E664-6AE40A94341C}"/>
                  </a:ext>
                </a:extLst>
              </p:cNvPr>
              <p:cNvSpPr/>
              <p:nvPr/>
            </p:nvSpPr>
            <p:spPr>
              <a:xfrm>
                <a:off x="3196501" y="402640"/>
                <a:ext cx="23989" cy="36928"/>
              </a:xfrm>
              <a:custGeom>
                <a:avLst/>
                <a:gdLst/>
                <a:ahLst/>
                <a:cxnLst/>
                <a:rect l="l" t="t" r="r" b="b"/>
                <a:pathLst>
                  <a:path w="749" h="1153" extrusionOk="0">
                    <a:moveTo>
                      <a:pt x="666" y="0"/>
                    </a:moveTo>
                    <a:lnTo>
                      <a:pt x="416" y="107"/>
                    </a:lnTo>
                    <a:lnTo>
                      <a:pt x="0" y="1153"/>
                    </a:lnTo>
                    <a:lnTo>
                      <a:pt x="749" y="594"/>
                    </a:lnTo>
                    <a:lnTo>
                      <a:pt x="6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52">
                <a:extLst>
                  <a:ext uri="{FF2B5EF4-FFF2-40B4-BE49-F238E27FC236}">
                    <a16:creationId xmlns:a16="http://schemas.microsoft.com/office/drawing/2014/main" id="{A5D7300E-8D75-B394-1B35-3FF6B3390303}"/>
                  </a:ext>
                </a:extLst>
              </p:cNvPr>
              <p:cNvSpPr/>
              <p:nvPr/>
            </p:nvSpPr>
            <p:spPr>
              <a:xfrm>
                <a:off x="3316380" y="427749"/>
                <a:ext cx="13355" cy="14476"/>
              </a:xfrm>
              <a:custGeom>
                <a:avLst/>
                <a:gdLst/>
                <a:ahLst/>
                <a:cxnLst/>
                <a:rect l="l" t="t" r="r" b="b"/>
                <a:pathLst>
                  <a:path w="417" h="452" extrusionOk="0">
                    <a:moveTo>
                      <a:pt x="416" y="0"/>
                    </a:moveTo>
                    <a:lnTo>
                      <a:pt x="0" y="286"/>
                    </a:lnTo>
                    <a:lnTo>
                      <a:pt x="404" y="452"/>
                    </a:lnTo>
                    <a:lnTo>
                      <a:pt x="4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52">
                <a:extLst>
                  <a:ext uri="{FF2B5EF4-FFF2-40B4-BE49-F238E27FC236}">
                    <a16:creationId xmlns:a16="http://schemas.microsoft.com/office/drawing/2014/main" id="{5D00ADF6-FBA8-51FF-D6F0-6EF3796F57F7}"/>
                  </a:ext>
                </a:extLst>
              </p:cNvPr>
              <p:cNvSpPr/>
              <p:nvPr/>
            </p:nvSpPr>
            <p:spPr>
              <a:xfrm>
                <a:off x="3230354" y="352389"/>
                <a:ext cx="14893" cy="13740"/>
              </a:xfrm>
              <a:custGeom>
                <a:avLst/>
                <a:gdLst/>
                <a:ahLst/>
                <a:cxnLst/>
                <a:rect l="l" t="t" r="r" b="b"/>
                <a:pathLst>
                  <a:path w="465" h="429" extrusionOk="0">
                    <a:moveTo>
                      <a:pt x="464" y="1"/>
                    </a:moveTo>
                    <a:lnTo>
                      <a:pt x="1" y="167"/>
                    </a:lnTo>
                    <a:lnTo>
                      <a:pt x="345" y="428"/>
                    </a:lnTo>
                    <a:lnTo>
                      <a:pt x="4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3" name="Picture 2">
            <a:extLst>
              <a:ext uri="{FF2B5EF4-FFF2-40B4-BE49-F238E27FC236}">
                <a16:creationId xmlns:a16="http://schemas.microsoft.com/office/drawing/2014/main" id="{AF95AA7F-FA20-F2CA-8AC4-FD31C2197D95}"/>
              </a:ext>
            </a:extLst>
          </p:cNvPr>
          <p:cNvPicPr>
            <a:picLocks noChangeAspect="1"/>
          </p:cNvPicPr>
          <p:nvPr/>
        </p:nvPicPr>
        <p:blipFill>
          <a:blip r:embed="rId3"/>
          <a:stretch>
            <a:fillRect/>
          </a:stretch>
        </p:blipFill>
        <p:spPr>
          <a:xfrm>
            <a:off x="2796542" y="1149683"/>
            <a:ext cx="4233705" cy="3715183"/>
          </a:xfrm>
          <a:prstGeom prst="rect">
            <a:avLst/>
          </a:prstGeom>
          <a:ln>
            <a:noFill/>
          </a:ln>
          <a:effectLst>
            <a:outerShdw blurRad="292100" dist="139700" dir="2700000" algn="tl" rotWithShape="0">
              <a:srgbClr val="333333">
                <a:alpha val="65000"/>
              </a:srgbClr>
            </a:outerShdw>
          </a:effectLst>
        </p:spPr>
      </p:pic>
      <p:sp>
        <p:nvSpPr>
          <p:cNvPr id="5" name="TextBox 4">
            <a:extLst>
              <a:ext uri="{FF2B5EF4-FFF2-40B4-BE49-F238E27FC236}">
                <a16:creationId xmlns:a16="http://schemas.microsoft.com/office/drawing/2014/main" id="{1AA445A7-FB1C-2CEC-D949-48FD2CC776EF}"/>
              </a:ext>
            </a:extLst>
          </p:cNvPr>
          <p:cNvSpPr txBox="1"/>
          <p:nvPr/>
        </p:nvSpPr>
        <p:spPr>
          <a:xfrm>
            <a:off x="822960" y="1324214"/>
            <a:ext cx="1203960" cy="307777"/>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a:t>The clusters</a:t>
            </a:r>
          </a:p>
        </p:txBody>
      </p:sp>
    </p:spTree>
    <p:extLst>
      <p:ext uri="{BB962C8B-B14F-4D97-AF65-F5344CB8AC3E}">
        <p14:creationId xmlns:p14="http://schemas.microsoft.com/office/powerpoint/2010/main" val="39361234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35">
          <a:extLst>
            <a:ext uri="{FF2B5EF4-FFF2-40B4-BE49-F238E27FC236}">
              <a16:creationId xmlns:a16="http://schemas.microsoft.com/office/drawing/2014/main" id="{4FC02416-7F93-A393-3466-116053064BB7}"/>
            </a:ext>
          </a:extLst>
        </p:cNvPr>
        <p:cNvGrpSpPr/>
        <p:nvPr/>
      </p:nvGrpSpPr>
      <p:grpSpPr>
        <a:xfrm>
          <a:off x="0" y="0"/>
          <a:ext cx="0" cy="0"/>
          <a:chOff x="0" y="0"/>
          <a:chExt cx="0" cy="0"/>
        </a:xfrm>
      </p:grpSpPr>
      <p:sp>
        <p:nvSpPr>
          <p:cNvPr id="1036" name="Google Shape;1036;p52">
            <a:extLst>
              <a:ext uri="{FF2B5EF4-FFF2-40B4-BE49-F238E27FC236}">
                <a16:creationId xmlns:a16="http://schemas.microsoft.com/office/drawing/2014/main" id="{3544EE30-7318-C209-BCD0-6B5A772A8ED8}"/>
              </a:ext>
            </a:extLst>
          </p:cNvPr>
          <p:cNvSpPr txBox="1">
            <a:spLocks noGrp="1"/>
          </p:cNvSpPr>
          <p:nvPr>
            <p:ph type="title"/>
          </p:nvPr>
        </p:nvSpPr>
        <p:spPr>
          <a:xfrm>
            <a:off x="717600" y="411669"/>
            <a:ext cx="7708800" cy="572700"/>
          </a:xfrm>
          <a:prstGeom prst="rect">
            <a:avLst/>
          </a:prstGeom>
        </p:spPr>
        <p:txBody>
          <a:bodyPr spcFirstLastPara="1" wrap="square" lIns="91425" tIns="91425" rIns="91425" bIns="91425" anchor="ctr" anchorCtr="0">
            <a:noAutofit/>
          </a:bodyPr>
          <a:lstStyle/>
          <a:p>
            <a:r>
              <a:rPr lang="en-US" sz="2800" b="0" dirty="0">
                <a:solidFill>
                  <a:schemeClr val="bg1"/>
                </a:solidFill>
              </a:rPr>
              <a:t>Neural Network</a:t>
            </a:r>
          </a:p>
        </p:txBody>
      </p:sp>
      <p:grpSp>
        <p:nvGrpSpPr>
          <p:cNvPr id="1055" name="Google Shape;1055;p52">
            <a:extLst>
              <a:ext uri="{FF2B5EF4-FFF2-40B4-BE49-F238E27FC236}">
                <a16:creationId xmlns:a16="http://schemas.microsoft.com/office/drawing/2014/main" id="{05707B6D-04BF-1091-DA04-DF1B3B3B65D5}"/>
              </a:ext>
            </a:extLst>
          </p:cNvPr>
          <p:cNvGrpSpPr/>
          <p:nvPr/>
        </p:nvGrpSpPr>
        <p:grpSpPr>
          <a:xfrm flipH="1">
            <a:off x="6782154" y="4383989"/>
            <a:ext cx="1507118" cy="838832"/>
            <a:chOff x="7636893" y="2346251"/>
            <a:chExt cx="1507118" cy="838832"/>
          </a:xfrm>
        </p:grpSpPr>
        <p:grpSp>
          <p:nvGrpSpPr>
            <p:cNvPr id="1056" name="Google Shape;1056;p52">
              <a:extLst>
                <a:ext uri="{FF2B5EF4-FFF2-40B4-BE49-F238E27FC236}">
                  <a16:creationId xmlns:a16="http://schemas.microsoft.com/office/drawing/2014/main" id="{A0AEB0E6-9108-5B17-8E33-014C395F5C7B}"/>
                </a:ext>
              </a:extLst>
            </p:cNvPr>
            <p:cNvGrpSpPr/>
            <p:nvPr/>
          </p:nvGrpSpPr>
          <p:grpSpPr>
            <a:xfrm flipH="1">
              <a:off x="7728620" y="2393076"/>
              <a:ext cx="1415391" cy="792008"/>
              <a:chOff x="1905568" y="363438"/>
              <a:chExt cx="1415391" cy="792008"/>
            </a:xfrm>
          </p:grpSpPr>
          <p:sp>
            <p:nvSpPr>
              <p:cNvPr id="1057" name="Google Shape;1057;p52">
                <a:extLst>
                  <a:ext uri="{FF2B5EF4-FFF2-40B4-BE49-F238E27FC236}">
                    <a16:creationId xmlns:a16="http://schemas.microsoft.com/office/drawing/2014/main" id="{D1F630C9-F394-4F7D-03D0-C29F05CD2125}"/>
                  </a:ext>
                </a:extLst>
              </p:cNvPr>
              <p:cNvSpPr/>
              <p:nvPr/>
            </p:nvSpPr>
            <p:spPr>
              <a:xfrm>
                <a:off x="1905568" y="363438"/>
                <a:ext cx="1342337" cy="713989"/>
              </a:xfrm>
              <a:custGeom>
                <a:avLst/>
                <a:gdLst/>
                <a:ahLst/>
                <a:cxnLst/>
                <a:rect l="l" t="t" r="r" b="b"/>
                <a:pathLst>
                  <a:path w="41912" h="22293" extrusionOk="0">
                    <a:moveTo>
                      <a:pt x="452" y="22293"/>
                    </a:moveTo>
                    <a:lnTo>
                      <a:pt x="0" y="21437"/>
                    </a:lnTo>
                    <a:lnTo>
                      <a:pt x="41270" y="0"/>
                    </a:lnTo>
                    <a:lnTo>
                      <a:pt x="41911" y="761"/>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52">
                <a:extLst>
                  <a:ext uri="{FF2B5EF4-FFF2-40B4-BE49-F238E27FC236}">
                    <a16:creationId xmlns:a16="http://schemas.microsoft.com/office/drawing/2014/main" id="{82D76F42-560F-CD12-122C-CCFD2ADD7E1D}"/>
                  </a:ext>
                </a:extLst>
              </p:cNvPr>
              <p:cNvSpPr/>
              <p:nvPr/>
            </p:nvSpPr>
            <p:spPr>
              <a:xfrm>
                <a:off x="1975580" y="439535"/>
                <a:ext cx="1345379" cy="715911"/>
              </a:xfrm>
              <a:custGeom>
                <a:avLst/>
                <a:gdLst/>
                <a:ahLst/>
                <a:cxnLst/>
                <a:rect l="l" t="t" r="r" b="b"/>
                <a:pathLst>
                  <a:path w="42007" h="22353" extrusionOk="0">
                    <a:moveTo>
                      <a:pt x="452" y="22353"/>
                    </a:moveTo>
                    <a:lnTo>
                      <a:pt x="1" y="21497"/>
                    </a:lnTo>
                    <a:lnTo>
                      <a:pt x="41401" y="1"/>
                    </a:lnTo>
                    <a:lnTo>
                      <a:pt x="42007" y="773"/>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9" name="Google Shape;1059;p52">
              <a:extLst>
                <a:ext uri="{FF2B5EF4-FFF2-40B4-BE49-F238E27FC236}">
                  <a16:creationId xmlns:a16="http://schemas.microsoft.com/office/drawing/2014/main" id="{6A86C830-1E30-4807-F490-BCEB4599CFFE}"/>
                </a:ext>
              </a:extLst>
            </p:cNvPr>
            <p:cNvGrpSpPr/>
            <p:nvPr/>
          </p:nvGrpSpPr>
          <p:grpSpPr>
            <a:xfrm flipH="1">
              <a:off x="7636893" y="2346251"/>
              <a:ext cx="257693" cy="199083"/>
              <a:chOff x="3154993" y="316614"/>
              <a:chExt cx="257693" cy="199083"/>
            </a:xfrm>
          </p:grpSpPr>
          <p:sp>
            <p:nvSpPr>
              <p:cNvPr id="1060" name="Google Shape;1060;p52">
                <a:extLst>
                  <a:ext uri="{FF2B5EF4-FFF2-40B4-BE49-F238E27FC236}">
                    <a16:creationId xmlns:a16="http://schemas.microsoft.com/office/drawing/2014/main" id="{3D051504-CFD7-A725-7972-6B55DA9E38C5}"/>
                  </a:ext>
                </a:extLst>
              </p:cNvPr>
              <p:cNvSpPr/>
              <p:nvPr/>
            </p:nvSpPr>
            <p:spPr>
              <a:xfrm>
                <a:off x="3185067" y="330578"/>
                <a:ext cx="227619" cy="137910"/>
              </a:xfrm>
              <a:custGeom>
                <a:avLst/>
                <a:gdLst/>
                <a:ahLst/>
                <a:cxnLst/>
                <a:rect l="l" t="t" r="r" b="b"/>
                <a:pathLst>
                  <a:path w="7107" h="4306" extrusionOk="0">
                    <a:moveTo>
                      <a:pt x="6067" y="1"/>
                    </a:moveTo>
                    <a:cubicBezTo>
                      <a:pt x="6037" y="1"/>
                      <a:pt x="6008" y="2"/>
                      <a:pt x="5978" y="4"/>
                    </a:cubicBezTo>
                    <a:cubicBezTo>
                      <a:pt x="5835" y="4"/>
                      <a:pt x="5693" y="52"/>
                      <a:pt x="5574" y="135"/>
                    </a:cubicBezTo>
                    <a:cubicBezTo>
                      <a:pt x="4956" y="515"/>
                      <a:pt x="2734" y="1906"/>
                      <a:pt x="1973" y="2274"/>
                    </a:cubicBezTo>
                    <a:cubicBezTo>
                      <a:pt x="1355" y="2571"/>
                      <a:pt x="773" y="2927"/>
                      <a:pt x="226" y="3331"/>
                    </a:cubicBezTo>
                    <a:lnTo>
                      <a:pt x="1" y="4306"/>
                    </a:lnTo>
                    <a:cubicBezTo>
                      <a:pt x="690" y="4258"/>
                      <a:pt x="1843" y="3676"/>
                      <a:pt x="1843" y="3676"/>
                    </a:cubicBezTo>
                    <a:cubicBezTo>
                      <a:pt x="1843" y="3676"/>
                      <a:pt x="5764" y="1490"/>
                      <a:pt x="6429" y="1038"/>
                    </a:cubicBezTo>
                    <a:cubicBezTo>
                      <a:pt x="7107" y="598"/>
                      <a:pt x="6786" y="278"/>
                      <a:pt x="6786" y="278"/>
                    </a:cubicBezTo>
                    <a:cubicBezTo>
                      <a:pt x="6583" y="96"/>
                      <a:pt x="6332" y="1"/>
                      <a:pt x="60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52">
                <a:extLst>
                  <a:ext uri="{FF2B5EF4-FFF2-40B4-BE49-F238E27FC236}">
                    <a16:creationId xmlns:a16="http://schemas.microsoft.com/office/drawing/2014/main" id="{37705DBE-CAC4-E36C-3DE4-7981BF6A32AD}"/>
                  </a:ext>
                </a:extLst>
              </p:cNvPr>
              <p:cNvSpPr/>
              <p:nvPr/>
            </p:nvSpPr>
            <p:spPr>
              <a:xfrm>
                <a:off x="3258890" y="401102"/>
                <a:ext cx="124875" cy="114594"/>
              </a:xfrm>
              <a:custGeom>
                <a:avLst/>
                <a:gdLst/>
                <a:ahLst/>
                <a:cxnLst/>
                <a:rect l="l" t="t" r="r" b="b"/>
                <a:pathLst>
                  <a:path w="3899" h="3578" extrusionOk="0">
                    <a:moveTo>
                      <a:pt x="1617" y="1"/>
                    </a:moveTo>
                    <a:lnTo>
                      <a:pt x="1" y="797"/>
                    </a:lnTo>
                    <a:lnTo>
                      <a:pt x="1522" y="1783"/>
                    </a:lnTo>
                    <a:lnTo>
                      <a:pt x="3661" y="3577"/>
                    </a:lnTo>
                    <a:lnTo>
                      <a:pt x="3899" y="3554"/>
                    </a:lnTo>
                    <a:lnTo>
                      <a:pt x="16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52">
                <a:extLst>
                  <a:ext uri="{FF2B5EF4-FFF2-40B4-BE49-F238E27FC236}">
                    <a16:creationId xmlns:a16="http://schemas.microsoft.com/office/drawing/2014/main" id="{775D56E9-FD14-B8C8-D5B3-53D0C5D1BCCD}"/>
                  </a:ext>
                </a:extLst>
              </p:cNvPr>
              <p:cNvSpPr/>
              <p:nvPr/>
            </p:nvSpPr>
            <p:spPr>
              <a:xfrm>
                <a:off x="3323233" y="426148"/>
                <a:ext cx="28280" cy="23957"/>
              </a:xfrm>
              <a:custGeom>
                <a:avLst/>
                <a:gdLst/>
                <a:ahLst/>
                <a:cxnLst/>
                <a:rect l="l" t="t" r="r" b="b"/>
                <a:pathLst>
                  <a:path w="883" h="748" extrusionOk="0">
                    <a:moveTo>
                      <a:pt x="399" y="1"/>
                    </a:moveTo>
                    <a:cubicBezTo>
                      <a:pt x="385" y="1"/>
                      <a:pt x="371" y="1"/>
                      <a:pt x="357" y="3"/>
                    </a:cubicBezTo>
                    <a:cubicBezTo>
                      <a:pt x="155" y="15"/>
                      <a:pt x="0" y="193"/>
                      <a:pt x="24" y="407"/>
                    </a:cubicBezTo>
                    <a:cubicBezTo>
                      <a:pt x="39" y="618"/>
                      <a:pt x="212" y="748"/>
                      <a:pt x="391" y="748"/>
                    </a:cubicBezTo>
                    <a:cubicBezTo>
                      <a:pt x="494" y="748"/>
                      <a:pt x="599" y="705"/>
                      <a:pt x="678" y="609"/>
                    </a:cubicBezTo>
                    <a:cubicBezTo>
                      <a:pt x="882" y="370"/>
                      <a:pt x="706" y="1"/>
                      <a:pt x="3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52">
                <a:extLst>
                  <a:ext uri="{FF2B5EF4-FFF2-40B4-BE49-F238E27FC236}">
                    <a16:creationId xmlns:a16="http://schemas.microsoft.com/office/drawing/2014/main" id="{31782B32-767F-2CF9-3CD1-EFB47E1BB003}"/>
                  </a:ext>
                </a:extLst>
              </p:cNvPr>
              <p:cNvSpPr/>
              <p:nvPr/>
            </p:nvSpPr>
            <p:spPr>
              <a:xfrm>
                <a:off x="3196116" y="452475"/>
                <a:ext cx="42661" cy="40387"/>
              </a:xfrm>
              <a:custGeom>
                <a:avLst/>
                <a:gdLst/>
                <a:ahLst/>
                <a:cxnLst/>
                <a:rect l="l" t="t" r="r" b="b"/>
                <a:pathLst>
                  <a:path w="1332" h="1261" extrusionOk="0">
                    <a:moveTo>
                      <a:pt x="452" y="1"/>
                    </a:moveTo>
                    <a:lnTo>
                      <a:pt x="0" y="298"/>
                    </a:lnTo>
                    <a:lnTo>
                      <a:pt x="1010" y="1260"/>
                    </a:lnTo>
                    <a:lnTo>
                      <a:pt x="1331" y="1225"/>
                    </a:lnTo>
                    <a:lnTo>
                      <a:pt x="4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52">
                <a:extLst>
                  <a:ext uri="{FF2B5EF4-FFF2-40B4-BE49-F238E27FC236}">
                    <a16:creationId xmlns:a16="http://schemas.microsoft.com/office/drawing/2014/main" id="{56F0C466-2685-2417-BF79-8E5BE1805BC5}"/>
                  </a:ext>
                </a:extLst>
              </p:cNvPr>
              <p:cNvSpPr/>
              <p:nvPr/>
            </p:nvSpPr>
            <p:spPr>
              <a:xfrm>
                <a:off x="3170622" y="316614"/>
                <a:ext cx="122569" cy="110399"/>
              </a:xfrm>
              <a:custGeom>
                <a:avLst/>
                <a:gdLst/>
                <a:ahLst/>
                <a:cxnLst/>
                <a:rect l="l" t="t" r="r" b="b"/>
                <a:pathLst>
                  <a:path w="3827" h="3447" extrusionOk="0">
                    <a:moveTo>
                      <a:pt x="24" y="1"/>
                    </a:moveTo>
                    <a:lnTo>
                      <a:pt x="0" y="238"/>
                    </a:lnTo>
                    <a:lnTo>
                      <a:pt x="1878" y="2555"/>
                    </a:lnTo>
                    <a:lnTo>
                      <a:pt x="2555" y="3447"/>
                    </a:lnTo>
                    <a:lnTo>
                      <a:pt x="3826" y="2294"/>
                    </a:lnTo>
                    <a:lnTo>
                      <a:pt x="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52">
                <a:extLst>
                  <a:ext uri="{FF2B5EF4-FFF2-40B4-BE49-F238E27FC236}">
                    <a16:creationId xmlns:a16="http://schemas.microsoft.com/office/drawing/2014/main" id="{DE389790-83F7-1DD1-FD80-441947F95F28}"/>
                  </a:ext>
                </a:extLst>
              </p:cNvPr>
              <p:cNvSpPr/>
              <p:nvPr/>
            </p:nvSpPr>
            <p:spPr>
              <a:xfrm>
                <a:off x="3233364" y="351972"/>
                <a:ext cx="30138" cy="26134"/>
              </a:xfrm>
              <a:custGeom>
                <a:avLst/>
                <a:gdLst/>
                <a:ahLst/>
                <a:cxnLst/>
                <a:rect l="l" t="t" r="r" b="b"/>
                <a:pathLst>
                  <a:path w="941" h="816" extrusionOk="0">
                    <a:moveTo>
                      <a:pt x="472" y="1"/>
                    </a:moveTo>
                    <a:cubicBezTo>
                      <a:pt x="303" y="1"/>
                      <a:pt x="137" y="103"/>
                      <a:pt x="85" y="299"/>
                    </a:cubicBezTo>
                    <a:cubicBezTo>
                      <a:pt x="0" y="572"/>
                      <a:pt x="222" y="816"/>
                      <a:pt x="471" y="816"/>
                    </a:cubicBezTo>
                    <a:cubicBezTo>
                      <a:pt x="536" y="816"/>
                      <a:pt x="603" y="799"/>
                      <a:pt x="667" y="762"/>
                    </a:cubicBezTo>
                    <a:cubicBezTo>
                      <a:pt x="869" y="655"/>
                      <a:pt x="941" y="406"/>
                      <a:pt x="834" y="216"/>
                    </a:cubicBezTo>
                    <a:cubicBezTo>
                      <a:pt x="753" y="71"/>
                      <a:pt x="612" y="1"/>
                      <a:pt x="4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52">
                <a:extLst>
                  <a:ext uri="{FF2B5EF4-FFF2-40B4-BE49-F238E27FC236}">
                    <a16:creationId xmlns:a16="http://schemas.microsoft.com/office/drawing/2014/main" id="{303D814B-96B3-C027-4452-C5405F37EFA2}"/>
                  </a:ext>
                </a:extLst>
              </p:cNvPr>
              <p:cNvSpPr/>
              <p:nvPr/>
            </p:nvSpPr>
            <p:spPr>
              <a:xfrm>
                <a:off x="3154993" y="413657"/>
                <a:ext cx="41155" cy="46856"/>
              </a:xfrm>
              <a:custGeom>
                <a:avLst/>
                <a:gdLst/>
                <a:ahLst/>
                <a:cxnLst/>
                <a:rect l="l" t="t" r="r" b="b"/>
                <a:pathLst>
                  <a:path w="1285" h="1463" extrusionOk="0">
                    <a:moveTo>
                      <a:pt x="25" y="1"/>
                    </a:moveTo>
                    <a:lnTo>
                      <a:pt x="1" y="322"/>
                    </a:lnTo>
                    <a:lnTo>
                      <a:pt x="1165" y="1462"/>
                    </a:lnTo>
                    <a:lnTo>
                      <a:pt x="1284" y="833"/>
                    </a:lnTo>
                    <a:lnTo>
                      <a:pt x="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52">
                <a:extLst>
                  <a:ext uri="{FF2B5EF4-FFF2-40B4-BE49-F238E27FC236}">
                    <a16:creationId xmlns:a16="http://schemas.microsoft.com/office/drawing/2014/main" id="{7467194E-EBE5-1EB1-B584-D4B16B6B821C}"/>
                  </a:ext>
                </a:extLst>
              </p:cNvPr>
              <p:cNvSpPr/>
              <p:nvPr/>
            </p:nvSpPr>
            <p:spPr>
              <a:xfrm>
                <a:off x="3196501" y="402640"/>
                <a:ext cx="23989" cy="36928"/>
              </a:xfrm>
              <a:custGeom>
                <a:avLst/>
                <a:gdLst/>
                <a:ahLst/>
                <a:cxnLst/>
                <a:rect l="l" t="t" r="r" b="b"/>
                <a:pathLst>
                  <a:path w="749" h="1153" extrusionOk="0">
                    <a:moveTo>
                      <a:pt x="666" y="0"/>
                    </a:moveTo>
                    <a:lnTo>
                      <a:pt x="416" y="107"/>
                    </a:lnTo>
                    <a:lnTo>
                      <a:pt x="0" y="1153"/>
                    </a:lnTo>
                    <a:lnTo>
                      <a:pt x="749" y="594"/>
                    </a:lnTo>
                    <a:lnTo>
                      <a:pt x="6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52">
                <a:extLst>
                  <a:ext uri="{FF2B5EF4-FFF2-40B4-BE49-F238E27FC236}">
                    <a16:creationId xmlns:a16="http://schemas.microsoft.com/office/drawing/2014/main" id="{16217C96-F292-4ED5-BEA0-E32FACFFDE86}"/>
                  </a:ext>
                </a:extLst>
              </p:cNvPr>
              <p:cNvSpPr/>
              <p:nvPr/>
            </p:nvSpPr>
            <p:spPr>
              <a:xfrm>
                <a:off x="3316380" y="427749"/>
                <a:ext cx="13355" cy="14476"/>
              </a:xfrm>
              <a:custGeom>
                <a:avLst/>
                <a:gdLst/>
                <a:ahLst/>
                <a:cxnLst/>
                <a:rect l="l" t="t" r="r" b="b"/>
                <a:pathLst>
                  <a:path w="417" h="452" extrusionOk="0">
                    <a:moveTo>
                      <a:pt x="416" y="0"/>
                    </a:moveTo>
                    <a:lnTo>
                      <a:pt x="0" y="286"/>
                    </a:lnTo>
                    <a:lnTo>
                      <a:pt x="404" y="452"/>
                    </a:lnTo>
                    <a:lnTo>
                      <a:pt x="4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52">
                <a:extLst>
                  <a:ext uri="{FF2B5EF4-FFF2-40B4-BE49-F238E27FC236}">
                    <a16:creationId xmlns:a16="http://schemas.microsoft.com/office/drawing/2014/main" id="{CA617967-825B-054F-4F03-E3EBA166DE79}"/>
                  </a:ext>
                </a:extLst>
              </p:cNvPr>
              <p:cNvSpPr/>
              <p:nvPr/>
            </p:nvSpPr>
            <p:spPr>
              <a:xfrm>
                <a:off x="3230354" y="352389"/>
                <a:ext cx="14893" cy="13740"/>
              </a:xfrm>
              <a:custGeom>
                <a:avLst/>
                <a:gdLst/>
                <a:ahLst/>
                <a:cxnLst/>
                <a:rect l="l" t="t" r="r" b="b"/>
                <a:pathLst>
                  <a:path w="465" h="429" extrusionOk="0">
                    <a:moveTo>
                      <a:pt x="464" y="1"/>
                    </a:moveTo>
                    <a:lnTo>
                      <a:pt x="1" y="167"/>
                    </a:lnTo>
                    <a:lnTo>
                      <a:pt x="345" y="428"/>
                    </a:lnTo>
                    <a:lnTo>
                      <a:pt x="4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4" name="Picture 3">
            <a:extLst>
              <a:ext uri="{FF2B5EF4-FFF2-40B4-BE49-F238E27FC236}">
                <a16:creationId xmlns:a16="http://schemas.microsoft.com/office/drawing/2014/main" id="{AC2052D1-169D-6D3C-EDFE-FE12E9477842}"/>
              </a:ext>
            </a:extLst>
          </p:cNvPr>
          <p:cNvPicPr>
            <a:picLocks noChangeAspect="1"/>
          </p:cNvPicPr>
          <p:nvPr/>
        </p:nvPicPr>
        <p:blipFill>
          <a:blip r:embed="rId3"/>
          <a:stretch>
            <a:fillRect/>
          </a:stretch>
        </p:blipFill>
        <p:spPr>
          <a:xfrm>
            <a:off x="717600" y="1251446"/>
            <a:ext cx="3682486" cy="3610114"/>
          </a:xfrm>
          <a:prstGeom prst="rect">
            <a:avLst/>
          </a:prstGeom>
        </p:spPr>
      </p:pic>
      <p:pic>
        <p:nvPicPr>
          <p:cNvPr id="7" name="Picture 6">
            <a:extLst>
              <a:ext uri="{FF2B5EF4-FFF2-40B4-BE49-F238E27FC236}">
                <a16:creationId xmlns:a16="http://schemas.microsoft.com/office/drawing/2014/main" id="{53DC2A09-D299-E069-EB40-2D489527A847}"/>
              </a:ext>
            </a:extLst>
          </p:cNvPr>
          <p:cNvPicPr>
            <a:picLocks noChangeAspect="1"/>
          </p:cNvPicPr>
          <p:nvPr/>
        </p:nvPicPr>
        <p:blipFill>
          <a:blip r:embed="rId4"/>
          <a:stretch>
            <a:fillRect/>
          </a:stretch>
        </p:blipFill>
        <p:spPr>
          <a:xfrm>
            <a:off x="4926225" y="1251446"/>
            <a:ext cx="2415749" cy="777307"/>
          </a:xfrm>
          <a:prstGeom prst="rect">
            <a:avLst/>
          </a:prstGeom>
        </p:spPr>
      </p:pic>
      <p:sp>
        <p:nvSpPr>
          <p:cNvPr id="8" name="TextBox 7">
            <a:extLst>
              <a:ext uri="{FF2B5EF4-FFF2-40B4-BE49-F238E27FC236}">
                <a16:creationId xmlns:a16="http://schemas.microsoft.com/office/drawing/2014/main" id="{56963CF2-32E5-2189-089D-C0146EC2F038}"/>
              </a:ext>
            </a:extLst>
          </p:cNvPr>
          <p:cNvSpPr txBox="1"/>
          <p:nvPr/>
        </p:nvSpPr>
        <p:spPr>
          <a:xfrm>
            <a:off x="4926225" y="2232660"/>
            <a:ext cx="2526135" cy="738664"/>
          </a:xfrm>
          <a:prstGeom prst="rect">
            <a:avLst/>
          </a:prstGeom>
          <a:noFill/>
        </p:spPr>
        <p:txBody>
          <a:bodyPr wrap="square" rtlCol="0">
            <a:spAutoFit/>
          </a:bodyPr>
          <a:lstStyle/>
          <a:p>
            <a:r>
              <a:rPr lang="en-US" dirty="0"/>
              <a:t>We Train 157,378 Sample</a:t>
            </a:r>
          </a:p>
          <a:p>
            <a:r>
              <a:rPr lang="en-US" dirty="0"/>
              <a:t>and Test 39,445 , And the input features is 5</a:t>
            </a:r>
          </a:p>
        </p:txBody>
      </p:sp>
      <p:sp>
        <p:nvSpPr>
          <p:cNvPr id="10" name="TextBox 9">
            <a:extLst>
              <a:ext uri="{FF2B5EF4-FFF2-40B4-BE49-F238E27FC236}">
                <a16:creationId xmlns:a16="http://schemas.microsoft.com/office/drawing/2014/main" id="{8A559B69-57A5-BB4D-4760-684F63E2AFFC}"/>
              </a:ext>
            </a:extLst>
          </p:cNvPr>
          <p:cNvSpPr txBox="1"/>
          <p:nvPr/>
        </p:nvSpPr>
        <p:spPr>
          <a:xfrm>
            <a:off x="4572000" y="3175231"/>
            <a:ext cx="4002405" cy="954107"/>
          </a:xfrm>
          <a:prstGeom prst="rect">
            <a:avLst/>
          </a:prstGeom>
          <a:noFill/>
        </p:spPr>
        <p:txBody>
          <a:bodyPr wrap="square">
            <a:spAutoFit/>
          </a:bodyPr>
          <a:lstStyle/>
          <a:p>
            <a:r>
              <a:rPr lang="en-US" dirty="0"/>
              <a:t>receives several flight-related features as input variables. These features contain information that may affect whether a flight will be delayed or not</a:t>
            </a:r>
          </a:p>
        </p:txBody>
      </p:sp>
    </p:spTree>
    <p:extLst>
      <p:ext uri="{BB962C8B-B14F-4D97-AF65-F5344CB8AC3E}">
        <p14:creationId xmlns:p14="http://schemas.microsoft.com/office/powerpoint/2010/main" val="30848941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35">
          <a:extLst>
            <a:ext uri="{FF2B5EF4-FFF2-40B4-BE49-F238E27FC236}">
              <a16:creationId xmlns:a16="http://schemas.microsoft.com/office/drawing/2014/main" id="{E910DB96-3FBF-1B16-79A7-3F3713F94BD9}"/>
            </a:ext>
          </a:extLst>
        </p:cNvPr>
        <p:cNvGrpSpPr/>
        <p:nvPr/>
      </p:nvGrpSpPr>
      <p:grpSpPr>
        <a:xfrm>
          <a:off x="0" y="0"/>
          <a:ext cx="0" cy="0"/>
          <a:chOff x="0" y="0"/>
          <a:chExt cx="0" cy="0"/>
        </a:xfrm>
      </p:grpSpPr>
      <p:sp>
        <p:nvSpPr>
          <p:cNvPr id="1036" name="Google Shape;1036;p52">
            <a:extLst>
              <a:ext uri="{FF2B5EF4-FFF2-40B4-BE49-F238E27FC236}">
                <a16:creationId xmlns:a16="http://schemas.microsoft.com/office/drawing/2014/main" id="{E338F354-D09F-5ED3-1FFE-7047EC23F4C6}"/>
              </a:ext>
            </a:extLst>
          </p:cNvPr>
          <p:cNvSpPr txBox="1">
            <a:spLocks noGrp="1"/>
          </p:cNvSpPr>
          <p:nvPr>
            <p:ph type="title"/>
          </p:nvPr>
        </p:nvSpPr>
        <p:spPr>
          <a:xfrm>
            <a:off x="717600" y="411669"/>
            <a:ext cx="7708800" cy="572700"/>
          </a:xfrm>
          <a:prstGeom prst="rect">
            <a:avLst/>
          </a:prstGeom>
        </p:spPr>
        <p:txBody>
          <a:bodyPr spcFirstLastPara="1" wrap="square" lIns="91425" tIns="91425" rIns="91425" bIns="91425" anchor="ctr" anchorCtr="0">
            <a:noAutofit/>
          </a:bodyPr>
          <a:lstStyle/>
          <a:p>
            <a:r>
              <a:rPr lang="en-US" sz="2800" b="0" dirty="0">
                <a:solidFill>
                  <a:schemeClr val="bg1"/>
                </a:solidFill>
              </a:rPr>
              <a:t>Neural Network</a:t>
            </a:r>
          </a:p>
        </p:txBody>
      </p:sp>
      <p:grpSp>
        <p:nvGrpSpPr>
          <p:cNvPr id="1055" name="Google Shape;1055;p52">
            <a:extLst>
              <a:ext uri="{FF2B5EF4-FFF2-40B4-BE49-F238E27FC236}">
                <a16:creationId xmlns:a16="http://schemas.microsoft.com/office/drawing/2014/main" id="{9C66A4C8-574F-4CA4-0223-9CD33E4047B6}"/>
              </a:ext>
            </a:extLst>
          </p:cNvPr>
          <p:cNvGrpSpPr/>
          <p:nvPr/>
        </p:nvGrpSpPr>
        <p:grpSpPr>
          <a:xfrm flipH="1">
            <a:off x="6782154" y="4383989"/>
            <a:ext cx="1507118" cy="838832"/>
            <a:chOff x="7636893" y="2346251"/>
            <a:chExt cx="1507118" cy="838832"/>
          </a:xfrm>
        </p:grpSpPr>
        <p:grpSp>
          <p:nvGrpSpPr>
            <p:cNvPr id="1056" name="Google Shape;1056;p52">
              <a:extLst>
                <a:ext uri="{FF2B5EF4-FFF2-40B4-BE49-F238E27FC236}">
                  <a16:creationId xmlns:a16="http://schemas.microsoft.com/office/drawing/2014/main" id="{7385209E-17FE-1784-6443-968EF6C8A3EF}"/>
                </a:ext>
              </a:extLst>
            </p:cNvPr>
            <p:cNvGrpSpPr/>
            <p:nvPr/>
          </p:nvGrpSpPr>
          <p:grpSpPr>
            <a:xfrm flipH="1">
              <a:off x="7728620" y="2393076"/>
              <a:ext cx="1415391" cy="792008"/>
              <a:chOff x="1905568" y="363438"/>
              <a:chExt cx="1415391" cy="792008"/>
            </a:xfrm>
          </p:grpSpPr>
          <p:sp>
            <p:nvSpPr>
              <p:cNvPr id="1057" name="Google Shape;1057;p52">
                <a:extLst>
                  <a:ext uri="{FF2B5EF4-FFF2-40B4-BE49-F238E27FC236}">
                    <a16:creationId xmlns:a16="http://schemas.microsoft.com/office/drawing/2014/main" id="{2B0D10D6-203C-4C50-575B-F459DB073868}"/>
                  </a:ext>
                </a:extLst>
              </p:cNvPr>
              <p:cNvSpPr/>
              <p:nvPr/>
            </p:nvSpPr>
            <p:spPr>
              <a:xfrm>
                <a:off x="1905568" y="363438"/>
                <a:ext cx="1342337" cy="713989"/>
              </a:xfrm>
              <a:custGeom>
                <a:avLst/>
                <a:gdLst/>
                <a:ahLst/>
                <a:cxnLst/>
                <a:rect l="l" t="t" r="r" b="b"/>
                <a:pathLst>
                  <a:path w="41912" h="22293" extrusionOk="0">
                    <a:moveTo>
                      <a:pt x="452" y="22293"/>
                    </a:moveTo>
                    <a:lnTo>
                      <a:pt x="0" y="21437"/>
                    </a:lnTo>
                    <a:lnTo>
                      <a:pt x="41270" y="0"/>
                    </a:lnTo>
                    <a:lnTo>
                      <a:pt x="41911" y="761"/>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52">
                <a:extLst>
                  <a:ext uri="{FF2B5EF4-FFF2-40B4-BE49-F238E27FC236}">
                    <a16:creationId xmlns:a16="http://schemas.microsoft.com/office/drawing/2014/main" id="{CAA08597-AB23-9922-8E72-8934243961F9}"/>
                  </a:ext>
                </a:extLst>
              </p:cNvPr>
              <p:cNvSpPr/>
              <p:nvPr/>
            </p:nvSpPr>
            <p:spPr>
              <a:xfrm>
                <a:off x="1975580" y="439535"/>
                <a:ext cx="1345379" cy="715911"/>
              </a:xfrm>
              <a:custGeom>
                <a:avLst/>
                <a:gdLst/>
                <a:ahLst/>
                <a:cxnLst/>
                <a:rect l="l" t="t" r="r" b="b"/>
                <a:pathLst>
                  <a:path w="42007" h="22353" extrusionOk="0">
                    <a:moveTo>
                      <a:pt x="452" y="22353"/>
                    </a:moveTo>
                    <a:lnTo>
                      <a:pt x="1" y="21497"/>
                    </a:lnTo>
                    <a:lnTo>
                      <a:pt x="41401" y="1"/>
                    </a:lnTo>
                    <a:lnTo>
                      <a:pt x="42007" y="773"/>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9" name="Google Shape;1059;p52">
              <a:extLst>
                <a:ext uri="{FF2B5EF4-FFF2-40B4-BE49-F238E27FC236}">
                  <a16:creationId xmlns:a16="http://schemas.microsoft.com/office/drawing/2014/main" id="{44D9B90C-14AB-6B01-BB6F-8EE974C3C19A}"/>
                </a:ext>
              </a:extLst>
            </p:cNvPr>
            <p:cNvGrpSpPr/>
            <p:nvPr/>
          </p:nvGrpSpPr>
          <p:grpSpPr>
            <a:xfrm flipH="1">
              <a:off x="7636893" y="2346251"/>
              <a:ext cx="257693" cy="199083"/>
              <a:chOff x="3154993" y="316614"/>
              <a:chExt cx="257693" cy="199083"/>
            </a:xfrm>
          </p:grpSpPr>
          <p:sp>
            <p:nvSpPr>
              <p:cNvPr id="1060" name="Google Shape;1060;p52">
                <a:extLst>
                  <a:ext uri="{FF2B5EF4-FFF2-40B4-BE49-F238E27FC236}">
                    <a16:creationId xmlns:a16="http://schemas.microsoft.com/office/drawing/2014/main" id="{B9239E1D-73D9-0CB0-57EB-E7ECAC18964E}"/>
                  </a:ext>
                </a:extLst>
              </p:cNvPr>
              <p:cNvSpPr/>
              <p:nvPr/>
            </p:nvSpPr>
            <p:spPr>
              <a:xfrm>
                <a:off x="3185067" y="330578"/>
                <a:ext cx="227619" cy="137910"/>
              </a:xfrm>
              <a:custGeom>
                <a:avLst/>
                <a:gdLst/>
                <a:ahLst/>
                <a:cxnLst/>
                <a:rect l="l" t="t" r="r" b="b"/>
                <a:pathLst>
                  <a:path w="7107" h="4306" extrusionOk="0">
                    <a:moveTo>
                      <a:pt x="6067" y="1"/>
                    </a:moveTo>
                    <a:cubicBezTo>
                      <a:pt x="6037" y="1"/>
                      <a:pt x="6008" y="2"/>
                      <a:pt x="5978" y="4"/>
                    </a:cubicBezTo>
                    <a:cubicBezTo>
                      <a:pt x="5835" y="4"/>
                      <a:pt x="5693" y="52"/>
                      <a:pt x="5574" y="135"/>
                    </a:cubicBezTo>
                    <a:cubicBezTo>
                      <a:pt x="4956" y="515"/>
                      <a:pt x="2734" y="1906"/>
                      <a:pt x="1973" y="2274"/>
                    </a:cubicBezTo>
                    <a:cubicBezTo>
                      <a:pt x="1355" y="2571"/>
                      <a:pt x="773" y="2927"/>
                      <a:pt x="226" y="3331"/>
                    </a:cubicBezTo>
                    <a:lnTo>
                      <a:pt x="1" y="4306"/>
                    </a:lnTo>
                    <a:cubicBezTo>
                      <a:pt x="690" y="4258"/>
                      <a:pt x="1843" y="3676"/>
                      <a:pt x="1843" y="3676"/>
                    </a:cubicBezTo>
                    <a:cubicBezTo>
                      <a:pt x="1843" y="3676"/>
                      <a:pt x="5764" y="1490"/>
                      <a:pt x="6429" y="1038"/>
                    </a:cubicBezTo>
                    <a:cubicBezTo>
                      <a:pt x="7107" y="598"/>
                      <a:pt x="6786" y="278"/>
                      <a:pt x="6786" y="278"/>
                    </a:cubicBezTo>
                    <a:cubicBezTo>
                      <a:pt x="6583" y="96"/>
                      <a:pt x="6332" y="1"/>
                      <a:pt x="60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52">
                <a:extLst>
                  <a:ext uri="{FF2B5EF4-FFF2-40B4-BE49-F238E27FC236}">
                    <a16:creationId xmlns:a16="http://schemas.microsoft.com/office/drawing/2014/main" id="{C6175B80-E440-A514-9500-AB1272171957}"/>
                  </a:ext>
                </a:extLst>
              </p:cNvPr>
              <p:cNvSpPr/>
              <p:nvPr/>
            </p:nvSpPr>
            <p:spPr>
              <a:xfrm>
                <a:off x="3258890" y="401102"/>
                <a:ext cx="124875" cy="114594"/>
              </a:xfrm>
              <a:custGeom>
                <a:avLst/>
                <a:gdLst/>
                <a:ahLst/>
                <a:cxnLst/>
                <a:rect l="l" t="t" r="r" b="b"/>
                <a:pathLst>
                  <a:path w="3899" h="3578" extrusionOk="0">
                    <a:moveTo>
                      <a:pt x="1617" y="1"/>
                    </a:moveTo>
                    <a:lnTo>
                      <a:pt x="1" y="797"/>
                    </a:lnTo>
                    <a:lnTo>
                      <a:pt x="1522" y="1783"/>
                    </a:lnTo>
                    <a:lnTo>
                      <a:pt x="3661" y="3577"/>
                    </a:lnTo>
                    <a:lnTo>
                      <a:pt x="3899" y="3554"/>
                    </a:lnTo>
                    <a:lnTo>
                      <a:pt x="16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52">
                <a:extLst>
                  <a:ext uri="{FF2B5EF4-FFF2-40B4-BE49-F238E27FC236}">
                    <a16:creationId xmlns:a16="http://schemas.microsoft.com/office/drawing/2014/main" id="{F140C5B7-509D-EF53-5785-488976924D8B}"/>
                  </a:ext>
                </a:extLst>
              </p:cNvPr>
              <p:cNvSpPr/>
              <p:nvPr/>
            </p:nvSpPr>
            <p:spPr>
              <a:xfrm>
                <a:off x="3323233" y="426148"/>
                <a:ext cx="28280" cy="23957"/>
              </a:xfrm>
              <a:custGeom>
                <a:avLst/>
                <a:gdLst/>
                <a:ahLst/>
                <a:cxnLst/>
                <a:rect l="l" t="t" r="r" b="b"/>
                <a:pathLst>
                  <a:path w="883" h="748" extrusionOk="0">
                    <a:moveTo>
                      <a:pt x="399" y="1"/>
                    </a:moveTo>
                    <a:cubicBezTo>
                      <a:pt x="385" y="1"/>
                      <a:pt x="371" y="1"/>
                      <a:pt x="357" y="3"/>
                    </a:cubicBezTo>
                    <a:cubicBezTo>
                      <a:pt x="155" y="15"/>
                      <a:pt x="0" y="193"/>
                      <a:pt x="24" y="407"/>
                    </a:cubicBezTo>
                    <a:cubicBezTo>
                      <a:pt x="39" y="618"/>
                      <a:pt x="212" y="748"/>
                      <a:pt x="391" y="748"/>
                    </a:cubicBezTo>
                    <a:cubicBezTo>
                      <a:pt x="494" y="748"/>
                      <a:pt x="599" y="705"/>
                      <a:pt x="678" y="609"/>
                    </a:cubicBezTo>
                    <a:cubicBezTo>
                      <a:pt x="882" y="370"/>
                      <a:pt x="706" y="1"/>
                      <a:pt x="3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52">
                <a:extLst>
                  <a:ext uri="{FF2B5EF4-FFF2-40B4-BE49-F238E27FC236}">
                    <a16:creationId xmlns:a16="http://schemas.microsoft.com/office/drawing/2014/main" id="{FB77CECE-693A-B9E2-6341-153509238957}"/>
                  </a:ext>
                </a:extLst>
              </p:cNvPr>
              <p:cNvSpPr/>
              <p:nvPr/>
            </p:nvSpPr>
            <p:spPr>
              <a:xfrm>
                <a:off x="3196116" y="452475"/>
                <a:ext cx="42661" cy="40387"/>
              </a:xfrm>
              <a:custGeom>
                <a:avLst/>
                <a:gdLst/>
                <a:ahLst/>
                <a:cxnLst/>
                <a:rect l="l" t="t" r="r" b="b"/>
                <a:pathLst>
                  <a:path w="1332" h="1261" extrusionOk="0">
                    <a:moveTo>
                      <a:pt x="452" y="1"/>
                    </a:moveTo>
                    <a:lnTo>
                      <a:pt x="0" y="298"/>
                    </a:lnTo>
                    <a:lnTo>
                      <a:pt x="1010" y="1260"/>
                    </a:lnTo>
                    <a:lnTo>
                      <a:pt x="1331" y="1225"/>
                    </a:lnTo>
                    <a:lnTo>
                      <a:pt x="4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52">
                <a:extLst>
                  <a:ext uri="{FF2B5EF4-FFF2-40B4-BE49-F238E27FC236}">
                    <a16:creationId xmlns:a16="http://schemas.microsoft.com/office/drawing/2014/main" id="{451F0FE5-71FF-3026-0777-9FDB21D9B2DC}"/>
                  </a:ext>
                </a:extLst>
              </p:cNvPr>
              <p:cNvSpPr/>
              <p:nvPr/>
            </p:nvSpPr>
            <p:spPr>
              <a:xfrm>
                <a:off x="3170622" y="316614"/>
                <a:ext cx="122569" cy="110399"/>
              </a:xfrm>
              <a:custGeom>
                <a:avLst/>
                <a:gdLst/>
                <a:ahLst/>
                <a:cxnLst/>
                <a:rect l="l" t="t" r="r" b="b"/>
                <a:pathLst>
                  <a:path w="3827" h="3447" extrusionOk="0">
                    <a:moveTo>
                      <a:pt x="24" y="1"/>
                    </a:moveTo>
                    <a:lnTo>
                      <a:pt x="0" y="238"/>
                    </a:lnTo>
                    <a:lnTo>
                      <a:pt x="1878" y="2555"/>
                    </a:lnTo>
                    <a:lnTo>
                      <a:pt x="2555" y="3447"/>
                    </a:lnTo>
                    <a:lnTo>
                      <a:pt x="3826" y="2294"/>
                    </a:lnTo>
                    <a:lnTo>
                      <a:pt x="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52">
                <a:extLst>
                  <a:ext uri="{FF2B5EF4-FFF2-40B4-BE49-F238E27FC236}">
                    <a16:creationId xmlns:a16="http://schemas.microsoft.com/office/drawing/2014/main" id="{9B601C86-97C9-4CF2-F310-726D1BF714A9}"/>
                  </a:ext>
                </a:extLst>
              </p:cNvPr>
              <p:cNvSpPr/>
              <p:nvPr/>
            </p:nvSpPr>
            <p:spPr>
              <a:xfrm>
                <a:off x="3233364" y="351972"/>
                <a:ext cx="30138" cy="26134"/>
              </a:xfrm>
              <a:custGeom>
                <a:avLst/>
                <a:gdLst/>
                <a:ahLst/>
                <a:cxnLst/>
                <a:rect l="l" t="t" r="r" b="b"/>
                <a:pathLst>
                  <a:path w="941" h="816" extrusionOk="0">
                    <a:moveTo>
                      <a:pt x="472" y="1"/>
                    </a:moveTo>
                    <a:cubicBezTo>
                      <a:pt x="303" y="1"/>
                      <a:pt x="137" y="103"/>
                      <a:pt x="85" y="299"/>
                    </a:cubicBezTo>
                    <a:cubicBezTo>
                      <a:pt x="0" y="572"/>
                      <a:pt x="222" y="816"/>
                      <a:pt x="471" y="816"/>
                    </a:cubicBezTo>
                    <a:cubicBezTo>
                      <a:pt x="536" y="816"/>
                      <a:pt x="603" y="799"/>
                      <a:pt x="667" y="762"/>
                    </a:cubicBezTo>
                    <a:cubicBezTo>
                      <a:pt x="869" y="655"/>
                      <a:pt x="941" y="406"/>
                      <a:pt x="834" y="216"/>
                    </a:cubicBezTo>
                    <a:cubicBezTo>
                      <a:pt x="753" y="71"/>
                      <a:pt x="612" y="1"/>
                      <a:pt x="4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52">
                <a:extLst>
                  <a:ext uri="{FF2B5EF4-FFF2-40B4-BE49-F238E27FC236}">
                    <a16:creationId xmlns:a16="http://schemas.microsoft.com/office/drawing/2014/main" id="{4F010707-2074-320C-DA99-51F0D9358599}"/>
                  </a:ext>
                </a:extLst>
              </p:cNvPr>
              <p:cNvSpPr/>
              <p:nvPr/>
            </p:nvSpPr>
            <p:spPr>
              <a:xfrm>
                <a:off x="3154993" y="413657"/>
                <a:ext cx="41155" cy="46856"/>
              </a:xfrm>
              <a:custGeom>
                <a:avLst/>
                <a:gdLst/>
                <a:ahLst/>
                <a:cxnLst/>
                <a:rect l="l" t="t" r="r" b="b"/>
                <a:pathLst>
                  <a:path w="1285" h="1463" extrusionOk="0">
                    <a:moveTo>
                      <a:pt x="25" y="1"/>
                    </a:moveTo>
                    <a:lnTo>
                      <a:pt x="1" y="322"/>
                    </a:lnTo>
                    <a:lnTo>
                      <a:pt x="1165" y="1462"/>
                    </a:lnTo>
                    <a:lnTo>
                      <a:pt x="1284" y="833"/>
                    </a:lnTo>
                    <a:lnTo>
                      <a:pt x="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52">
                <a:extLst>
                  <a:ext uri="{FF2B5EF4-FFF2-40B4-BE49-F238E27FC236}">
                    <a16:creationId xmlns:a16="http://schemas.microsoft.com/office/drawing/2014/main" id="{283CACC6-DCE2-8D4A-5ACB-35FECCBE7360}"/>
                  </a:ext>
                </a:extLst>
              </p:cNvPr>
              <p:cNvSpPr/>
              <p:nvPr/>
            </p:nvSpPr>
            <p:spPr>
              <a:xfrm>
                <a:off x="3196501" y="402640"/>
                <a:ext cx="23989" cy="36928"/>
              </a:xfrm>
              <a:custGeom>
                <a:avLst/>
                <a:gdLst/>
                <a:ahLst/>
                <a:cxnLst/>
                <a:rect l="l" t="t" r="r" b="b"/>
                <a:pathLst>
                  <a:path w="749" h="1153" extrusionOk="0">
                    <a:moveTo>
                      <a:pt x="666" y="0"/>
                    </a:moveTo>
                    <a:lnTo>
                      <a:pt x="416" y="107"/>
                    </a:lnTo>
                    <a:lnTo>
                      <a:pt x="0" y="1153"/>
                    </a:lnTo>
                    <a:lnTo>
                      <a:pt x="749" y="594"/>
                    </a:lnTo>
                    <a:lnTo>
                      <a:pt x="6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52">
                <a:extLst>
                  <a:ext uri="{FF2B5EF4-FFF2-40B4-BE49-F238E27FC236}">
                    <a16:creationId xmlns:a16="http://schemas.microsoft.com/office/drawing/2014/main" id="{2CC6A4C4-7A92-75B8-E581-7D4404B976A1}"/>
                  </a:ext>
                </a:extLst>
              </p:cNvPr>
              <p:cNvSpPr/>
              <p:nvPr/>
            </p:nvSpPr>
            <p:spPr>
              <a:xfrm>
                <a:off x="3316380" y="427749"/>
                <a:ext cx="13355" cy="14476"/>
              </a:xfrm>
              <a:custGeom>
                <a:avLst/>
                <a:gdLst/>
                <a:ahLst/>
                <a:cxnLst/>
                <a:rect l="l" t="t" r="r" b="b"/>
                <a:pathLst>
                  <a:path w="417" h="452" extrusionOk="0">
                    <a:moveTo>
                      <a:pt x="416" y="0"/>
                    </a:moveTo>
                    <a:lnTo>
                      <a:pt x="0" y="286"/>
                    </a:lnTo>
                    <a:lnTo>
                      <a:pt x="404" y="452"/>
                    </a:lnTo>
                    <a:lnTo>
                      <a:pt x="4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52">
                <a:extLst>
                  <a:ext uri="{FF2B5EF4-FFF2-40B4-BE49-F238E27FC236}">
                    <a16:creationId xmlns:a16="http://schemas.microsoft.com/office/drawing/2014/main" id="{201C328F-8340-E681-9B46-AB317BC22978}"/>
                  </a:ext>
                </a:extLst>
              </p:cNvPr>
              <p:cNvSpPr/>
              <p:nvPr/>
            </p:nvSpPr>
            <p:spPr>
              <a:xfrm>
                <a:off x="3230354" y="352389"/>
                <a:ext cx="14893" cy="13740"/>
              </a:xfrm>
              <a:custGeom>
                <a:avLst/>
                <a:gdLst/>
                <a:ahLst/>
                <a:cxnLst/>
                <a:rect l="l" t="t" r="r" b="b"/>
                <a:pathLst>
                  <a:path w="465" h="429" extrusionOk="0">
                    <a:moveTo>
                      <a:pt x="464" y="1"/>
                    </a:moveTo>
                    <a:lnTo>
                      <a:pt x="1" y="167"/>
                    </a:lnTo>
                    <a:lnTo>
                      <a:pt x="345" y="428"/>
                    </a:lnTo>
                    <a:lnTo>
                      <a:pt x="4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3" name="Picture 2" descr="A screenshot of a computer program  AI-generated content may be incorrect.">
            <a:extLst>
              <a:ext uri="{FF2B5EF4-FFF2-40B4-BE49-F238E27FC236}">
                <a16:creationId xmlns:a16="http://schemas.microsoft.com/office/drawing/2014/main" id="{E7EF37D3-69C2-359F-1DB8-F21F294EF33D}"/>
              </a:ext>
            </a:extLst>
          </p:cNvPr>
          <p:cNvPicPr>
            <a:picLocks noChangeAspect="1"/>
          </p:cNvPicPr>
          <p:nvPr/>
        </p:nvPicPr>
        <p:blipFill>
          <a:blip r:embed="rId3"/>
          <a:stretch>
            <a:fillRect/>
          </a:stretch>
        </p:blipFill>
        <p:spPr>
          <a:xfrm>
            <a:off x="276521" y="1065644"/>
            <a:ext cx="4699339" cy="3944596"/>
          </a:xfrm>
          <a:prstGeom prst="rect">
            <a:avLst/>
          </a:prstGeom>
          <a:ln>
            <a:noFill/>
          </a:ln>
          <a:effectLst>
            <a:outerShdw blurRad="292100" dist="139700" dir="2700000" algn="tl" rotWithShape="0">
              <a:srgbClr val="333333">
                <a:alpha val="65000"/>
              </a:srgbClr>
            </a:outerShdw>
          </a:effectLst>
        </p:spPr>
      </p:pic>
      <p:sp>
        <p:nvSpPr>
          <p:cNvPr id="9" name="TextBox 8">
            <a:extLst>
              <a:ext uri="{FF2B5EF4-FFF2-40B4-BE49-F238E27FC236}">
                <a16:creationId xmlns:a16="http://schemas.microsoft.com/office/drawing/2014/main" id="{414BD425-972B-190F-E865-A11833C1639A}"/>
              </a:ext>
            </a:extLst>
          </p:cNvPr>
          <p:cNvSpPr txBox="1"/>
          <p:nvPr/>
        </p:nvSpPr>
        <p:spPr>
          <a:xfrm>
            <a:off x="5141595" y="1706659"/>
            <a:ext cx="4002405" cy="954107"/>
          </a:xfrm>
          <a:prstGeom prst="rect">
            <a:avLst/>
          </a:prstGeom>
          <a:noFill/>
        </p:spPr>
        <p:txBody>
          <a:bodyPr wrap="square">
            <a:spAutoFit/>
          </a:bodyPr>
          <a:lstStyle/>
          <a:p>
            <a:r>
              <a:rPr lang="en-US" dirty="0"/>
              <a:t>receives several flight-related features as input variables. These features contain information that may affect whether a flight will be delayed or not</a:t>
            </a:r>
          </a:p>
        </p:txBody>
      </p:sp>
    </p:spTree>
    <p:extLst>
      <p:ext uri="{BB962C8B-B14F-4D97-AF65-F5344CB8AC3E}">
        <p14:creationId xmlns:p14="http://schemas.microsoft.com/office/powerpoint/2010/main" val="28827948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35">
          <a:extLst>
            <a:ext uri="{FF2B5EF4-FFF2-40B4-BE49-F238E27FC236}">
              <a16:creationId xmlns:a16="http://schemas.microsoft.com/office/drawing/2014/main" id="{4301796A-48CE-AC1D-FD80-574861234570}"/>
            </a:ext>
          </a:extLst>
        </p:cNvPr>
        <p:cNvGrpSpPr/>
        <p:nvPr/>
      </p:nvGrpSpPr>
      <p:grpSpPr>
        <a:xfrm>
          <a:off x="0" y="0"/>
          <a:ext cx="0" cy="0"/>
          <a:chOff x="0" y="0"/>
          <a:chExt cx="0" cy="0"/>
        </a:xfrm>
      </p:grpSpPr>
      <p:sp>
        <p:nvSpPr>
          <p:cNvPr id="1036" name="Google Shape;1036;p52">
            <a:extLst>
              <a:ext uri="{FF2B5EF4-FFF2-40B4-BE49-F238E27FC236}">
                <a16:creationId xmlns:a16="http://schemas.microsoft.com/office/drawing/2014/main" id="{56EBA8CF-6557-DA3E-5DA9-78FEF822F28A}"/>
              </a:ext>
            </a:extLst>
          </p:cNvPr>
          <p:cNvSpPr txBox="1">
            <a:spLocks noGrp="1"/>
          </p:cNvSpPr>
          <p:nvPr>
            <p:ph type="title"/>
          </p:nvPr>
        </p:nvSpPr>
        <p:spPr>
          <a:xfrm>
            <a:off x="717600" y="411669"/>
            <a:ext cx="7708800" cy="572700"/>
          </a:xfrm>
          <a:prstGeom prst="rect">
            <a:avLst/>
          </a:prstGeom>
        </p:spPr>
        <p:txBody>
          <a:bodyPr spcFirstLastPara="1" wrap="square" lIns="91425" tIns="91425" rIns="91425" bIns="91425" anchor="ctr" anchorCtr="0">
            <a:noAutofit/>
          </a:bodyPr>
          <a:lstStyle/>
          <a:p>
            <a:r>
              <a:rPr lang="en-US" sz="2800" b="0" dirty="0">
                <a:solidFill>
                  <a:schemeClr val="bg1"/>
                </a:solidFill>
              </a:rPr>
              <a:t>Neural Network</a:t>
            </a:r>
          </a:p>
        </p:txBody>
      </p:sp>
      <p:grpSp>
        <p:nvGrpSpPr>
          <p:cNvPr id="1055" name="Google Shape;1055;p52">
            <a:extLst>
              <a:ext uri="{FF2B5EF4-FFF2-40B4-BE49-F238E27FC236}">
                <a16:creationId xmlns:a16="http://schemas.microsoft.com/office/drawing/2014/main" id="{A392EAC3-9061-4311-253E-ECC568CDCA01}"/>
              </a:ext>
            </a:extLst>
          </p:cNvPr>
          <p:cNvGrpSpPr/>
          <p:nvPr/>
        </p:nvGrpSpPr>
        <p:grpSpPr>
          <a:xfrm flipH="1">
            <a:off x="6782154" y="4383989"/>
            <a:ext cx="1507118" cy="838832"/>
            <a:chOff x="7636893" y="2346251"/>
            <a:chExt cx="1507118" cy="838832"/>
          </a:xfrm>
        </p:grpSpPr>
        <p:grpSp>
          <p:nvGrpSpPr>
            <p:cNvPr id="1056" name="Google Shape;1056;p52">
              <a:extLst>
                <a:ext uri="{FF2B5EF4-FFF2-40B4-BE49-F238E27FC236}">
                  <a16:creationId xmlns:a16="http://schemas.microsoft.com/office/drawing/2014/main" id="{2D3C0775-91A1-CE8F-3F97-3A10FFE57E4D}"/>
                </a:ext>
              </a:extLst>
            </p:cNvPr>
            <p:cNvGrpSpPr/>
            <p:nvPr/>
          </p:nvGrpSpPr>
          <p:grpSpPr>
            <a:xfrm flipH="1">
              <a:off x="7728620" y="2393076"/>
              <a:ext cx="1415391" cy="792008"/>
              <a:chOff x="1905568" y="363438"/>
              <a:chExt cx="1415391" cy="792008"/>
            </a:xfrm>
          </p:grpSpPr>
          <p:sp>
            <p:nvSpPr>
              <p:cNvPr id="1057" name="Google Shape;1057;p52">
                <a:extLst>
                  <a:ext uri="{FF2B5EF4-FFF2-40B4-BE49-F238E27FC236}">
                    <a16:creationId xmlns:a16="http://schemas.microsoft.com/office/drawing/2014/main" id="{E61D9C5F-8007-7418-B94E-B49109886227}"/>
                  </a:ext>
                </a:extLst>
              </p:cNvPr>
              <p:cNvSpPr/>
              <p:nvPr/>
            </p:nvSpPr>
            <p:spPr>
              <a:xfrm>
                <a:off x="1905568" y="363438"/>
                <a:ext cx="1342337" cy="713989"/>
              </a:xfrm>
              <a:custGeom>
                <a:avLst/>
                <a:gdLst/>
                <a:ahLst/>
                <a:cxnLst/>
                <a:rect l="l" t="t" r="r" b="b"/>
                <a:pathLst>
                  <a:path w="41912" h="22293" extrusionOk="0">
                    <a:moveTo>
                      <a:pt x="452" y="22293"/>
                    </a:moveTo>
                    <a:lnTo>
                      <a:pt x="0" y="21437"/>
                    </a:lnTo>
                    <a:lnTo>
                      <a:pt x="41270" y="0"/>
                    </a:lnTo>
                    <a:lnTo>
                      <a:pt x="41911" y="761"/>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52">
                <a:extLst>
                  <a:ext uri="{FF2B5EF4-FFF2-40B4-BE49-F238E27FC236}">
                    <a16:creationId xmlns:a16="http://schemas.microsoft.com/office/drawing/2014/main" id="{FF5BEE56-32CB-BEE2-468B-D9D5C742513B}"/>
                  </a:ext>
                </a:extLst>
              </p:cNvPr>
              <p:cNvSpPr/>
              <p:nvPr/>
            </p:nvSpPr>
            <p:spPr>
              <a:xfrm>
                <a:off x="1975580" y="439535"/>
                <a:ext cx="1345379" cy="715911"/>
              </a:xfrm>
              <a:custGeom>
                <a:avLst/>
                <a:gdLst/>
                <a:ahLst/>
                <a:cxnLst/>
                <a:rect l="l" t="t" r="r" b="b"/>
                <a:pathLst>
                  <a:path w="42007" h="22353" extrusionOk="0">
                    <a:moveTo>
                      <a:pt x="452" y="22353"/>
                    </a:moveTo>
                    <a:lnTo>
                      <a:pt x="1" y="21497"/>
                    </a:lnTo>
                    <a:lnTo>
                      <a:pt x="41401" y="1"/>
                    </a:lnTo>
                    <a:lnTo>
                      <a:pt x="42007" y="773"/>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9" name="Google Shape;1059;p52">
              <a:extLst>
                <a:ext uri="{FF2B5EF4-FFF2-40B4-BE49-F238E27FC236}">
                  <a16:creationId xmlns:a16="http://schemas.microsoft.com/office/drawing/2014/main" id="{A8FB7711-9A20-6817-A9C5-30A95CEEF65A}"/>
                </a:ext>
              </a:extLst>
            </p:cNvPr>
            <p:cNvGrpSpPr/>
            <p:nvPr/>
          </p:nvGrpSpPr>
          <p:grpSpPr>
            <a:xfrm flipH="1">
              <a:off x="7636893" y="2346251"/>
              <a:ext cx="257693" cy="199083"/>
              <a:chOff x="3154993" y="316614"/>
              <a:chExt cx="257693" cy="199083"/>
            </a:xfrm>
          </p:grpSpPr>
          <p:sp>
            <p:nvSpPr>
              <p:cNvPr id="1060" name="Google Shape;1060;p52">
                <a:extLst>
                  <a:ext uri="{FF2B5EF4-FFF2-40B4-BE49-F238E27FC236}">
                    <a16:creationId xmlns:a16="http://schemas.microsoft.com/office/drawing/2014/main" id="{2CFD765E-E207-99EA-E11A-7F6C896FA87A}"/>
                  </a:ext>
                </a:extLst>
              </p:cNvPr>
              <p:cNvSpPr/>
              <p:nvPr/>
            </p:nvSpPr>
            <p:spPr>
              <a:xfrm>
                <a:off x="3185067" y="330578"/>
                <a:ext cx="227619" cy="137910"/>
              </a:xfrm>
              <a:custGeom>
                <a:avLst/>
                <a:gdLst/>
                <a:ahLst/>
                <a:cxnLst/>
                <a:rect l="l" t="t" r="r" b="b"/>
                <a:pathLst>
                  <a:path w="7107" h="4306" extrusionOk="0">
                    <a:moveTo>
                      <a:pt x="6067" y="1"/>
                    </a:moveTo>
                    <a:cubicBezTo>
                      <a:pt x="6037" y="1"/>
                      <a:pt x="6008" y="2"/>
                      <a:pt x="5978" y="4"/>
                    </a:cubicBezTo>
                    <a:cubicBezTo>
                      <a:pt x="5835" y="4"/>
                      <a:pt x="5693" y="52"/>
                      <a:pt x="5574" y="135"/>
                    </a:cubicBezTo>
                    <a:cubicBezTo>
                      <a:pt x="4956" y="515"/>
                      <a:pt x="2734" y="1906"/>
                      <a:pt x="1973" y="2274"/>
                    </a:cubicBezTo>
                    <a:cubicBezTo>
                      <a:pt x="1355" y="2571"/>
                      <a:pt x="773" y="2927"/>
                      <a:pt x="226" y="3331"/>
                    </a:cubicBezTo>
                    <a:lnTo>
                      <a:pt x="1" y="4306"/>
                    </a:lnTo>
                    <a:cubicBezTo>
                      <a:pt x="690" y="4258"/>
                      <a:pt x="1843" y="3676"/>
                      <a:pt x="1843" y="3676"/>
                    </a:cubicBezTo>
                    <a:cubicBezTo>
                      <a:pt x="1843" y="3676"/>
                      <a:pt x="5764" y="1490"/>
                      <a:pt x="6429" y="1038"/>
                    </a:cubicBezTo>
                    <a:cubicBezTo>
                      <a:pt x="7107" y="598"/>
                      <a:pt x="6786" y="278"/>
                      <a:pt x="6786" y="278"/>
                    </a:cubicBezTo>
                    <a:cubicBezTo>
                      <a:pt x="6583" y="96"/>
                      <a:pt x="6332" y="1"/>
                      <a:pt x="60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52">
                <a:extLst>
                  <a:ext uri="{FF2B5EF4-FFF2-40B4-BE49-F238E27FC236}">
                    <a16:creationId xmlns:a16="http://schemas.microsoft.com/office/drawing/2014/main" id="{C7830512-0FD9-D41F-381C-4E21F75EEF0F}"/>
                  </a:ext>
                </a:extLst>
              </p:cNvPr>
              <p:cNvSpPr/>
              <p:nvPr/>
            </p:nvSpPr>
            <p:spPr>
              <a:xfrm>
                <a:off x="3258890" y="401102"/>
                <a:ext cx="124875" cy="114594"/>
              </a:xfrm>
              <a:custGeom>
                <a:avLst/>
                <a:gdLst/>
                <a:ahLst/>
                <a:cxnLst/>
                <a:rect l="l" t="t" r="r" b="b"/>
                <a:pathLst>
                  <a:path w="3899" h="3578" extrusionOk="0">
                    <a:moveTo>
                      <a:pt x="1617" y="1"/>
                    </a:moveTo>
                    <a:lnTo>
                      <a:pt x="1" y="797"/>
                    </a:lnTo>
                    <a:lnTo>
                      <a:pt x="1522" y="1783"/>
                    </a:lnTo>
                    <a:lnTo>
                      <a:pt x="3661" y="3577"/>
                    </a:lnTo>
                    <a:lnTo>
                      <a:pt x="3899" y="3554"/>
                    </a:lnTo>
                    <a:lnTo>
                      <a:pt x="16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52">
                <a:extLst>
                  <a:ext uri="{FF2B5EF4-FFF2-40B4-BE49-F238E27FC236}">
                    <a16:creationId xmlns:a16="http://schemas.microsoft.com/office/drawing/2014/main" id="{7A59F4DC-C486-A559-20A2-9DC34A1E42A4}"/>
                  </a:ext>
                </a:extLst>
              </p:cNvPr>
              <p:cNvSpPr/>
              <p:nvPr/>
            </p:nvSpPr>
            <p:spPr>
              <a:xfrm>
                <a:off x="3323233" y="426148"/>
                <a:ext cx="28280" cy="23957"/>
              </a:xfrm>
              <a:custGeom>
                <a:avLst/>
                <a:gdLst/>
                <a:ahLst/>
                <a:cxnLst/>
                <a:rect l="l" t="t" r="r" b="b"/>
                <a:pathLst>
                  <a:path w="883" h="748" extrusionOk="0">
                    <a:moveTo>
                      <a:pt x="399" y="1"/>
                    </a:moveTo>
                    <a:cubicBezTo>
                      <a:pt x="385" y="1"/>
                      <a:pt x="371" y="1"/>
                      <a:pt x="357" y="3"/>
                    </a:cubicBezTo>
                    <a:cubicBezTo>
                      <a:pt x="155" y="15"/>
                      <a:pt x="0" y="193"/>
                      <a:pt x="24" y="407"/>
                    </a:cubicBezTo>
                    <a:cubicBezTo>
                      <a:pt x="39" y="618"/>
                      <a:pt x="212" y="748"/>
                      <a:pt x="391" y="748"/>
                    </a:cubicBezTo>
                    <a:cubicBezTo>
                      <a:pt x="494" y="748"/>
                      <a:pt x="599" y="705"/>
                      <a:pt x="678" y="609"/>
                    </a:cubicBezTo>
                    <a:cubicBezTo>
                      <a:pt x="882" y="370"/>
                      <a:pt x="706" y="1"/>
                      <a:pt x="3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52">
                <a:extLst>
                  <a:ext uri="{FF2B5EF4-FFF2-40B4-BE49-F238E27FC236}">
                    <a16:creationId xmlns:a16="http://schemas.microsoft.com/office/drawing/2014/main" id="{7117C152-46F5-FBF3-AE03-FE50849FEFB5}"/>
                  </a:ext>
                </a:extLst>
              </p:cNvPr>
              <p:cNvSpPr/>
              <p:nvPr/>
            </p:nvSpPr>
            <p:spPr>
              <a:xfrm>
                <a:off x="3196116" y="452475"/>
                <a:ext cx="42661" cy="40387"/>
              </a:xfrm>
              <a:custGeom>
                <a:avLst/>
                <a:gdLst/>
                <a:ahLst/>
                <a:cxnLst/>
                <a:rect l="l" t="t" r="r" b="b"/>
                <a:pathLst>
                  <a:path w="1332" h="1261" extrusionOk="0">
                    <a:moveTo>
                      <a:pt x="452" y="1"/>
                    </a:moveTo>
                    <a:lnTo>
                      <a:pt x="0" y="298"/>
                    </a:lnTo>
                    <a:lnTo>
                      <a:pt x="1010" y="1260"/>
                    </a:lnTo>
                    <a:lnTo>
                      <a:pt x="1331" y="1225"/>
                    </a:lnTo>
                    <a:lnTo>
                      <a:pt x="4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52">
                <a:extLst>
                  <a:ext uri="{FF2B5EF4-FFF2-40B4-BE49-F238E27FC236}">
                    <a16:creationId xmlns:a16="http://schemas.microsoft.com/office/drawing/2014/main" id="{2927EA79-2E23-213A-71ED-EA6D0DD3FD1D}"/>
                  </a:ext>
                </a:extLst>
              </p:cNvPr>
              <p:cNvSpPr/>
              <p:nvPr/>
            </p:nvSpPr>
            <p:spPr>
              <a:xfrm>
                <a:off x="3170622" y="316614"/>
                <a:ext cx="122569" cy="110399"/>
              </a:xfrm>
              <a:custGeom>
                <a:avLst/>
                <a:gdLst/>
                <a:ahLst/>
                <a:cxnLst/>
                <a:rect l="l" t="t" r="r" b="b"/>
                <a:pathLst>
                  <a:path w="3827" h="3447" extrusionOk="0">
                    <a:moveTo>
                      <a:pt x="24" y="1"/>
                    </a:moveTo>
                    <a:lnTo>
                      <a:pt x="0" y="238"/>
                    </a:lnTo>
                    <a:lnTo>
                      <a:pt x="1878" y="2555"/>
                    </a:lnTo>
                    <a:lnTo>
                      <a:pt x="2555" y="3447"/>
                    </a:lnTo>
                    <a:lnTo>
                      <a:pt x="3826" y="2294"/>
                    </a:lnTo>
                    <a:lnTo>
                      <a:pt x="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52">
                <a:extLst>
                  <a:ext uri="{FF2B5EF4-FFF2-40B4-BE49-F238E27FC236}">
                    <a16:creationId xmlns:a16="http://schemas.microsoft.com/office/drawing/2014/main" id="{34AD87DC-3F5C-9F86-78A5-DBB6CAC134BE}"/>
                  </a:ext>
                </a:extLst>
              </p:cNvPr>
              <p:cNvSpPr/>
              <p:nvPr/>
            </p:nvSpPr>
            <p:spPr>
              <a:xfrm>
                <a:off x="3233364" y="351972"/>
                <a:ext cx="30138" cy="26134"/>
              </a:xfrm>
              <a:custGeom>
                <a:avLst/>
                <a:gdLst/>
                <a:ahLst/>
                <a:cxnLst/>
                <a:rect l="l" t="t" r="r" b="b"/>
                <a:pathLst>
                  <a:path w="941" h="816" extrusionOk="0">
                    <a:moveTo>
                      <a:pt x="472" y="1"/>
                    </a:moveTo>
                    <a:cubicBezTo>
                      <a:pt x="303" y="1"/>
                      <a:pt x="137" y="103"/>
                      <a:pt x="85" y="299"/>
                    </a:cubicBezTo>
                    <a:cubicBezTo>
                      <a:pt x="0" y="572"/>
                      <a:pt x="222" y="816"/>
                      <a:pt x="471" y="816"/>
                    </a:cubicBezTo>
                    <a:cubicBezTo>
                      <a:pt x="536" y="816"/>
                      <a:pt x="603" y="799"/>
                      <a:pt x="667" y="762"/>
                    </a:cubicBezTo>
                    <a:cubicBezTo>
                      <a:pt x="869" y="655"/>
                      <a:pt x="941" y="406"/>
                      <a:pt x="834" y="216"/>
                    </a:cubicBezTo>
                    <a:cubicBezTo>
                      <a:pt x="753" y="71"/>
                      <a:pt x="612" y="1"/>
                      <a:pt x="4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52">
                <a:extLst>
                  <a:ext uri="{FF2B5EF4-FFF2-40B4-BE49-F238E27FC236}">
                    <a16:creationId xmlns:a16="http://schemas.microsoft.com/office/drawing/2014/main" id="{824BF5DF-AE96-6CB2-174E-B0B7D1DB6604}"/>
                  </a:ext>
                </a:extLst>
              </p:cNvPr>
              <p:cNvSpPr/>
              <p:nvPr/>
            </p:nvSpPr>
            <p:spPr>
              <a:xfrm>
                <a:off x="3154993" y="413657"/>
                <a:ext cx="41155" cy="46856"/>
              </a:xfrm>
              <a:custGeom>
                <a:avLst/>
                <a:gdLst/>
                <a:ahLst/>
                <a:cxnLst/>
                <a:rect l="l" t="t" r="r" b="b"/>
                <a:pathLst>
                  <a:path w="1285" h="1463" extrusionOk="0">
                    <a:moveTo>
                      <a:pt x="25" y="1"/>
                    </a:moveTo>
                    <a:lnTo>
                      <a:pt x="1" y="322"/>
                    </a:lnTo>
                    <a:lnTo>
                      <a:pt x="1165" y="1462"/>
                    </a:lnTo>
                    <a:lnTo>
                      <a:pt x="1284" y="833"/>
                    </a:lnTo>
                    <a:lnTo>
                      <a:pt x="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52">
                <a:extLst>
                  <a:ext uri="{FF2B5EF4-FFF2-40B4-BE49-F238E27FC236}">
                    <a16:creationId xmlns:a16="http://schemas.microsoft.com/office/drawing/2014/main" id="{D5711F74-4CD4-DA6A-34BB-960CB865EA57}"/>
                  </a:ext>
                </a:extLst>
              </p:cNvPr>
              <p:cNvSpPr/>
              <p:nvPr/>
            </p:nvSpPr>
            <p:spPr>
              <a:xfrm>
                <a:off x="3196501" y="402640"/>
                <a:ext cx="23989" cy="36928"/>
              </a:xfrm>
              <a:custGeom>
                <a:avLst/>
                <a:gdLst/>
                <a:ahLst/>
                <a:cxnLst/>
                <a:rect l="l" t="t" r="r" b="b"/>
                <a:pathLst>
                  <a:path w="749" h="1153" extrusionOk="0">
                    <a:moveTo>
                      <a:pt x="666" y="0"/>
                    </a:moveTo>
                    <a:lnTo>
                      <a:pt x="416" y="107"/>
                    </a:lnTo>
                    <a:lnTo>
                      <a:pt x="0" y="1153"/>
                    </a:lnTo>
                    <a:lnTo>
                      <a:pt x="749" y="594"/>
                    </a:lnTo>
                    <a:lnTo>
                      <a:pt x="6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52">
                <a:extLst>
                  <a:ext uri="{FF2B5EF4-FFF2-40B4-BE49-F238E27FC236}">
                    <a16:creationId xmlns:a16="http://schemas.microsoft.com/office/drawing/2014/main" id="{1DB49865-C29E-D740-5B76-AFBC930A9EC9}"/>
                  </a:ext>
                </a:extLst>
              </p:cNvPr>
              <p:cNvSpPr/>
              <p:nvPr/>
            </p:nvSpPr>
            <p:spPr>
              <a:xfrm>
                <a:off x="3316380" y="427749"/>
                <a:ext cx="13355" cy="14476"/>
              </a:xfrm>
              <a:custGeom>
                <a:avLst/>
                <a:gdLst/>
                <a:ahLst/>
                <a:cxnLst/>
                <a:rect l="l" t="t" r="r" b="b"/>
                <a:pathLst>
                  <a:path w="417" h="452" extrusionOk="0">
                    <a:moveTo>
                      <a:pt x="416" y="0"/>
                    </a:moveTo>
                    <a:lnTo>
                      <a:pt x="0" y="286"/>
                    </a:lnTo>
                    <a:lnTo>
                      <a:pt x="404" y="452"/>
                    </a:lnTo>
                    <a:lnTo>
                      <a:pt x="4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52">
                <a:extLst>
                  <a:ext uri="{FF2B5EF4-FFF2-40B4-BE49-F238E27FC236}">
                    <a16:creationId xmlns:a16="http://schemas.microsoft.com/office/drawing/2014/main" id="{6D73432A-6D5A-1DBC-5F96-6AEE58FDDD60}"/>
                  </a:ext>
                </a:extLst>
              </p:cNvPr>
              <p:cNvSpPr/>
              <p:nvPr/>
            </p:nvSpPr>
            <p:spPr>
              <a:xfrm>
                <a:off x="3230354" y="352389"/>
                <a:ext cx="14893" cy="13740"/>
              </a:xfrm>
              <a:custGeom>
                <a:avLst/>
                <a:gdLst/>
                <a:ahLst/>
                <a:cxnLst/>
                <a:rect l="l" t="t" r="r" b="b"/>
                <a:pathLst>
                  <a:path w="465" h="429" extrusionOk="0">
                    <a:moveTo>
                      <a:pt x="464" y="1"/>
                    </a:moveTo>
                    <a:lnTo>
                      <a:pt x="1" y="167"/>
                    </a:lnTo>
                    <a:lnTo>
                      <a:pt x="345" y="428"/>
                    </a:lnTo>
                    <a:lnTo>
                      <a:pt x="4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4" name="Picture 3">
            <a:extLst>
              <a:ext uri="{FF2B5EF4-FFF2-40B4-BE49-F238E27FC236}">
                <a16:creationId xmlns:a16="http://schemas.microsoft.com/office/drawing/2014/main" id="{840A1C51-E8FE-D60D-EFC2-30E44D5550BB}"/>
              </a:ext>
            </a:extLst>
          </p:cNvPr>
          <p:cNvPicPr>
            <a:picLocks noChangeAspect="1"/>
          </p:cNvPicPr>
          <p:nvPr/>
        </p:nvPicPr>
        <p:blipFill>
          <a:blip r:embed="rId3"/>
          <a:stretch>
            <a:fillRect/>
          </a:stretch>
        </p:blipFill>
        <p:spPr>
          <a:xfrm>
            <a:off x="221041" y="1258998"/>
            <a:ext cx="5302200" cy="3395933"/>
          </a:xfrm>
          <a:prstGeom prst="rect">
            <a:avLst/>
          </a:prstGeom>
          <a:ln>
            <a:noFill/>
          </a:ln>
          <a:effectLst>
            <a:outerShdw blurRad="292100" dist="139700" dir="2700000" algn="tl" rotWithShape="0">
              <a:srgbClr val="333333">
                <a:alpha val="65000"/>
              </a:srgbClr>
            </a:outerShdw>
          </a:effectLst>
        </p:spPr>
      </p:pic>
      <p:sp>
        <p:nvSpPr>
          <p:cNvPr id="5" name="TextBox 4">
            <a:extLst>
              <a:ext uri="{FF2B5EF4-FFF2-40B4-BE49-F238E27FC236}">
                <a16:creationId xmlns:a16="http://schemas.microsoft.com/office/drawing/2014/main" id="{1916D6CB-1258-2C74-C207-22525D53A235}"/>
              </a:ext>
            </a:extLst>
          </p:cNvPr>
          <p:cNvSpPr txBox="1"/>
          <p:nvPr/>
        </p:nvSpPr>
        <p:spPr>
          <a:xfrm>
            <a:off x="5798820" y="2160959"/>
            <a:ext cx="3202305" cy="523220"/>
          </a:xfrm>
          <a:prstGeom prst="rect">
            <a:avLst/>
          </a:prstGeom>
          <a:noFill/>
        </p:spPr>
        <p:txBody>
          <a:bodyPr wrap="square">
            <a:spAutoFit/>
          </a:bodyPr>
          <a:lstStyle/>
          <a:p>
            <a:r>
              <a:rPr lang="en-US" dirty="0"/>
              <a:t>We apply 20 epochs with train Loss = 0.1936 and Validation Loss = 0.1862</a:t>
            </a:r>
          </a:p>
        </p:txBody>
      </p:sp>
    </p:spTree>
    <p:extLst>
      <p:ext uri="{BB962C8B-B14F-4D97-AF65-F5344CB8AC3E}">
        <p14:creationId xmlns:p14="http://schemas.microsoft.com/office/powerpoint/2010/main" val="26508498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35">
          <a:extLst>
            <a:ext uri="{FF2B5EF4-FFF2-40B4-BE49-F238E27FC236}">
              <a16:creationId xmlns:a16="http://schemas.microsoft.com/office/drawing/2014/main" id="{95EFF4B0-9993-8DF7-7208-BACC7C72E83E}"/>
            </a:ext>
          </a:extLst>
        </p:cNvPr>
        <p:cNvGrpSpPr/>
        <p:nvPr/>
      </p:nvGrpSpPr>
      <p:grpSpPr>
        <a:xfrm>
          <a:off x="0" y="0"/>
          <a:ext cx="0" cy="0"/>
          <a:chOff x="0" y="0"/>
          <a:chExt cx="0" cy="0"/>
        </a:xfrm>
      </p:grpSpPr>
      <p:sp>
        <p:nvSpPr>
          <p:cNvPr id="1036" name="Google Shape;1036;p52">
            <a:extLst>
              <a:ext uri="{FF2B5EF4-FFF2-40B4-BE49-F238E27FC236}">
                <a16:creationId xmlns:a16="http://schemas.microsoft.com/office/drawing/2014/main" id="{C27ECA48-67C4-E8EB-46F6-ECE436CA1C91}"/>
              </a:ext>
            </a:extLst>
          </p:cNvPr>
          <p:cNvSpPr txBox="1">
            <a:spLocks noGrp="1"/>
          </p:cNvSpPr>
          <p:nvPr>
            <p:ph type="title"/>
          </p:nvPr>
        </p:nvSpPr>
        <p:spPr>
          <a:xfrm>
            <a:off x="717600" y="411669"/>
            <a:ext cx="7708800" cy="572700"/>
          </a:xfrm>
          <a:prstGeom prst="rect">
            <a:avLst/>
          </a:prstGeom>
        </p:spPr>
        <p:txBody>
          <a:bodyPr spcFirstLastPara="1" wrap="square" lIns="91425" tIns="91425" rIns="91425" bIns="91425" anchor="ctr" anchorCtr="0">
            <a:noAutofit/>
          </a:bodyPr>
          <a:lstStyle/>
          <a:p>
            <a:r>
              <a:rPr lang="en-US" sz="2800" b="0" dirty="0">
                <a:solidFill>
                  <a:schemeClr val="bg1"/>
                </a:solidFill>
              </a:rPr>
              <a:t>Neural Network</a:t>
            </a:r>
          </a:p>
        </p:txBody>
      </p:sp>
      <p:grpSp>
        <p:nvGrpSpPr>
          <p:cNvPr id="1055" name="Google Shape;1055;p52">
            <a:extLst>
              <a:ext uri="{FF2B5EF4-FFF2-40B4-BE49-F238E27FC236}">
                <a16:creationId xmlns:a16="http://schemas.microsoft.com/office/drawing/2014/main" id="{E9E9279E-CBF2-0CAB-F991-FCAE733EBE87}"/>
              </a:ext>
            </a:extLst>
          </p:cNvPr>
          <p:cNvGrpSpPr/>
          <p:nvPr/>
        </p:nvGrpSpPr>
        <p:grpSpPr>
          <a:xfrm flipH="1">
            <a:off x="6782154" y="4383989"/>
            <a:ext cx="1507118" cy="838832"/>
            <a:chOff x="7636893" y="2346251"/>
            <a:chExt cx="1507118" cy="838832"/>
          </a:xfrm>
        </p:grpSpPr>
        <p:grpSp>
          <p:nvGrpSpPr>
            <p:cNvPr id="1056" name="Google Shape;1056;p52">
              <a:extLst>
                <a:ext uri="{FF2B5EF4-FFF2-40B4-BE49-F238E27FC236}">
                  <a16:creationId xmlns:a16="http://schemas.microsoft.com/office/drawing/2014/main" id="{F2FD1B50-79BA-C5D8-609E-CBDE067F0FFE}"/>
                </a:ext>
              </a:extLst>
            </p:cNvPr>
            <p:cNvGrpSpPr/>
            <p:nvPr/>
          </p:nvGrpSpPr>
          <p:grpSpPr>
            <a:xfrm flipH="1">
              <a:off x="7728620" y="2393076"/>
              <a:ext cx="1415391" cy="792008"/>
              <a:chOff x="1905568" y="363438"/>
              <a:chExt cx="1415391" cy="792008"/>
            </a:xfrm>
          </p:grpSpPr>
          <p:sp>
            <p:nvSpPr>
              <p:cNvPr id="1057" name="Google Shape;1057;p52">
                <a:extLst>
                  <a:ext uri="{FF2B5EF4-FFF2-40B4-BE49-F238E27FC236}">
                    <a16:creationId xmlns:a16="http://schemas.microsoft.com/office/drawing/2014/main" id="{F2ECACFD-B6E2-FB46-14D0-701EB9148D11}"/>
                  </a:ext>
                </a:extLst>
              </p:cNvPr>
              <p:cNvSpPr/>
              <p:nvPr/>
            </p:nvSpPr>
            <p:spPr>
              <a:xfrm>
                <a:off x="1905568" y="363438"/>
                <a:ext cx="1342337" cy="713989"/>
              </a:xfrm>
              <a:custGeom>
                <a:avLst/>
                <a:gdLst/>
                <a:ahLst/>
                <a:cxnLst/>
                <a:rect l="l" t="t" r="r" b="b"/>
                <a:pathLst>
                  <a:path w="41912" h="22293" extrusionOk="0">
                    <a:moveTo>
                      <a:pt x="452" y="22293"/>
                    </a:moveTo>
                    <a:lnTo>
                      <a:pt x="0" y="21437"/>
                    </a:lnTo>
                    <a:lnTo>
                      <a:pt x="41270" y="0"/>
                    </a:lnTo>
                    <a:lnTo>
                      <a:pt x="41911" y="761"/>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52">
                <a:extLst>
                  <a:ext uri="{FF2B5EF4-FFF2-40B4-BE49-F238E27FC236}">
                    <a16:creationId xmlns:a16="http://schemas.microsoft.com/office/drawing/2014/main" id="{16094AFB-FB06-FB03-2367-719C965BD860}"/>
                  </a:ext>
                </a:extLst>
              </p:cNvPr>
              <p:cNvSpPr/>
              <p:nvPr/>
            </p:nvSpPr>
            <p:spPr>
              <a:xfrm>
                <a:off x="1975580" y="439535"/>
                <a:ext cx="1345379" cy="715911"/>
              </a:xfrm>
              <a:custGeom>
                <a:avLst/>
                <a:gdLst/>
                <a:ahLst/>
                <a:cxnLst/>
                <a:rect l="l" t="t" r="r" b="b"/>
                <a:pathLst>
                  <a:path w="42007" h="22353" extrusionOk="0">
                    <a:moveTo>
                      <a:pt x="452" y="22353"/>
                    </a:moveTo>
                    <a:lnTo>
                      <a:pt x="1" y="21497"/>
                    </a:lnTo>
                    <a:lnTo>
                      <a:pt x="41401" y="1"/>
                    </a:lnTo>
                    <a:lnTo>
                      <a:pt x="42007" y="773"/>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9" name="Google Shape;1059;p52">
              <a:extLst>
                <a:ext uri="{FF2B5EF4-FFF2-40B4-BE49-F238E27FC236}">
                  <a16:creationId xmlns:a16="http://schemas.microsoft.com/office/drawing/2014/main" id="{08EC153A-E480-3ACD-309C-9D87B5E0AA77}"/>
                </a:ext>
              </a:extLst>
            </p:cNvPr>
            <p:cNvGrpSpPr/>
            <p:nvPr/>
          </p:nvGrpSpPr>
          <p:grpSpPr>
            <a:xfrm flipH="1">
              <a:off x="7636893" y="2346251"/>
              <a:ext cx="257693" cy="199083"/>
              <a:chOff x="3154993" y="316614"/>
              <a:chExt cx="257693" cy="199083"/>
            </a:xfrm>
          </p:grpSpPr>
          <p:sp>
            <p:nvSpPr>
              <p:cNvPr id="1060" name="Google Shape;1060;p52">
                <a:extLst>
                  <a:ext uri="{FF2B5EF4-FFF2-40B4-BE49-F238E27FC236}">
                    <a16:creationId xmlns:a16="http://schemas.microsoft.com/office/drawing/2014/main" id="{414AE476-9ADB-609B-B8B9-EE8B4BD345AB}"/>
                  </a:ext>
                </a:extLst>
              </p:cNvPr>
              <p:cNvSpPr/>
              <p:nvPr/>
            </p:nvSpPr>
            <p:spPr>
              <a:xfrm>
                <a:off x="3185067" y="330578"/>
                <a:ext cx="227619" cy="137910"/>
              </a:xfrm>
              <a:custGeom>
                <a:avLst/>
                <a:gdLst/>
                <a:ahLst/>
                <a:cxnLst/>
                <a:rect l="l" t="t" r="r" b="b"/>
                <a:pathLst>
                  <a:path w="7107" h="4306" extrusionOk="0">
                    <a:moveTo>
                      <a:pt x="6067" y="1"/>
                    </a:moveTo>
                    <a:cubicBezTo>
                      <a:pt x="6037" y="1"/>
                      <a:pt x="6008" y="2"/>
                      <a:pt x="5978" y="4"/>
                    </a:cubicBezTo>
                    <a:cubicBezTo>
                      <a:pt x="5835" y="4"/>
                      <a:pt x="5693" y="52"/>
                      <a:pt x="5574" y="135"/>
                    </a:cubicBezTo>
                    <a:cubicBezTo>
                      <a:pt x="4956" y="515"/>
                      <a:pt x="2734" y="1906"/>
                      <a:pt x="1973" y="2274"/>
                    </a:cubicBezTo>
                    <a:cubicBezTo>
                      <a:pt x="1355" y="2571"/>
                      <a:pt x="773" y="2927"/>
                      <a:pt x="226" y="3331"/>
                    </a:cubicBezTo>
                    <a:lnTo>
                      <a:pt x="1" y="4306"/>
                    </a:lnTo>
                    <a:cubicBezTo>
                      <a:pt x="690" y="4258"/>
                      <a:pt x="1843" y="3676"/>
                      <a:pt x="1843" y="3676"/>
                    </a:cubicBezTo>
                    <a:cubicBezTo>
                      <a:pt x="1843" y="3676"/>
                      <a:pt x="5764" y="1490"/>
                      <a:pt x="6429" y="1038"/>
                    </a:cubicBezTo>
                    <a:cubicBezTo>
                      <a:pt x="7107" y="598"/>
                      <a:pt x="6786" y="278"/>
                      <a:pt x="6786" y="278"/>
                    </a:cubicBezTo>
                    <a:cubicBezTo>
                      <a:pt x="6583" y="96"/>
                      <a:pt x="6332" y="1"/>
                      <a:pt x="60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52">
                <a:extLst>
                  <a:ext uri="{FF2B5EF4-FFF2-40B4-BE49-F238E27FC236}">
                    <a16:creationId xmlns:a16="http://schemas.microsoft.com/office/drawing/2014/main" id="{EF0DB01D-3CD4-F0D7-F9A2-FBD0A5B8DBCC}"/>
                  </a:ext>
                </a:extLst>
              </p:cNvPr>
              <p:cNvSpPr/>
              <p:nvPr/>
            </p:nvSpPr>
            <p:spPr>
              <a:xfrm>
                <a:off x="3258890" y="401102"/>
                <a:ext cx="124875" cy="114594"/>
              </a:xfrm>
              <a:custGeom>
                <a:avLst/>
                <a:gdLst/>
                <a:ahLst/>
                <a:cxnLst/>
                <a:rect l="l" t="t" r="r" b="b"/>
                <a:pathLst>
                  <a:path w="3899" h="3578" extrusionOk="0">
                    <a:moveTo>
                      <a:pt x="1617" y="1"/>
                    </a:moveTo>
                    <a:lnTo>
                      <a:pt x="1" y="797"/>
                    </a:lnTo>
                    <a:lnTo>
                      <a:pt x="1522" y="1783"/>
                    </a:lnTo>
                    <a:lnTo>
                      <a:pt x="3661" y="3577"/>
                    </a:lnTo>
                    <a:lnTo>
                      <a:pt x="3899" y="3554"/>
                    </a:lnTo>
                    <a:lnTo>
                      <a:pt x="16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52">
                <a:extLst>
                  <a:ext uri="{FF2B5EF4-FFF2-40B4-BE49-F238E27FC236}">
                    <a16:creationId xmlns:a16="http://schemas.microsoft.com/office/drawing/2014/main" id="{A6745BE7-4FB2-A521-A400-BFBF34E7C561}"/>
                  </a:ext>
                </a:extLst>
              </p:cNvPr>
              <p:cNvSpPr/>
              <p:nvPr/>
            </p:nvSpPr>
            <p:spPr>
              <a:xfrm>
                <a:off x="3323233" y="426148"/>
                <a:ext cx="28280" cy="23957"/>
              </a:xfrm>
              <a:custGeom>
                <a:avLst/>
                <a:gdLst/>
                <a:ahLst/>
                <a:cxnLst/>
                <a:rect l="l" t="t" r="r" b="b"/>
                <a:pathLst>
                  <a:path w="883" h="748" extrusionOk="0">
                    <a:moveTo>
                      <a:pt x="399" y="1"/>
                    </a:moveTo>
                    <a:cubicBezTo>
                      <a:pt x="385" y="1"/>
                      <a:pt x="371" y="1"/>
                      <a:pt x="357" y="3"/>
                    </a:cubicBezTo>
                    <a:cubicBezTo>
                      <a:pt x="155" y="15"/>
                      <a:pt x="0" y="193"/>
                      <a:pt x="24" y="407"/>
                    </a:cubicBezTo>
                    <a:cubicBezTo>
                      <a:pt x="39" y="618"/>
                      <a:pt x="212" y="748"/>
                      <a:pt x="391" y="748"/>
                    </a:cubicBezTo>
                    <a:cubicBezTo>
                      <a:pt x="494" y="748"/>
                      <a:pt x="599" y="705"/>
                      <a:pt x="678" y="609"/>
                    </a:cubicBezTo>
                    <a:cubicBezTo>
                      <a:pt x="882" y="370"/>
                      <a:pt x="706" y="1"/>
                      <a:pt x="3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52">
                <a:extLst>
                  <a:ext uri="{FF2B5EF4-FFF2-40B4-BE49-F238E27FC236}">
                    <a16:creationId xmlns:a16="http://schemas.microsoft.com/office/drawing/2014/main" id="{F709C59E-6EB5-B76C-D88D-D397890A2A96}"/>
                  </a:ext>
                </a:extLst>
              </p:cNvPr>
              <p:cNvSpPr/>
              <p:nvPr/>
            </p:nvSpPr>
            <p:spPr>
              <a:xfrm>
                <a:off x="3196116" y="452475"/>
                <a:ext cx="42661" cy="40387"/>
              </a:xfrm>
              <a:custGeom>
                <a:avLst/>
                <a:gdLst/>
                <a:ahLst/>
                <a:cxnLst/>
                <a:rect l="l" t="t" r="r" b="b"/>
                <a:pathLst>
                  <a:path w="1332" h="1261" extrusionOk="0">
                    <a:moveTo>
                      <a:pt x="452" y="1"/>
                    </a:moveTo>
                    <a:lnTo>
                      <a:pt x="0" y="298"/>
                    </a:lnTo>
                    <a:lnTo>
                      <a:pt x="1010" y="1260"/>
                    </a:lnTo>
                    <a:lnTo>
                      <a:pt x="1331" y="1225"/>
                    </a:lnTo>
                    <a:lnTo>
                      <a:pt x="4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52">
                <a:extLst>
                  <a:ext uri="{FF2B5EF4-FFF2-40B4-BE49-F238E27FC236}">
                    <a16:creationId xmlns:a16="http://schemas.microsoft.com/office/drawing/2014/main" id="{D3D6DA21-634D-6C6F-D4D3-940B755132FB}"/>
                  </a:ext>
                </a:extLst>
              </p:cNvPr>
              <p:cNvSpPr/>
              <p:nvPr/>
            </p:nvSpPr>
            <p:spPr>
              <a:xfrm>
                <a:off x="3170622" y="316614"/>
                <a:ext cx="122569" cy="110399"/>
              </a:xfrm>
              <a:custGeom>
                <a:avLst/>
                <a:gdLst/>
                <a:ahLst/>
                <a:cxnLst/>
                <a:rect l="l" t="t" r="r" b="b"/>
                <a:pathLst>
                  <a:path w="3827" h="3447" extrusionOk="0">
                    <a:moveTo>
                      <a:pt x="24" y="1"/>
                    </a:moveTo>
                    <a:lnTo>
                      <a:pt x="0" y="238"/>
                    </a:lnTo>
                    <a:lnTo>
                      <a:pt x="1878" y="2555"/>
                    </a:lnTo>
                    <a:lnTo>
                      <a:pt x="2555" y="3447"/>
                    </a:lnTo>
                    <a:lnTo>
                      <a:pt x="3826" y="2294"/>
                    </a:lnTo>
                    <a:lnTo>
                      <a:pt x="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52">
                <a:extLst>
                  <a:ext uri="{FF2B5EF4-FFF2-40B4-BE49-F238E27FC236}">
                    <a16:creationId xmlns:a16="http://schemas.microsoft.com/office/drawing/2014/main" id="{690C3BB0-7102-6056-7090-3F1EE7279A32}"/>
                  </a:ext>
                </a:extLst>
              </p:cNvPr>
              <p:cNvSpPr/>
              <p:nvPr/>
            </p:nvSpPr>
            <p:spPr>
              <a:xfrm>
                <a:off x="3233364" y="351972"/>
                <a:ext cx="30138" cy="26134"/>
              </a:xfrm>
              <a:custGeom>
                <a:avLst/>
                <a:gdLst/>
                <a:ahLst/>
                <a:cxnLst/>
                <a:rect l="l" t="t" r="r" b="b"/>
                <a:pathLst>
                  <a:path w="941" h="816" extrusionOk="0">
                    <a:moveTo>
                      <a:pt x="472" y="1"/>
                    </a:moveTo>
                    <a:cubicBezTo>
                      <a:pt x="303" y="1"/>
                      <a:pt x="137" y="103"/>
                      <a:pt x="85" y="299"/>
                    </a:cubicBezTo>
                    <a:cubicBezTo>
                      <a:pt x="0" y="572"/>
                      <a:pt x="222" y="816"/>
                      <a:pt x="471" y="816"/>
                    </a:cubicBezTo>
                    <a:cubicBezTo>
                      <a:pt x="536" y="816"/>
                      <a:pt x="603" y="799"/>
                      <a:pt x="667" y="762"/>
                    </a:cubicBezTo>
                    <a:cubicBezTo>
                      <a:pt x="869" y="655"/>
                      <a:pt x="941" y="406"/>
                      <a:pt x="834" y="216"/>
                    </a:cubicBezTo>
                    <a:cubicBezTo>
                      <a:pt x="753" y="71"/>
                      <a:pt x="612" y="1"/>
                      <a:pt x="4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52">
                <a:extLst>
                  <a:ext uri="{FF2B5EF4-FFF2-40B4-BE49-F238E27FC236}">
                    <a16:creationId xmlns:a16="http://schemas.microsoft.com/office/drawing/2014/main" id="{39AF215A-EE33-D3E7-BC19-6E0D967E6EF8}"/>
                  </a:ext>
                </a:extLst>
              </p:cNvPr>
              <p:cNvSpPr/>
              <p:nvPr/>
            </p:nvSpPr>
            <p:spPr>
              <a:xfrm>
                <a:off x="3154993" y="413657"/>
                <a:ext cx="41155" cy="46856"/>
              </a:xfrm>
              <a:custGeom>
                <a:avLst/>
                <a:gdLst/>
                <a:ahLst/>
                <a:cxnLst/>
                <a:rect l="l" t="t" r="r" b="b"/>
                <a:pathLst>
                  <a:path w="1285" h="1463" extrusionOk="0">
                    <a:moveTo>
                      <a:pt x="25" y="1"/>
                    </a:moveTo>
                    <a:lnTo>
                      <a:pt x="1" y="322"/>
                    </a:lnTo>
                    <a:lnTo>
                      <a:pt x="1165" y="1462"/>
                    </a:lnTo>
                    <a:lnTo>
                      <a:pt x="1284" y="833"/>
                    </a:lnTo>
                    <a:lnTo>
                      <a:pt x="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52">
                <a:extLst>
                  <a:ext uri="{FF2B5EF4-FFF2-40B4-BE49-F238E27FC236}">
                    <a16:creationId xmlns:a16="http://schemas.microsoft.com/office/drawing/2014/main" id="{D2C2B032-A6BE-1D77-5A7B-0C2769C78130}"/>
                  </a:ext>
                </a:extLst>
              </p:cNvPr>
              <p:cNvSpPr/>
              <p:nvPr/>
            </p:nvSpPr>
            <p:spPr>
              <a:xfrm>
                <a:off x="3196501" y="402640"/>
                <a:ext cx="23989" cy="36928"/>
              </a:xfrm>
              <a:custGeom>
                <a:avLst/>
                <a:gdLst/>
                <a:ahLst/>
                <a:cxnLst/>
                <a:rect l="l" t="t" r="r" b="b"/>
                <a:pathLst>
                  <a:path w="749" h="1153" extrusionOk="0">
                    <a:moveTo>
                      <a:pt x="666" y="0"/>
                    </a:moveTo>
                    <a:lnTo>
                      <a:pt x="416" y="107"/>
                    </a:lnTo>
                    <a:lnTo>
                      <a:pt x="0" y="1153"/>
                    </a:lnTo>
                    <a:lnTo>
                      <a:pt x="749" y="594"/>
                    </a:lnTo>
                    <a:lnTo>
                      <a:pt x="6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52">
                <a:extLst>
                  <a:ext uri="{FF2B5EF4-FFF2-40B4-BE49-F238E27FC236}">
                    <a16:creationId xmlns:a16="http://schemas.microsoft.com/office/drawing/2014/main" id="{C5DA36BB-C55D-AEED-F1D9-E3735D9304C6}"/>
                  </a:ext>
                </a:extLst>
              </p:cNvPr>
              <p:cNvSpPr/>
              <p:nvPr/>
            </p:nvSpPr>
            <p:spPr>
              <a:xfrm>
                <a:off x="3316380" y="427749"/>
                <a:ext cx="13355" cy="14476"/>
              </a:xfrm>
              <a:custGeom>
                <a:avLst/>
                <a:gdLst/>
                <a:ahLst/>
                <a:cxnLst/>
                <a:rect l="l" t="t" r="r" b="b"/>
                <a:pathLst>
                  <a:path w="417" h="452" extrusionOk="0">
                    <a:moveTo>
                      <a:pt x="416" y="0"/>
                    </a:moveTo>
                    <a:lnTo>
                      <a:pt x="0" y="286"/>
                    </a:lnTo>
                    <a:lnTo>
                      <a:pt x="404" y="452"/>
                    </a:lnTo>
                    <a:lnTo>
                      <a:pt x="4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52">
                <a:extLst>
                  <a:ext uri="{FF2B5EF4-FFF2-40B4-BE49-F238E27FC236}">
                    <a16:creationId xmlns:a16="http://schemas.microsoft.com/office/drawing/2014/main" id="{33F4F236-59A6-C073-8423-8772FB493713}"/>
                  </a:ext>
                </a:extLst>
              </p:cNvPr>
              <p:cNvSpPr/>
              <p:nvPr/>
            </p:nvSpPr>
            <p:spPr>
              <a:xfrm>
                <a:off x="3230354" y="352389"/>
                <a:ext cx="14893" cy="13740"/>
              </a:xfrm>
              <a:custGeom>
                <a:avLst/>
                <a:gdLst/>
                <a:ahLst/>
                <a:cxnLst/>
                <a:rect l="l" t="t" r="r" b="b"/>
                <a:pathLst>
                  <a:path w="465" h="429" extrusionOk="0">
                    <a:moveTo>
                      <a:pt x="464" y="1"/>
                    </a:moveTo>
                    <a:lnTo>
                      <a:pt x="1" y="167"/>
                    </a:lnTo>
                    <a:lnTo>
                      <a:pt x="345" y="428"/>
                    </a:lnTo>
                    <a:lnTo>
                      <a:pt x="4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 name="TextBox 4">
            <a:extLst>
              <a:ext uri="{FF2B5EF4-FFF2-40B4-BE49-F238E27FC236}">
                <a16:creationId xmlns:a16="http://schemas.microsoft.com/office/drawing/2014/main" id="{27951F36-AD6E-AFDB-3D9E-858F8E989F11}"/>
              </a:ext>
            </a:extLst>
          </p:cNvPr>
          <p:cNvSpPr txBox="1"/>
          <p:nvPr/>
        </p:nvSpPr>
        <p:spPr>
          <a:xfrm>
            <a:off x="5798820" y="2160959"/>
            <a:ext cx="3202305" cy="738664"/>
          </a:xfrm>
          <a:prstGeom prst="rect">
            <a:avLst/>
          </a:prstGeom>
          <a:noFill/>
        </p:spPr>
        <p:txBody>
          <a:bodyPr wrap="square">
            <a:spAutoFit/>
          </a:bodyPr>
          <a:lstStyle/>
          <a:p>
            <a:r>
              <a:rPr lang="en-US" dirty="0"/>
              <a:t>Accuracy: 93.58% — trained on 5% Spark sample (157,378 rows)</a:t>
            </a:r>
          </a:p>
          <a:p>
            <a:r>
              <a:rPr lang="en-US" dirty="0"/>
              <a:t>AUC-ROC: 95.6% — best overall metric, shows strong class separation</a:t>
            </a:r>
          </a:p>
          <a:p>
            <a:r>
              <a:rPr lang="en-US" dirty="0"/>
              <a:t>F1 Score: 93.34% — balanced precision and recall</a:t>
            </a:r>
          </a:p>
        </p:txBody>
      </p:sp>
      <p:pic>
        <p:nvPicPr>
          <p:cNvPr id="3" name="Picture 2">
            <a:extLst>
              <a:ext uri="{FF2B5EF4-FFF2-40B4-BE49-F238E27FC236}">
                <a16:creationId xmlns:a16="http://schemas.microsoft.com/office/drawing/2014/main" id="{0E5A4A33-9BA8-E18F-86A6-3F858D1AD82B}"/>
              </a:ext>
            </a:extLst>
          </p:cNvPr>
          <p:cNvPicPr>
            <a:picLocks noChangeAspect="1"/>
          </p:cNvPicPr>
          <p:nvPr/>
        </p:nvPicPr>
        <p:blipFill>
          <a:blip r:embed="rId3"/>
          <a:stretch>
            <a:fillRect/>
          </a:stretch>
        </p:blipFill>
        <p:spPr>
          <a:xfrm>
            <a:off x="361528" y="1241524"/>
            <a:ext cx="5317797" cy="334154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873006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35">
          <a:extLst>
            <a:ext uri="{FF2B5EF4-FFF2-40B4-BE49-F238E27FC236}">
              <a16:creationId xmlns:a16="http://schemas.microsoft.com/office/drawing/2014/main" id="{C52C5054-6D59-6D56-8D91-6C4E268CBAF7}"/>
            </a:ext>
          </a:extLst>
        </p:cNvPr>
        <p:cNvGrpSpPr/>
        <p:nvPr/>
      </p:nvGrpSpPr>
      <p:grpSpPr>
        <a:xfrm>
          <a:off x="0" y="0"/>
          <a:ext cx="0" cy="0"/>
          <a:chOff x="0" y="0"/>
          <a:chExt cx="0" cy="0"/>
        </a:xfrm>
      </p:grpSpPr>
      <p:sp>
        <p:nvSpPr>
          <p:cNvPr id="1036" name="Google Shape;1036;p52">
            <a:extLst>
              <a:ext uri="{FF2B5EF4-FFF2-40B4-BE49-F238E27FC236}">
                <a16:creationId xmlns:a16="http://schemas.microsoft.com/office/drawing/2014/main" id="{1A5C2FB0-7D86-72EB-CF0A-0DB5EFB87B39}"/>
              </a:ext>
            </a:extLst>
          </p:cNvPr>
          <p:cNvSpPr txBox="1">
            <a:spLocks noGrp="1"/>
          </p:cNvSpPr>
          <p:nvPr>
            <p:ph type="title"/>
          </p:nvPr>
        </p:nvSpPr>
        <p:spPr>
          <a:xfrm>
            <a:off x="717600" y="411669"/>
            <a:ext cx="7708800" cy="572700"/>
          </a:xfrm>
          <a:prstGeom prst="rect">
            <a:avLst/>
          </a:prstGeom>
        </p:spPr>
        <p:txBody>
          <a:bodyPr spcFirstLastPara="1" wrap="square" lIns="91425" tIns="91425" rIns="91425" bIns="91425" anchor="ctr" anchorCtr="0">
            <a:noAutofit/>
          </a:bodyPr>
          <a:lstStyle/>
          <a:p>
            <a:r>
              <a:rPr lang="en-US" sz="2800" b="0" dirty="0">
                <a:solidFill>
                  <a:schemeClr val="bg1"/>
                </a:solidFill>
              </a:rPr>
              <a:t>Neural Network</a:t>
            </a:r>
          </a:p>
        </p:txBody>
      </p:sp>
      <p:grpSp>
        <p:nvGrpSpPr>
          <p:cNvPr id="1055" name="Google Shape;1055;p52">
            <a:extLst>
              <a:ext uri="{FF2B5EF4-FFF2-40B4-BE49-F238E27FC236}">
                <a16:creationId xmlns:a16="http://schemas.microsoft.com/office/drawing/2014/main" id="{AF8483BD-D501-BB3B-2BDC-367DEEEA9367}"/>
              </a:ext>
            </a:extLst>
          </p:cNvPr>
          <p:cNvGrpSpPr/>
          <p:nvPr/>
        </p:nvGrpSpPr>
        <p:grpSpPr>
          <a:xfrm flipH="1">
            <a:off x="6782154" y="4383989"/>
            <a:ext cx="1507118" cy="838832"/>
            <a:chOff x="7636893" y="2346251"/>
            <a:chExt cx="1507118" cy="838832"/>
          </a:xfrm>
        </p:grpSpPr>
        <p:grpSp>
          <p:nvGrpSpPr>
            <p:cNvPr id="1056" name="Google Shape;1056;p52">
              <a:extLst>
                <a:ext uri="{FF2B5EF4-FFF2-40B4-BE49-F238E27FC236}">
                  <a16:creationId xmlns:a16="http://schemas.microsoft.com/office/drawing/2014/main" id="{AF650E94-A537-7237-3A4E-EA8FB05E3BBA}"/>
                </a:ext>
              </a:extLst>
            </p:cNvPr>
            <p:cNvGrpSpPr/>
            <p:nvPr/>
          </p:nvGrpSpPr>
          <p:grpSpPr>
            <a:xfrm flipH="1">
              <a:off x="7728620" y="2393076"/>
              <a:ext cx="1415391" cy="792008"/>
              <a:chOff x="1905568" y="363438"/>
              <a:chExt cx="1415391" cy="792008"/>
            </a:xfrm>
          </p:grpSpPr>
          <p:sp>
            <p:nvSpPr>
              <p:cNvPr id="1057" name="Google Shape;1057;p52">
                <a:extLst>
                  <a:ext uri="{FF2B5EF4-FFF2-40B4-BE49-F238E27FC236}">
                    <a16:creationId xmlns:a16="http://schemas.microsoft.com/office/drawing/2014/main" id="{473491CE-610A-2593-F96D-B726A9F80454}"/>
                  </a:ext>
                </a:extLst>
              </p:cNvPr>
              <p:cNvSpPr/>
              <p:nvPr/>
            </p:nvSpPr>
            <p:spPr>
              <a:xfrm>
                <a:off x="1905568" y="363438"/>
                <a:ext cx="1342337" cy="713989"/>
              </a:xfrm>
              <a:custGeom>
                <a:avLst/>
                <a:gdLst/>
                <a:ahLst/>
                <a:cxnLst/>
                <a:rect l="l" t="t" r="r" b="b"/>
                <a:pathLst>
                  <a:path w="41912" h="22293" extrusionOk="0">
                    <a:moveTo>
                      <a:pt x="452" y="22293"/>
                    </a:moveTo>
                    <a:lnTo>
                      <a:pt x="0" y="21437"/>
                    </a:lnTo>
                    <a:lnTo>
                      <a:pt x="41270" y="0"/>
                    </a:lnTo>
                    <a:lnTo>
                      <a:pt x="41911" y="761"/>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52">
                <a:extLst>
                  <a:ext uri="{FF2B5EF4-FFF2-40B4-BE49-F238E27FC236}">
                    <a16:creationId xmlns:a16="http://schemas.microsoft.com/office/drawing/2014/main" id="{9686D7EC-A3DA-759D-69E9-791A28210C58}"/>
                  </a:ext>
                </a:extLst>
              </p:cNvPr>
              <p:cNvSpPr/>
              <p:nvPr/>
            </p:nvSpPr>
            <p:spPr>
              <a:xfrm>
                <a:off x="1975580" y="439535"/>
                <a:ext cx="1345379" cy="715911"/>
              </a:xfrm>
              <a:custGeom>
                <a:avLst/>
                <a:gdLst/>
                <a:ahLst/>
                <a:cxnLst/>
                <a:rect l="l" t="t" r="r" b="b"/>
                <a:pathLst>
                  <a:path w="42007" h="22353" extrusionOk="0">
                    <a:moveTo>
                      <a:pt x="452" y="22353"/>
                    </a:moveTo>
                    <a:lnTo>
                      <a:pt x="1" y="21497"/>
                    </a:lnTo>
                    <a:lnTo>
                      <a:pt x="41401" y="1"/>
                    </a:lnTo>
                    <a:lnTo>
                      <a:pt x="42007" y="773"/>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9" name="Google Shape;1059;p52">
              <a:extLst>
                <a:ext uri="{FF2B5EF4-FFF2-40B4-BE49-F238E27FC236}">
                  <a16:creationId xmlns:a16="http://schemas.microsoft.com/office/drawing/2014/main" id="{6B3A4EED-031B-EE69-0F0D-9D9ED72B15C7}"/>
                </a:ext>
              </a:extLst>
            </p:cNvPr>
            <p:cNvGrpSpPr/>
            <p:nvPr/>
          </p:nvGrpSpPr>
          <p:grpSpPr>
            <a:xfrm flipH="1">
              <a:off x="7636893" y="2346251"/>
              <a:ext cx="257693" cy="199083"/>
              <a:chOff x="3154993" y="316614"/>
              <a:chExt cx="257693" cy="199083"/>
            </a:xfrm>
          </p:grpSpPr>
          <p:sp>
            <p:nvSpPr>
              <p:cNvPr id="1060" name="Google Shape;1060;p52">
                <a:extLst>
                  <a:ext uri="{FF2B5EF4-FFF2-40B4-BE49-F238E27FC236}">
                    <a16:creationId xmlns:a16="http://schemas.microsoft.com/office/drawing/2014/main" id="{0E1FE88C-04DD-CC89-3BB8-DC5279B835AD}"/>
                  </a:ext>
                </a:extLst>
              </p:cNvPr>
              <p:cNvSpPr/>
              <p:nvPr/>
            </p:nvSpPr>
            <p:spPr>
              <a:xfrm>
                <a:off x="3185067" y="330578"/>
                <a:ext cx="227619" cy="137910"/>
              </a:xfrm>
              <a:custGeom>
                <a:avLst/>
                <a:gdLst/>
                <a:ahLst/>
                <a:cxnLst/>
                <a:rect l="l" t="t" r="r" b="b"/>
                <a:pathLst>
                  <a:path w="7107" h="4306" extrusionOk="0">
                    <a:moveTo>
                      <a:pt x="6067" y="1"/>
                    </a:moveTo>
                    <a:cubicBezTo>
                      <a:pt x="6037" y="1"/>
                      <a:pt x="6008" y="2"/>
                      <a:pt x="5978" y="4"/>
                    </a:cubicBezTo>
                    <a:cubicBezTo>
                      <a:pt x="5835" y="4"/>
                      <a:pt x="5693" y="52"/>
                      <a:pt x="5574" y="135"/>
                    </a:cubicBezTo>
                    <a:cubicBezTo>
                      <a:pt x="4956" y="515"/>
                      <a:pt x="2734" y="1906"/>
                      <a:pt x="1973" y="2274"/>
                    </a:cubicBezTo>
                    <a:cubicBezTo>
                      <a:pt x="1355" y="2571"/>
                      <a:pt x="773" y="2927"/>
                      <a:pt x="226" y="3331"/>
                    </a:cubicBezTo>
                    <a:lnTo>
                      <a:pt x="1" y="4306"/>
                    </a:lnTo>
                    <a:cubicBezTo>
                      <a:pt x="690" y="4258"/>
                      <a:pt x="1843" y="3676"/>
                      <a:pt x="1843" y="3676"/>
                    </a:cubicBezTo>
                    <a:cubicBezTo>
                      <a:pt x="1843" y="3676"/>
                      <a:pt x="5764" y="1490"/>
                      <a:pt x="6429" y="1038"/>
                    </a:cubicBezTo>
                    <a:cubicBezTo>
                      <a:pt x="7107" y="598"/>
                      <a:pt x="6786" y="278"/>
                      <a:pt x="6786" y="278"/>
                    </a:cubicBezTo>
                    <a:cubicBezTo>
                      <a:pt x="6583" y="96"/>
                      <a:pt x="6332" y="1"/>
                      <a:pt x="60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52">
                <a:extLst>
                  <a:ext uri="{FF2B5EF4-FFF2-40B4-BE49-F238E27FC236}">
                    <a16:creationId xmlns:a16="http://schemas.microsoft.com/office/drawing/2014/main" id="{28B9B411-EF2E-B028-F5D8-55F9A5FAD36C}"/>
                  </a:ext>
                </a:extLst>
              </p:cNvPr>
              <p:cNvSpPr/>
              <p:nvPr/>
            </p:nvSpPr>
            <p:spPr>
              <a:xfrm>
                <a:off x="3258890" y="401102"/>
                <a:ext cx="124875" cy="114594"/>
              </a:xfrm>
              <a:custGeom>
                <a:avLst/>
                <a:gdLst/>
                <a:ahLst/>
                <a:cxnLst/>
                <a:rect l="l" t="t" r="r" b="b"/>
                <a:pathLst>
                  <a:path w="3899" h="3578" extrusionOk="0">
                    <a:moveTo>
                      <a:pt x="1617" y="1"/>
                    </a:moveTo>
                    <a:lnTo>
                      <a:pt x="1" y="797"/>
                    </a:lnTo>
                    <a:lnTo>
                      <a:pt x="1522" y="1783"/>
                    </a:lnTo>
                    <a:lnTo>
                      <a:pt x="3661" y="3577"/>
                    </a:lnTo>
                    <a:lnTo>
                      <a:pt x="3899" y="3554"/>
                    </a:lnTo>
                    <a:lnTo>
                      <a:pt x="16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52">
                <a:extLst>
                  <a:ext uri="{FF2B5EF4-FFF2-40B4-BE49-F238E27FC236}">
                    <a16:creationId xmlns:a16="http://schemas.microsoft.com/office/drawing/2014/main" id="{8FC4D608-3022-C9ED-66FE-31BF4FEF32AE}"/>
                  </a:ext>
                </a:extLst>
              </p:cNvPr>
              <p:cNvSpPr/>
              <p:nvPr/>
            </p:nvSpPr>
            <p:spPr>
              <a:xfrm>
                <a:off x="3323233" y="426148"/>
                <a:ext cx="28280" cy="23957"/>
              </a:xfrm>
              <a:custGeom>
                <a:avLst/>
                <a:gdLst/>
                <a:ahLst/>
                <a:cxnLst/>
                <a:rect l="l" t="t" r="r" b="b"/>
                <a:pathLst>
                  <a:path w="883" h="748" extrusionOk="0">
                    <a:moveTo>
                      <a:pt x="399" y="1"/>
                    </a:moveTo>
                    <a:cubicBezTo>
                      <a:pt x="385" y="1"/>
                      <a:pt x="371" y="1"/>
                      <a:pt x="357" y="3"/>
                    </a:cubicBezTo>
                    <a:cubicBezTo>
                      <a:pt x="155" y="15"/>
                      <a:pt x="0" y="193"/>
                      <a:pt x="24" y="407"/>
                    </a:cubicBezTo>
                    <a:cubicBezTo>
                      <a:pt x="39" y="618"/>
                      <a:pt x="212" y="748"/>
                      <a:pt x="391" y="748"/>
                    </a:cubicBezTo>
                    <a:cubicBezTo>
                      <a:pt x="494" y="748"/>
                      <a:pt x="599" y="705"/>
                      <a:pt x="678" y="609"/>
                    </a:cubicBezTo>
                    <a:cubicBezTo>
                      <a:pt x="882" y="370"/>
                      <a:pt x="706" y="1"/>
                      <a:pt x="3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52">
                <a:extLst>
                  <a:ext uri="{FF2B5EF4-FFF2-40B4-BE49-F238E27FC236}">
                    <a16:creationId xmlns:a16="http://schemas.microsoft.com/office/drawing/2014/main" id="{4471BA21-9293-8E4F-8677-90AB5E4CAF86}"/>
                  </a:ext>
                </a:extLst>
              </p:cNvPr>
              <p:cNvSpPr/>
              <p:nvPr/>
            </p:nvSpPr>
            <p:spPr>
              <a:xfrm>
                <a:off x="3196116" y="452475"/>
                <a:ext cx="42661" cy="40387"/>
              </a:xfrm>
              <a:custGeom>
                <a:avLst/>
                <a:gdLst/>
                <a:ahLst/>
                <a:cxnLst/>
                <a:rect l="l" t="t" r="r" b="b"/>
                <a:pathLst>
                  <a:path w="1332" h="1261" extrusionOk="0">
                    <a:moveTo>
                      <a:pt x="452" y="1"/>
                    </a:moveTo>
                    <a:lnTo>
                      <a:pt x="0" y="298"/>
                    </a:lnTo>
                    <a:lnTo>
                      <a:pt x="1010" y="1260"/>
                    </a:lnTo>
                    <a:lnTo>
                      <a:pt x="1331" y="1225"/>
                    </a:lnTo>
                    <a:lnTo>
                      <a:pt x="4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52">
                <a:extLst>
                  <a:ext uri="{FF2B5EF4-FFF2-40B4-BE49-F238E27FC236}">
                    <a16:creationId xmlns:a16="http://schemas.microsoft.com/office/drawing/2014/main" id="{C0B26918-44B9-59D1-D891-D1343A52836F}"/>
                  </a:ext>
                </a:extLst>
              </p:cNvPr>
              <p:cNvSpPr/>
              <p:nvPr/>
            </p:nvSpPr>
            <p:spPr>
              <a:xfrm>
                <a:off x="3170622" y="316614"/>
                <a:ext cx="122569" cy="110399"/>
              </a:xfrm>
              <a:custGeom>
                <a:avLst/>
                <a:gdLst/>
                <a:ahLst/>
                <a:cxnLst/>
                <a:rect l="l" t="t" r="r" b="b"/>
                <a:pathLst>
                  <a:path w="3827" h="3447" extrusionOk="0">
                    <a:moveTo>
                      <a:pt x="24" y="1"/>
                    </a:moveTo>
                    <a:lnTo>
                      <a:pt x="0" y="238"/>
                    </a:lnTo>
                    <a:lnTo>
                      <a:pt x="1878" y="2555"/>
                    </a:lnTo>
                    <a:lnTo>
                      <a:pt x="2555" y="3447"/>
                    </a:lnTo>
                    <a:lnTo>
                      <a:pt x="3826" y="2294"/>
                    </a:lnTo>
                    <a:lnTo>
                      <a:pt x="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52">
                <a:extLst>
                  <a:ext uri="{FF2B5EF4-FFF2-40B4-BE49-F238E27FC236}">
                    <a16:creationId xmlns:a16="http://schemas.microsoft.com/office/drawing/2014/main" id="{5830F3C7-C335-3908-5B19-69AEDB4CF33D}"/>
                  </a:ext>
                </a:extLst>
              </p:cNvPr>
              <p:cNvSpPr/>
              <p:nvPr/>
            </p:nvSpPr>
            <p:spPr>
              <a:xfrm>
                <a:off x="3233364" y="351972"/>
                <a:ext cx="30138" cy="26134"/>
              </a:xfrm>
              <a:custGeom>
                <a:avLst/>
                <a:gdLst/>
                <a:ahLst/>
                <a:cxnLst/>
                <a:rect l="l" t="t" r="r" b="b"/>
                <a:pathLst>
                  <a:path w="941" h="816" extrusionOk="0">
                    <a:moveTo>
                      <a:pt x="472" y="1"/>
                    </a:moveTo>
                    <a:cubicBezTo>
                      <a:pt x="303" y="1"/>
                      <a:pt x="137" y="103"/>
                      <a:pt x="85" y="299"/>
                    </a:cubicBezTo>
                    <a:cubicBezTo>
                      <a:pt x="0" y="572"/>
                      <a:pt x="222" y="816"/>
                      <a:pt x="471" y="816"/>
                    </a:cubicBezTo>
                    <a:cubicBezTo>
                      <a:pt x="536" y="816"/>
                      <a:pt x="603" y="799"/>
                      <a:pt x="667" y="762"/>
                    </a:cubicBezTo>
                    <a:cubicBezTo>
                      <a:pt x="869" y="655"/>
                      <a:pt x="941" y="406"/>
                      <a:pt x="834" y="216"/>
                    </a:cubicBezTo>
                    <a:cubicBezTo>
                      <a:pt x="753" y="71"/>
                      <a:pt x="612" y="1"/>
                      <a:pt x="4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52">
                <a:extLst>
                  <a:ext uri="{FF2B5EF4-FFF2-40B4-BE49-F238E27FC236}">
                    <a16:creationId xmlns:a16="http://schemas.microsoft.com/office/drawing/2014/main" id="{425DC912-D2C3-DF4A-920F-B7BCD8B50321}"/>
                  </a:ext>
                </a:extLst>
              </p:cNvPr>
              <p:cNvSpPr/>
              <p:nvPr/>
            </p:nvSpPr>
            <p:spPr>
              <a:xfrm>
                <a:off x="3154993" y="413657"/>
                <a:ext cx="41155" cy="46856"/>
              </a:xfrm>
              <a:custGeom>
                <a:avLst/>
                <a:gdLst/>
                <a:ahLst/>
                <a:cxnLst/>
                <a:rect l="l" t="t" r="r" b="b"/>
                <a:pathLst>
                  <a:path w="1285" h="1463" extrusionOk="0">
                    <a:moveTo>
                      <a:pt x="25" y="1"/>
                    </a:moveTo>
                    <a:lnTo>
                      <a:pt x="1" y="322"/>
                    </a:lnTo>
                    <a:lnTo>
                      <a:pt x="1165" y="1462"/>
                    </a:lnTo>
                    <a:lnTo>
                      <a:pt x="1284" y="833"/>
                    </a:lnTo>
                    <a:lnTo>
                      <a:pt x="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52">
                <a:extLst>
                  <a:ext uri="{FF2B5EF4-FFF2-40B4-BE49-F238E27FC236}">
                    <a16:creationId xmlns:a16="http://schemas.microsoft.com/office/drawing/2014/main" id="{CD45446E-693A-723A-A2FF-B31ED3481B23}"/>
                  </a:ext>
                </a:extLst>
              </p:cNvPr>
              <p:cNvSpPr/>
              <p:nvPr/>
            </p:nvSpPr>
            <p:spPr>
              <a:xfrm>
                <a:off x="3196501" y="402640"/>
                <a:ext cx="23989" cy="36928"/>
              </a:xfrm>
              <a:custGeom>
                <a:avLst/>
                <a:gdLst/>
                <a:ahLst/>
                <a:cxnLst/>
                <a:rect l="l" t="t" r="r" b="b"/>
                <a:pathLst>
                  <a:path w="749" h="1153" extrusionOk="0">
                    <a:moveTo>
                      <a:pt x="666" y="0"/>
                    </a:moveTo>
                    <a:lnTo>
                      <a:pt x="416" y="107"/>
                    </a:lnTo>
                    <a:lnTo>
                      <a:pt x="0" y="1153"/>
                    </a:lnTo>
                    <a:lnTo>
                      <a:pt x="749" y="594"/>
                    </a:lnTo>
                    <a:lnTo>
                      <a:pt x="6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52">
                <a:extLst>
                  <a:ext uri="{FF2B5EF4-FFF2-40B4-BE49-F238E27FC236}">
                    <a16:creationId xmlns:a16="http://schemas.microsoft.com/office/drawing/2014/main" id="{9408072B-A125-E780-B95A-B98EB74B89C9}"/>
                  </a:ext>
                </a:extLst>
              </p:cNvPr>
              <p:cNvSpPr/>
              <p:nvPr/>
            </p:nvSpPr>
            <p:spPr>
              <a:xfrm>
                <a:off x="3316380" y="427749"/>
                <a:ext cx="13355" cy="14476"/>
              </a:xfrm>
              <a:custGeom>
                <a:avLst/>
                <a:gdLst/>
                <a:ahLst/>
                <a:cxnLst/>
                <a:rect l="l" t="t" r="r" b="b"/>
                <a:pathLst>
                  <a:path w="417" h="452" extrusionOk="0">
                    <a:moveTo>
                      <a:pt x="416" y="0"/>
                    </a:moveTo>
                    <a:lnTo>
                      <a:pt x="0" y="286"/>
                    </a:lnTo>
                    <a:lnTo>
                      <a:pt x="404" y="452"/>
                    </a:lnTo>
                    <a:lnTo>
                      <a:pt x="4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52">
                <a:extLst>
                  <a:ext uri="{FF2B5EF4-FFF2-40B4-BE49-F238E27FC236}">
                    <a16:creationId xmlns:a16="http://schemas.microsoft.com/office/drawing/2014/main" id="{9704F1DE-FF07-141D-63DB-F6557920BB5C}"/>
                  </a:ext>
                </a:extLst>
              </p:cNvPr>
              <p:cNvSpPr/>
              <p:nvPr/>
            </p:nvSpPr>
            <p:spPr>
              <a:xfrm>
                <a:off x="3230354" y="352389"/>
                <a:ext cx="14893" cy="13740"/>
              </a:xfrm>
              <a:custGeom>
                <a:avLst/>
                <a:gdLst/>
                <a:ahLst/>
                <a:cxnLst/>
                <a:rect l="l" t="t" r="r" b="b"/>
                <a:pathLst>
                  <a:path w="465" h="429" extrusionOk="0">
                    <a:moveTo>
                      <a:pt x="464" y="1"/>
                    </a:moveTo>
                    <a:lnTo>
                      <a:pt x="1" y="167"/>
                    </a:lnTo>
                    <a:lnTo>
                      <a:pt x="345" y="428"/>
                    </a:lnTo>
                    <a:lnTo>
                      <a:pt x="4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4" name="Picture 3">
            <a:extLst>
              <a:ext uri="{FF2B5EF4-FFF2-40B4-BE49-F238E27FC236}">
                <a16:creationId xmlns:a16="http://schemas.microsoft.com/office/drawing/2014/main" id="{8B83DA0B-A3EB-5D2D-74F3-9CC101245863}"/>
              </a:ext>
            </a:extLst>
          </p:cNvPr>
          <p:cNvPicPr>
            <a:picLocks noChangeAspect="1"/>
          </p:cNvPicPr>
          <p:nvPr/>
        </p:nvPicPr>
        <p:blipFill>
          <a:blip r:embed="rId3"/>
          <a:stretch>
            <a:fillRect/>
          </a:stretch>
        </p:blipFill>
        <p:spPr>
          <a:xfrm>
            <a:off x="1554480" y="1408143"/>
            <a:ext cx="6195060" cy="294465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9092386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35">
          <a:extLst>
            <a:ext uri="{FF2B5EF4-FFF2-40B4-BE49-F238E27FC236}">
              <a16:creationId xmlns:a16="http://schemas.microsoft.com/office/drawing/2014/main" id="{51438677-602B-E68D-6533-94D4C93157FF}"/>
            </a:ext>
          </a:extLst>
        </p:cNvPr>
        <p:cNvGrpSpPr/>
        <p:nvPr/>
      </p:nvGrpSpPr>
      <p:grpSpPr>
        <a:xfrm>
          <a:off x="0" y="0"/>
          <a:ext cx="0" cy="0"/>
          <a:chOff x="0" y="0"/>
          <a:chExt cx="0" cy="0"/>
        </a:xfrm>
      </p:grpSpPr>
      <p:sp>
        <p:nvSpPr>
          <p:cNvPr id="1036" name="Google Shape;1036;p52">
            <a:extLst>
              <a:ext uri="{FF2B5EF4-FFF2-40B4-BE49-F238E27FC236}">
                <a16:creationId xmlns:a16="http://schemas.microsoft.com/office/drawing/2014/main" id="{999A6FE4-A70E-CF4E-EEB2-8471B59EB4C0}"/>
              </a:ext>
            </a:extLst>
          </p:cNvPr>
          <p:cNvSpPr txBox="1">
            <a:spLocks noGrp="1"/>
          </p:cNvSpPr>
          <p:nvPr>
            <p:ph type="title"/>
          </p:nvPr>
        </p:nvSpPr>
        <p:spPr>
          <a:xfrm>
            <a:off x="717600" y="411669"/>
            <a:ext cx="7708800" cy="572700"/>
          </a:xfrm>
          <a:prstGeom prst="rect">
            <a:avLst/>
          </a:prstGeom>
        </p:spPr>
        <p:txBody>
          <a:bodyPr spcFirstLastPara="1" wrap="square" lIns="91425" tIns="91425" rIns="91425" bIns="91425" anchor="ctr" anchorCtr="0">
            <a:noAutofit/>
          </a:bodyPr>
          <a:lstStyle/>
          <a:p>
            <a:r>
              <a:rPr lang="en-US" sz="2800" b="0" dirty="0">
                <a:solidFill>
                  <a:schemeClr val="bg1"/>
                </a:solidFill>
              </a:rPr>
              <a:t>Evaluation Metrics</a:t>
            </a:r>
          </a:p>
        </p:txBody>
      </p:sp>
      <p:grpSp>
        <p:nvGrpSpPr>
          <p:cNvPr id="1055" name="Google Shape;1055;p52">
            <a:extLst>
              <a:ext uri="{FF2B5EF4-FFF2-40B4-BE49-F238E27FC236}">
                <a16:creationId xmlns:a16="http://schemas.microsoft.com/office/drawing/2014/main" id="{A22827DC-8744-E1BC-C1A9-A9E60E02C482}"/>
              </a:ext>
            </a:extLst>
          </p:cNvPr>
          <p:cNvGrpSpPr/>
          <p:nvPr/>
        </p:nvGrpSpPr>
        <p:grpSpPr>
          <a:xfrm flipH="1">
            <a:off x="6782154" y="4383989"/>
            <a:ext cx="1507118" cy="838832"/>
            <a:chOff x="7636893" y="2346251"/>
            <a:chExt cx="1507118" cy="838832"/>
          </a:xfrm>
        </p:grpSpPr>
        <p:grpSp>
          <p:nvGrpSpPr>
            <p:cNvPr id="1056" name="Google Shape;1056;p52">
              <a:extLst>
                <a:ext uri="{FF2B5EF4-FFF2-40B4-BE49-F238E27FC236}">
                  <a16:creationId xmlns:a16="http://schemas.microsoft.com/office/drawing/2014/main" id="{2526F8F8-55D6-BFFD-10AE-C687D975EE51}"/>
                </a:ext>
              </a:extLst>
            </p:cNvPr>
            <p:cNvGrpSpPr/>
            <p:nvPr/>
          </p:nvGrpSpPr>
          <p:grpSpPr>
            <a:xfrm flipH="1">
              <a:off x="7728620" y="2393076"/>
              <a:ext cx="1415391" cy="792008"/>
              <a:chOff x="1905568" y="363438"/>
              <a:chExt cx="1415391" cy="792008"/>
            </a:xfrm>
          </p:grpSpPr>
          <p:sp>
            <p:nvSpPr>
              <p:cNvPr id="1057" name="Google Shape;1057;p52">
                <a:extLst>
                  <a:ext uri="{FF2B5EF4-FFF2-40B4-BE49-F238E27FC236}">
                    <a16:creationId xmlns:a16="http://schemas.microsoft.com/office/drawing/2014/main" id="{6F1F9DBD-451E-A757-557C-5D76655479D5}"/>
                  </a:ext>
                </a:extLst>
              </p:cNvPr>
              <p:cNvSpPr/>
              <p:nvPr/>
            </p:nvSpPr>
            <p:spPr>
              <a:xfrm>
                <a:off x="1905568" y="363438"/>
                <a:ext cx="1342337" cy="713989"/>
              </a:xfrm>
              <a:custGeom>
                <a:avLst/>
                <a:gdLst/>
                <a:ahLst/>
                <a:cxnLst/>
                <a:rect l="l" t="t" r="r" b="b"/>
                <a:pathLst>
                  <a:path w="41912" h="22293" extrusionOk="0">
                    <a:moveTo>
                      <a:pt x="452" y="22293"/>
                    </a:moveTo>
                    <a:lnTo>
                      <a:pt x="0" y="21437"/>
                    </a:lnTo>
                    <a:lnTo>
                      <a:pt x="41270" y="0"/>
                    </a:lnTo>
                    <a:lnTo>
                      <a:pt x="41911" y="761"/>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52">
                <a:extLst>
                  <a:ext uri="{FF2B5EF4-FFF2-40B4-BE49-F238E27FC236}">
                    <a16:creationId xmlns:a16="http://schemas.microsoft.com/office/drawing/2014/main" id="{5B132D1C-DAAC-D0DF-BE24-D1A7A43F6DEB}"/>
                  </a:ext>
                </a:extLst>
              </p:cNvPr>
              <p:cNvSpPr/>
              <p:nvPr/>
            </p:nvSpPr>
            <p:spPr>
              <a:xfrm>
                <a:off x="1975580" y="439535"/>
                <a:ext cx="1345379" cy="715911"/>
              </a:xfrm>
              <a:custGeom>
                <a:avLst/>
                <a:gdLst/>
                <a:ahLst/>
                <a:cxnLst/>
                <a:rect l="l" t="t" r="r" b="b"/>
                <a:pathLst>
                  <a:path w="42007" h="22353" extrusionOk="0">
                    <a:moveTo>
                      <a:pt x="452" y="22353"/>
                    </a:moveTo>
                    <a:lnTo>
                      <a:pt x="1" y="21497"/>
                    </a:lnTo>
                    <a:lnTo>
                      <a:pt x="41401" y="1"/>
                    </a:lnTo>
                    <a:lnTo>
                      <a:pt x="42007" y="773"/>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9" name="Google Shape;1059;p52">
              <a:extLst>
                <a:ext uri="{FF2B5EF4-FFF2-40B4-BE49-F238E27FC236}">
                  <a16:creationId xmlns:a16="http://schemas.microsoft.com/office/drawing/2014/main" id="{5229A951-846B-9CD3-256E-A45C2888952F}"/>
                </a:ext>
              </a:extLst>
            </p:cNvPr>
            <p:cNvGrpSpPr/>
            <p:nvPr/>
          </p:nvGrpSpPr>
          <p:grpSpPr>
            <a:xfrm flipH="1">
              <a:off x="7636893" y="2346251"/>
              <a:ext cx="257693" cy="199083"/>
              <a:chOff x="3154993" y="316614"/>
              <a:chExt cx="257693" cy="199083"/>
            </a:xfrm>
          </p:grpSpPr>
          <p:sp>
            <p:nvSpPr>
              <p:cNvPr id="1060" name="Google Shape;1060;p52">
                <a:extLst>
                  <a:ext uri="{FF2B5EF4-FFF2-40B4-BE49-F238E27FC236}">
                    <a16:creationId xmlns:a16="http://schemas.microsoft.com/office/drawing/2014/main" id="{9CE7A3C7-3A0F-B91C-1BB9-DF33DA1495A6}"/>
                  </a:ext>
                </a:extLst>
              </p:cNvPr>
              <p:cNvSpPr/>
              <p:nvPr/>
            </p:nvSpPr>
            <p:spPr>
              <a:xfrm>
                <a:off x="3185067" y="330578"/>
                <a:ext cx="227619" cy="137910"/>
              </a:xfrm>
              <a:custGeom>
                <a:avLst/>
                <a:gdLst/>
                <a:ahLst/>
                <a:cxnLst/>
                <a:rect l="l" t="t" r="r" b="b"/>
                <a:pathLst>
                  <a:path w="7107" h="4306" extrusionOk="0">
                    <a:moveTo>
                      <a:pt x="6067" y="1"/>
                    </a:moveTo>
                    <a:cubicBezTo>
                      <a:pt x="6037" y="1"/>
                      <a:pt x="6008" y="2"/>
                      <a:pt x="5978" y="4"/>
                    </a:cubicBezTo>
                    <a:cubicBezTo>
                      <a:pt x="5835" y="4"/>
                      <a:pt x="5693" y="52"/>
                      <a:pt x="5574" y="135"/>
                    </a:cubicBezTo>
                    <a:cubicBezTo>
                      <a:pt x="4956" y="515"/>
                      <a:pt x="2734" y="1906"/>
                      <a:pt x="1973" y="2274"/>
                    </a:cubicBezTo>
                    <a:cubicBezTo>
                      <a:pt x="1355" y="2571"/>
                      <a:pt x="773" y="2927"/>
                      <a:pt x="226" y="3331"/>
                    </a:cubicBezTo>
                    <a:lnTo>
                      <a:pt x="1" y="4306"/>
                    </a:lnTo>
                    <a:cubicBezTo>
                      <a:pt x="690" y="4258"/>
                      <a:pt x="1843" y="3676"/>
                      <a:pt x="1843" y="3676"/>
                    </a:cubicBezTo>
                    <a:cubicBezTo>
                      <a:pt x="1843" y="3676"/>
                      <a:pt x="5764" y="1490"/>
                      <a:pt x="6429" y="1038"/>
                    </a:cubicBezTo>
                    <a:cubicBezTo>
                      <a:pt x="7107" y="598"/>
                      <a:pt x="6786" y="278"/>
                      <a:pt x="6786" y="278"/>
                    </a:cubicBezTo>
                    <a:cubicBezTo>
                      <a:pt x="6583" y="96"/>
                      <a:pt x="6332" y="1"/>
                      <a:pt x="60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52">
                <a:extLst>
                  <a:ext uri="{FF2B5EF4-FFF2-40B4-BE49-F238E27FC236}">
                    <a16:creationId xmlns:a16="http://schemas.microsoft.com/office/drawing/2014/main" id="{7EEE7ABB-9610-B8D9-C0B7-913C35FCE595}"/>
                  </a:ext>
                </a:extLst>
              </p:cNvPr>
              <p:cNvSpPr/>
              <p:nvPr/>
            </p:nvSpPr>
            <p:spPr>
              <a:xfrm>
                <a:off x="3258890" y="401102"/>
                <a:ext cx="124875" cy="114594"/>
              </a:xfrm>
              <a:custGeom>
                <a:avLst/>
                <a:gdLst/>
                <a:ahLst/>
                <a:cxnLst/>
                <a:rect l="l" t="t" r="r" b="b"/>
                <a:pathLst>
                  <a:path w="3899" h="3578" extrusionOk="0">
                    <a:moveTo>
                      <a:pt x="1617" y="1"/>
                    </a:moveTo>
                    <a:lnTo>
                      <a:pt x="1" y="797"/>
                    </a:lnTo>
                    <a:lnTo>
                      <a:pt x="1522" y="1783"/>
                    </a:lnTo>
                    <a:lnTo>
                      <a:pt x="3661" y="3577"/>
                    </a:lnTo>
                    <a:lnTo>
                      <a:pt x="3899" y="3554"/>
                    </a:lnTo>
                    <a:lnTo>
                      <a:pt x="16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52">
                <a:extLst>
                  <a:ext uri="{FF2B5EF4-FFF2-40B4-BE49-F238E27FC236}">
                    <a16:creationId xmlns:a16="http://schemas.microsoft.com/office/drawing/2014/main" id="{F2729BAF-9F61-7C02-AE2F-968AF9D8D7B3}"/>
                  </a:ext>
                </a:extLst>
              </p:cNvPr>
              <p:cNvSpPr/>
              <p:nvPr/>
            </p:nvSpPr>
            <p:spPr>
              <a:xfrm>
                <a:off x="3323233" y="426148"/>
                <a:ext cx="28280" cy="23957"/>
              </a:xfrm>
              <a:custGeom>
                <a:avLst/>
                <a:gdLst/>
                <a:ahLst/>
                <a:cxnLst/>
                <a:rect l="l" t="t" r="r" b="b"/>
                <a:pathLst>
                  <a:path w="883" h="748" extrusionOk="0">
                    <a:moveTo>
                      <a:pt x="399" y="1"/>
                    </a:moveTo>
                    <a:cubicBezTo>
                      <a:pt x="385" y="1"/>
                      <a:pt x="371" y="1"/>
                      <a:pt x="357" y="3"/>
                    </a:cubicBezTo>
                    <a:cubicBezTo>
                      <a:pt x="155" y="15"/>
                      <a:pt x="0" y="193"/>
                      <a:pt x="24" y="407"/>
                    </a:cubicBezTo>
                    <a:cubicBezTo>
                      <a:pt x="39" y="618"/>
                      <a:pt x="212" y="748"/>
                      <a:pt x="391" y="748"/>
                    </a:cubicBezTo>
                    <a:cubicBezTo>
                      <a:pt x="494" y="748"/>
                      <a:pt x="599" y="705"/>
                      <a:pt x="678" y="609"/>
                    </a:cubicBezTo>
                    <a:cubicBezTo>
                      <a:pt x="882" y="370"/>
                      <a:pt x="706" y="1"/>
                      <a:pt x="3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52">
                <a:extLst>
                  <a:ext uri="{FF2B5EF4-FFF2-40B4-BE49-F238E27FC236}">
                    <a16:creationId xmlns:a16="http://schemas.microsoft.com/office/drawing/2014/main" id="{E939054D-6891-32D7-8846-E521D127DCA6}"/>
                  </a:ext>
                </a:extLst>
              </p:cNvPr>
              <p:cNvSpPr/>
              <p:nvPr/>
            </p:nvSpPr>
            <p:spPr>
              <a:xfrm>
                <a:off x="3196116" y="452475"/>
                <a:ext cx="42661" cy="40387"/>
              </a:xfrm>
              <a:custGeom>
                <a:avLst/>
                <a:gdLst/>
                <a:ahLst/>
                <a:cxnLst/>
                <a:rect l="l" t="t" r="r" b="b"/>
                <a:pathLst>
                  <a:path w="1332" h="1261" extrusionOk="0">
                    <a:moveTo>
                      <a:pt x="452" y="1"/>
                    </a:moveTo>
                    <a:lnTo>
                      <a:pt x="0" y="298"/>
                    </a:lnTo>
                    <a:lnTo>
                      <a:pt x="1010" y="1260"/>
                    </a:lnTo>
                    <a:lnTo>
                      <a:pt x="1331" y="1225"/>
                    </a:lnTo>
                    <a:lnTo>
                      <a:pt x="4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52">
                <a:extLst>
                  <a:ext uri="{FF2B5EF4-FFF2-40B4-BE49-F238E27FC236}">
                    <a16:creationId xmlns:a16="http://schemas.microsoft.com/office/drawing/2014/main" id="{96DE95A0-9DF3-6736-7AA7-E7157E7B547E}"/>
                  </a:ext>
                </a:extLst>
              </p:cNvPr>
              <p:cNvSpPr/>
              <p:nvPr/>
            </p:nvSpPr>
            <p:spPr>
              <a:xfrm>
                <a:off x="3170622" y="316614"/>
                <a:ext cx="122569" cy="110399"/>
              </a:xfrm>
              <a:custGeom>
                <a:avLst/>
                <a:gdLst/>
                <a:ahLst/>
                <a:cxnLst/>
                <a:rect l="l" t="t" r="r" b="b"/>
                <a:pathLst>
                  <a:path w="3827" h="3447" extrusionOk="0">
                    <a:moveTo>
                      <a:pt x="24" y="1"/>
                    </a:moveTo>
                    <a:lnTo>
                      <a:pt x="0" y="238"/>
                    </a:lnTo>
                    <a:lnTo>
                      <a:pt x="1878" y="2555"/>
                    </a:lnTo>
                    <a:lnTo>
                      <a:pt x="2555" y="3447"/>
                    </a:lnTo>
                    <a:lnTo>
                      <a:pt x="3826" y="2294"/>
                    </a:lnTo>
                    <a:lnTo>
                      <a:pt x="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52">
                <a:extLst>
                  <a:ext uri="{FF2B5EF4-FFF2-40B4-BE49-F238E27FC236}">
                    <a16:creationId xmlns:a16="http://schemas.microsoft.com/office/drawing/2014/main" id="{4D284D5C-070A-F7F1-7C4A-948F6F265683}"/>
                  </a:ext>
                </a:extLst>
              </p:cNvPr>
              <p:cNvSpPr/>
              <p:nvPr/>
            </p:nvSpPr>
            <p:spPr>
              <a:xfrm>
                <a:off x="3233364" y="351972"/>
                <a:ext cx="30138" cy="26134"/>
              </a:xfrm>
              <a:custGeom>
                <a:avLst/>
                <a:gdLst/>
                <a:ahLst/>
                <a:cxnLst/>
                <a:rect l="l" t="t" r="r" b="b"/>
                <a:pathLst>
                  <a:path w="941" h="816" extrusionOk="0">
                    <a:moveTo>
                      <a:pt x="472" y="1"/>
                    </a:moveTo>
                    <a:cubicBezTo>
                      <a:pt x="303" y="1"/>
                      <a:pt x="137" y="103"/>
                      <a:pt x="85" y="299"/>
                    </a:cubicBezTo>
                    <a:cubicBezTo>
                      <a:pt x="0" y="572"/>
                      <a:pt x="222" y="816"/>
                      <a:pt x="471" y="816"/>
                    </a:cubicBezTo>
                    <a:cubicBezTo>
                      <a:pt x="536" y="816"/>
                      <a:pt x="603" y="799"/>
                      <a:pt x="667" y="762"/>
                    </a:cubicBezTo>
                    <a:cubicBezTo>
                      <a:pt x="869" y="655"/>
                      <a:pt x="941" y="406"/>
                      <a:pt x="834" y="216"/>
                    </a:cubicBezTo>
                    <a:cubicBezTo>
                      <a:pt x="753" y="71"/>
                      <a:pt x="612" y="1"/>
                      <a:pt x="4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52">
                <a:extLst>
                  <a:ext uri="{FF2B5EF4-FFF2-40B4-BE49-F238E27FC236}">
                    <a16:creationId xmlns:a16="http://schemas.microsoft.com/office/drawing/2014/main" id="{D5B10EEB-2F54-B5FA-7448-9100E697DD9E}"/>
                  </a:ext>
                </a:extLst>
              </p:cNvPr>
              <p:cNvSpPr/>
              <p:nvPr/>
            </p:nvSpPr>
            <p:spPr>
              <a:xfrm>
                <a:off x="3154993" y="413657"/>
                <a:ext cx="41155" cy="46856"/>
              </a:xfrm>
              <a:custGeom>
                <a:avLst/>
                <a:gdLst/>
                <a:ahLst/>
                <a:cxnLst/>
                <a:rect l="l" t="t" r="r" b="b"/>
                <a:pathLst>
                  <a:path w="1285" h="1463" extrusionOk="0">
                    <a:moveTo>
                      <a:pt x="25" y="1"/>
                    </a:moveTo>
                    <a:lnTo>
                      <a:pt x="1" y="322"/>
                    </a:lnTo>
                    <a:lnTo>
                      <a:pt x="1165" y="1462"/>
                    </a:lnTo>
                    <a:lnTo>
                      <a:pt x="1284" y="833"/>
                    </a:lnTo>
                    <a:lnTo>
                      <a:pt x="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52">
                <a:extLst>
                  <a:ext uri="{FF2B5EF4-FFF2-40B4-BE49-F238E27FC236}">
                    <a16:creationId xmlns:a16="http://schemas.microsoft.com/office/drawing/2014/main" id="{8D11ACB1-8AF7-9E93-D485-7AE8A0272758}"/>
                  </a:ext>
                </a:extLst>
              </p:cNvPr>
              <p:cNvSpPr/>
              <p:nvPr/>
            </p:nvSpPr>
            <p:spPr>
              <a:xfrm>
                <a:off x="3196501" y="402640"/>
                <a:ext cx="23989" cy="36928"/>
              </a:xfrm>
              <a:custGeom>
                <a:avLst/>
                <a:gdLst/>
                <a:ahLst/>
                <a:cxnLst/>
                <a:rect l="l" t="t" r="r" b="b"/>
                <a:pathLst>
                  <a:path w="749" h="1153" extrusionOk="0">
                    <a:moveTo>
                      <a:pt x="666" y="0"/>
                    </a:moveTo>
                    <a:lnTo>
                      <a:pt x="416" y="107"/>
                    </a:lnTo>
                    <a:lnTo>
                      <a:pt x="0" y="1153"/>
                    </a:lnTo>
                    <a:lnTo>
                      <a:pt x="749" y="594"/>
                    </a:lnTo>
                    <a:lnTo>
                      <a:pt x="6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52">
                <a:extLst>
                  <a:ext uri="{FF2B5EF4-FFF2-40B4-BE49-F238E27FC236}">
                    <a16:creationId xmlns:a16="http://schemas.microsoft.com/office/drawing/2014/main" id="{FC6E306E-9CC6-80A7-EFE7-CD35D2085F38}"/>
                  </a:ext>
                </a:extLst>
              </p:cNvPr>
              <p:cNvSpPr/>
              <p:nvPr/>
            </p:nvSpPr>
            <p:spPr>
              <a:xfrm>
                <a:off x="3316380" y="427749"/>
                <a:ext cx="13355" cy="14476"/>
              </a:xfrm>
              <a:custGeom>
                <a:avLst/>
                <a:gdLst/>
                <a:ahLst/>
                <a:cxnLst/>
                <a:rect l="l" t="t" r="r" b="b"/>
                <a:pathLst>
                  <a:path w="417" h="452" extrusionOk="0">
                    <a:moveTo>
                      <a:pt x="416" y="0"/>
                    </a:moveTo>
                    <a:lnTo>
                      <a:pt x="0" y="286"/>
                    </a:lnTo>
                    <a:lnTo>
                      <a:pt x="404" y="452"/>
                    </a:lnTo>
                    <a:lnTo>
                      <a:pt x="4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52">
                <a:extLst>
                  <a:ext uri="{FF2B5EF4-FFF2-40B4-BE49-F238E27FC236}">
                    <a16:creationId xmlns:a16="http://schemas.microsoft.com/office/drawing/2014/main" id="{C1EA37C7-68B3-E628-625F-329BFDAB3C4B}"/>
                  </a:ext>
                </a:extLst>
              </p:cNvPr>
              <p:cNvSpPr/>
              <p:nvPr/>
            </p:nvSpPr>
            <p:spPr>
              <a:xfrm>
                <a:off x="3230354" y="352389"/>
                <a:ext cx="14893" cy="13740"/>
              </a:xfrm>
              <a:custGeom>
                <a:avLst/>
                <a:gdLst/>
                <a:ahLst/>
                <a:cxnLst/>
                <a:rect l="l" t="t" r="r" b="b"/>
                <a:pathLst>
                  <a:path w="465" h="429" extrusionOk="0">
                    <a:moveTo>
                      <a:pt x="464" y="1"/>
                    </a:moveTo>
                    <a:lnTo>
                      <a:pt x="1" y="167"/>
                    </a:lnTo>
                    <a:lnTo>
                      <a:pt x="345" y="428"/>
                    </a:lnTo>
                    <a:lnTo>
                      <a:pt x="4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3" name="Picture 2">
            <a:extLst>
              <a:ext uri="{FF2B5EF4-FFF2-40B4-BE49-F238E27FC236}">
                <a16:creationId xmlns:a16="http://schemas.microsoft.com/office/drawing/2014/main" id="{7B31CC3A-FC0F-1953-093F-B4FCE5DE17D9}"/>
              </a:ext>
            </a:extLst>
          </p:cNvPr>
          <p:cNvPicPr>
            <a:picLocks noChangeAspect="1"/>
          </p:cNvPicPr>
          <p:nvPr/>
        </p:nvPicPr>
        <p:blipFill>
          <a:blip r:embed="rId3"/>
          <a:stretch>
            <a:fillRect/>
          </a:stretch>
        </p:blipFill>
        <p:spPr>
          <a:xfrm>
            <a:off x="1250042" y="1060466"/>
            <a:ext cx="5867037" cy="396960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2403321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035">
          <a:extLst>
            <a:ext uri="{FF2B5EF4-FFF2-40B4-BE49-F238E27FC236}">
              <a16:creationId xmlns:a16="http://schemas.microsoft.com/office/drawing/2014/main" id="{8910A7DD-443D-AA58-8BCD-8B7987CCBAE2}"/>
            </a:ext>
          </a:extLst>
        </p:cNvPr>
        <p:cNvGrpSpPr/>
        <p:nvPr/>
      </p:nvGrpSpPr>
      <p:grpSpPr>
        <a:xfrm>
          <a:off x="0" y="0"/>
          <a:ext cx="0" cy="0"/>
          <a:chOff x="0" y="0"/>
          <a:chExt cx="0" cy="0"/>
        </a:xfrm>
      </p:grpSpPr>
      <p:sp>
        <p:nvSpPr>
          <p:cNvPr id="1036" name="Google Shape;1036;p52">
            <a:extLst>
              <a:ext uri="{FF2B5EF4-FFF2-40B4-BE49-F238E27FC236}">
                <a16:creationId xmlns:a16="http://schemas.microsoft.com/office/drawing/2014/main" id="{25EB69BC-F514-0516-5F59-E06E284225DB}"/>
              </a:ext>
            </a:extLst>
          </p:cNvPr>
          <p:cNvSpPr txBox="1">
            <a:spLocks noGrp="1"/>
          </p:cNvSpPr>
          <p:nvPr>
            <p:ph type="title"/>
          </p:nvPr>
        </p:nvSpPr>
        <p:spPr>
          <a:xfrm>
            <a:off x="717600" y="411669"/>
            <a:ext cx="7708800" cy="572700"/>
          </a:xfrm>
          <a:prstGeom prst="rect">
            <a:avLst/>
          </a:prstGeom>
        </p:spPr>
        <p:txBody>
          <a:bodyPr spcFirstLastPara="1" wrap="square" lIns="91425" tIns="91425" rIns="91425" bIns="91425" anchor="ctr" anchorCtr="0">
            <a:noAutofit/>
          </a:bodyPr>
          <a:lstStyle/>
          <a:p>
            <a:r>
              <a:rPr lang="en-US" sz="2800" b="0" dirty="0">
                <a:solidFill>
                  <a:schemeClr val="bg1"/>
                </a:solidFill>
              </a:rPr>
              <a:t>Evaluation Metrics</a:t>
            </a:r>
          </a:p>
        </p:txBody>
      </p:sp>
      <p:grpSp>
        <p:nvGrpSpPr>
          <p:cNvPr id="1055" name="Google Shape;1055;p52">
            <a:extLst>
              <a:ext uri="{FF2B5EF4-FFF2-40B4-BE49-F238E27FC236}">
                <a16:creationId xmlns:a16="http://schemas.microsoft.com/office/drawing/2014/main" id="{DF428017-BCDB-1FFA-3C7E-CD5520892EA3}"/>
              </a:ext>
            </a:extLst>
          </p:cNvPr>
          <p:cNvGrpSpPr/>
          <p:nvPr/>
        </p:nvGrpSpPr>
        <p:grpSpPr>
          <a:xfrm flipH="1">
            <a:off x="6782154" y="4383989"/>
            <a:ext cx="1507118" cy="838832"/>
            <a:chOff x="7636893" y="2346251"/>
            <a:chExt cx="1507118" cy="838832"/>
          </a:xfrm>
        </p:grpSpPr>
        <p:grpSp>
          <p:nvGrpSpPr>
            <p:cNvPr id="1056" name="Google Shape;1056;p52">
              <a:extLst>
                <a:ext uri="{FF2B5EF4-FFF2-40B4-BE49-F238E27FC236}">
                  <a16:creationId xmlns:a16="http://schemas.microsoft.com/office/drawing/2014/main" id="{0BD53411-E0DE-A08B-529A-8C93B8771698}"/>
                </a:ext>
              </a:extLst>
            </p:cNvPr>
            <p:cNvGrpSpPr/>
            <p:nvPr/>
          </p:nvGrpSpPr>
          <p:grpSpPr>
            <a:xfrm flipH="1">
              <a:off x="7728620" y="2393076"/>
              <a:ext cx="1415391" cy="792008"/>
              <a:chOff x="1905568" y="363438"/>
              <a:chExt cx="1415391" cy="792008"/>
            </a:xfrm>
          </p:grpSpPr>
          <p:sp>
            <p:nvSpPr>
              <p:cNvPr id="1057" name="Google Shape;1057;p52">
                <a:extLst>
                  <a:ext uri="{FF2B5EF4-FFF2-40B4-BE49-F238E27FC236}">
                    <a16:creationId xmlns:a16="http://schemas.microsoft.com/office/drawing/2014/main" id="{8E5DC4DD-4BEA-AECC-7F24-8BD1C9349283}"/>
                  </a:ext>
                </a:extLst>
              </p:cNvPr>
              <p:cNvSpPr/>
              <p:nvPr/>
            </p:nvSpPr>
            <p:spPr>
              <a:xfrm>
                <a:off x="1905568" y="363438"/>
                <a:ext cx="1342337" cy="713989"/>
              </a:xfrm>
              <a:custGeom>
                <a:avLst/>
                <a:gdLst/>
                <a:ahLst/>
                <a:cxnLst/>
                <a:rect l="l" t="t" r="r" b="b"/>
                <a:pathLst>
                  <a:path w="41912" h="22293" extrusionOk="0">
                    <a:moveTo>
                      <a:pt x="452" y="22293"/>
                    </a:moveTo>
                    <a:lnTo>
                      <a:pt x="0" y="21437"/>
                    </a:lnTo>
                    <a:lnTo>
                      <a:pt x="41270" y="0"/>
                    </a:lnTo>
                    <a:lnTo>
                      <a:pt x="41911" y="761"/>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52">
                <a:extLst>
                  <a:ext uri="{FF2B5EF4-FFF2-40B4-BE49-F238E27FC236}">
                    <a16:creationId xmlns:a16="http://schemas.microsoft.com/office/drawing/2014/main" id="{AA7B57EA-7BC9-3333-AB32-B1DBAB062522}"/>
                  </a:ext>
                </a:extLst>
              </p:cNvPr>
              <p:cNvSpPr/>
              <p:nvPr/>
            </p:nvSpPr>
            <p:spPr>
              <a:xfrm>
                <a:off x="1975580" y="439535"/>
                <a:ext cx="1345379" cy="715911"/>
              </a:xfrm>
              <a:custGeom>
                <a:avLst/>
                <a:gdLst/>
                <a:ahLst/>
                <a:cxnLst/>
                <a:rect l="l" t="t" r="r" b="b"/>
                <a:pathLst>
                  <a:path w="42007" h="22353" extrusionOk="0">
                    <a:moveTo>
                      <a:pt x="452" y="22353"/>
                    </a:moveTo>
                    <a:lnTo>
                      <a:pt x="1" y="21497"/>
                    </a:lnTo>
                    <a:lnTo>
                      <a:pt x="41401" y="1"/>
                    </a:lnTo>
                    <a:lnTo>
                      <a:pt x="42007" y="773"/>
                    </a:lnTo>
                    <a:close/>
                  </a:path>
                </a:pathLst>
              </a:custGeom>
              <a:gradFill>
                <a:gsLst>
                  <a:gs pos="0">
                    <a:schemeClr val="lt1"/>
                  </a:gs>
                  <a:gs pos="50000">
                    <a:srgbClr val="FEFAF9">
                      <a:alpha val="10196"/>
                    </a:srgbClr>
                  </a:gs>
                  <a:gs pos="100000">
                    <a:srgbClr val="FEFAF9">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9" name="Google Shape;1059;p52">
              <a:extLst>
                <a:ext uri="{FF2B5EF4-FFF2-40B4-BE49-F238E27FC236}">
                  <a16:creationId xmlns:a16="http://schemas.microsoft.com/office/drawing/2014/main" id="{1E86C685-0BC9-9C9F-E9DE-17B130C7BD1F}"/>
                </a:ext>
              </a:extLst>
            </p:cNvPr>
            <p:cNvGrpSpPr/>
            <p:nvPr/>
          </p:nvGrpSpPr>
          <p:grpSpPr>
            <a:xfrm flipH="1">
              <a:off x="7636893" y="2346251"/>
              <a:ext cx="257693" cy="199083"/>
              <a:chOff x="3154993" y="316614"/>
              <a:chExt cx="257693" cy="199083"/>
            </a:xfrm>
          </p:grpSpPr>
          <p:sp>
            <p:nvSpPr>
              <p:cNvPr id="1060" name="Google Shape;1060;p52">
                <a:extLst>
                  <a:ext uri="{FF2B5EF4-FFF2-40B4-BE49-F238E27FC236}">
                    <a16:creationId xmlns:a16="http://schemas.microsoft.com/office/drawing/2014/main" id="{923D9123-468B-3F81-F8B8-D19F894B3E82}"/>
                  </a:ext>
                </a:extLst>
              </p:cNvPr>
              <p:cNvSpPr/>
              <p:nvPr/>
            </p:nvSpPr>
            <p:spPr>
              <a:xfrm>
                <a:off x="3185067" y="330578"/>
                <a:ext cx="227619" cy="137910"/>
              </a:xfrm>
              <a:custGeom>
                <a:avLst/>
                <a:gdLst/>
                <a:ahLst/>
                <a:cxnLst/>
                <a:rect l="l" t="t" r="r" b="b"/>
                <a:pathLst>
                  <a:path w="7107" h="4306" extrusionOk="0">
                    <a:moveTo>
                      <a:pt x="6067" y="1"/>
                    </a:moveTo>
                    <a:cubicBezTo>
                      <a:pt x="6037" y="1"/>
                      <a:pt x="6008" y="2"/>
                      <a:pt x="5978" y="4"/>
                    </a:cubicBezTo>
                    <a:cubicBezTo>
                      <a:pt x="5835" y="4"/>
                      <a:pt x="5693" y="52"/>
                      <a:pt x="5574" y="135"/>
                    </a:cubicBezTo>
                    <a:cubicBezTo>
                      <a:pt x="4956" y="515"/>
                      <a:pt x="2734" y="1906"/>
                      <a:pt x="1973" y="2274"/>
                    </a:cubicBezTo>
                    <a:cubicBezTo>
                      <a:pt x="1355" y="2571"/>
                      <a:pt x="773" y="2927"/>
                      <a:pt x="226" y="3331"/>
                    </a:cubicBezTo>
                    <a:lnTo>
                      <a:pt x="1" y="4306"/>
                    </a:lnTo>
                    <a:cubicBezTo>
                      <a:pt x="690" y="4258"/>
                      <a:pt x="1843" y="3676"/>
                      <a:pt x="1843" y="3676"/>
                    </a:cubicBezTo>
                    <a:cubicBezTo>
                      <a:pt x="1843" y="3676"/>
                      <a:pt x="5764" y="1490"/>
                      <a:pt x="6429" y="1038"/>
                    </a:cubicBezTo>
                    <a:cubicBezTo>
                      <a:pt x="7107" y="598"/>
                      <a:pt x="6786" y="278"/>
                      <a:pt x="6786" y="278"/>
                    </a:cubicBezTo>
                    <a:cubicBezTo>
                      <a:pt x="6583" y="96"/>
                      <a:pt x="6332" y="1"/>
                      <a:pt x="60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52">
                <a:extLst>
                  <a:ext uri="{FF2B5EF4-FFF2-40B4-BE49-F238E27FC236}">
                    <a16:creationId xmlns:a16="http://schemas.microsoft.com/office/drawing/2014/main" id="{B5C2996C-F2F3-A620-3610-03F18ECFC6CD}"/>
                  </a:ext>
                </a:extLst>
              </p:cNvPr>
              <p:cNvSpPr/>
              <p:nvPr/>
            </p:nvSpPr>
            <p:spPr>
              <a:xfrm>
                <a:off x="3258890" y="401102"/>
                <a:ext cx="124875" cy="114594"/>
              </a:xfrm>
              <a:custGeom>
                <a:avLst/>
                <a:gdLst/>
                <a:ahLst/>
                <a:cxnLst/>
                <a:rect l="l" t="t" r="r" b="b"/>
                <a:pathLst>
                  <a:path w="3899" h="3578" extrusionOk="0">
                    <a:moveTo>
                      <a:pt x="1617" y="1"/>
                    </a:moveTo>
                    <a:lnTo>
                      <a:pt x="1" y="797"/>
                    </a:lnTo>
                    <a:lnTo>
                      <a:pt x="1522" y="1783"/>
                    </a:lnTo>
                    <a:lnTo>
                      <a:pt x="3661" y="3577"/>
                    </a:lnTo>
                    <a:lnTo>
                      <a:pt x="3899" y="3554"/>
                    </a:lnTo>
                    <a:lnTo>
                      <a:pt x="16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52">
                <a:extLst>
                  <a:ext uri="{FF2B5EF4-FFF2-40B4-BE49-F238E27FC236}">
                    <a16:creationId xmlns:a16="http://schemas.microsoft.com/office/drawing/2014/main" id="{2775BA1A-D71D-A239-CAFA-2AB445EC41FF}"/>
                  </a:ext>
                </a:extLst>
              </p:cNvPr>
              <p:cNvSpPr/>
              <p:nvPr/>
            </p:nvSpPr>
            <p:spPr>
              <a:xfrm>
                <a:off x="3323233" y="426148"/>
                <a:ext cx="28280" cy="23957"/>
              </a:xfrm>
              <a:custGeom>
                <a:avLst/>
                <a:gdLst/>
                <a:ahLst/>
                <a:cxnLst/>
                <a:rect l="l" t="t" r="r" b="b"/>
                <a:pathLst>
                  <a:path w="883" h="748" extrusionOk="0">
                    <a:moveTo>
                      <a:pt x="399" y="1"/>
                    </a:moveTo>
                    <a:cubicBezTo>
                      <a:pt x="385" y="1"/>
                      <a:pt x="371" y="1"/>
                      <a:pt x="357" y="3"/>
                    </a:cubicBezTo>
                    <a:cubicBezTo>
                      <a:pt x="155" y="15"/>
                      <a:pt x="0" y="193"/>
                      <a:pt x="24" y="407"/>
                    </a:cubicBezTo>
                    <a:cubicBezTo>
                      <a:pt x="39" y="618"/>
                      <a:pt x="212" y="748"/>
                      <a:pt x="391" y="748"/>
                    </a:cubicBezTo>
                    <a:cubicBezTo>
                      <a:pt x="494" y="748"/>
                      <a:pt x="599" y="705"/>
                      <a:pt x="678" y="609"/>
                    </a:cubicBezTo>
                    <a:cubicBezTo>
                      <a:pt x="882" y="370"/>
                      <a:pt x="706" y="1"/>
                      <a:pt x="3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52">
                <a:extLst>
                  <a:ext uri="{FF2B5EF4-FFF2-40B4-BE49-F238E27FC236}">
                    <a16:creationId xmlns:a16="http://schemas.microsoft.com/office/drawing/2014/main" id="{1358DC11-D9AD-F643-D034-CD39DF67F811}"/>
                  </a:ext>
                </a:extLst>
              </p:cNvPr>
              <p:cNvSpPr/>
              <p:nvPr/>
            </p:nvSpPr>
            <p:spPr>
              <a:xfrm>
                <a:off x="3196116" y="452475"/>
                <a:ext cx="42661" cy="40387"/>
              </a:xfrm>
              <a:custGeom>
                <a:avLst/>
                <a:gdLst/>
                <a:ahLst/>
                <a:cxnLst/>
                <a:rect l="l" t="t" r="r" b="b"/>
                <a:pathLst>
                  <a:path w="1332" h="1261" extrusionOk="0">
                    <a:moveTo>
                      <a:pt x="452" y="1"/>
                    </a:moveTo>
                    <a:lnTo>
                      <a:pt x="0" y="298"/>
                    </a:lnTo>
                    <a:lnTo>
                      <a:pt x="1010" y="1260"/>
                    </a:lnTo>
                    <a:lnTo>
                      <a:pt x="1331" y="1225"/>
                    </a:lnTo>
                    <a:lnTo>
                      <a:pt x="4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52">
                <a:extLst>
                  <a:ext uri="{FF2B5EF4-FFF2-40B4-BE49-F238E27FC236}">
                    <a16:creationId xmlns:a16="http://schemas.microsoft.com/office/drawing/2014/main" id="{8FAED081-68A0-CF0E-24DA-3B396EB06489}"/>
                  </a:ext>
                </a:extLst>
              </p:cNvPr>
              <p:cNvSpPr/>
              <p:nvPr/>
            </p:nvSpPr>
            <p:spPr>
              <a:xfrm>
                <a:off x="3170622" y="316614"/>
                <a:ext cx="122569" cy="110399"/>
              </a:xfrm>
              <a:custGeom>
                <a:avLst/>
                <a:gdLst/>
                <a:ahLst/>
                <a:cxnLst/>
                <a:rect l="l" t="t" r="r" b="b"/>
                <a:pathLst>
                  <a:path w="3827" h="3447" extrusionOk="0">
                    <a:moveTo>
                      <a:pt x="24" y="1"/>
                    </a:moveTo>
                    <a:lnTo>
                      <a:pt x="0" y="238"/>
                    </a:lnTo>
                    <a:lnTo>
                      <a:pt x="1878" y="2555"/>
                    </a:lnTo>
                    <a:lnTo>
                      <a:pt x="2555" y="3447"/>
                    </a:lnTo>
                    <a:lnTo>
                      <a:pt x="3826" y="2294"/>
                    </a:lnTo>
                    <a:lnTo>
                      <a:pt x="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52">
                <a:extLst>
                  <a:ext uri="{FF2B5EF4-FFF2-40B4-BE49-F238E27FC236}">
                    <a16:creationId xmlns:a16="http://schemas.microsoft.com/office/drawing/2014/main" id="{047D40D0-3DBF-3DD3-2AAD-47603D27F053}"/>
                  </a:ext>
                </a:extLst>
              </p:cNvPr>
              <p:cNvSpPr/>
              <p:nvPr/>
            </p:nvSpPr>
            <p:spPr>
              <a:xfrm>
                <a:off x="3233364" y="351972"/>
                <a:ext cx="30138" cy="26134"/>
              </a:xfrm>
              <a:custGeom>
                <a:avLst/>
                <a:gdLst/>
                <a:ahLst/>
                <a:cxnLst/>
                <a:rect l="l" t="t" r="r" b="b"/>
                <a:pathLst>
                  <a:path w="941" h="816" extrusionOk="0">
                    <a:moveTo>
                      <a:pt x="472" y="1"/>
                    </a:moveTo>
                    <a:cubicBezTo>
                      <a:pt x="303" y="1"/>
                      <a:pt x="137" y="103"/>
                      <a:pt x="85" y="299"/>
                    </a:cubicBezTo>
                    <a:cubicBezTo>
                      <a:pt x="0" y="572"/>
                      <a:pt x="222" y="816"/>
                      <a:pt x="471" y="816"/>
                    </a:cubicBezTo>
                    <a:cubicBezTo>
                      <a:pt x="536" y="816"/>
                      <a:pt x="603" y="799"/>
                      <a:pt x="667" y="762"/>
                    </a:cubicBezTo>
                    <a:cubicBezTo>
                      <a:pt x="869" y="655"/>
                      <a:pt x="941" y="406"/>
                      <a:pt x="834" y="216"/>
                    </a:cubicBezTo>
                    <a:cubicBezTo>
                      <a:pt x="753" y="71"/>
                      <a:pt x="612" y="1"/>
                      <a:pt x="4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52">
                <a:extLst>
                  <a:ext uri="{FF2B5EF4-FFF2-40B4-BE49-F238E27FC236}">
                    <a16:creationId xmlns:a16="http://schemas.microsoft.com/office/drawing/2014/main" id="{EFA334DA-DF5F-E331-63F6-44128D2C9028}"/>
                  </a:ext>
                </a:extLst>
              </p:cNvPr>
              <p:cNvSpPr/>
              <p:nvPr/>
            </p:nvSpPr>
            <p:spPr>
              <a:xfrm>
                <a:off x="3154993" y="413657"/>
                <a:ext cx="41155" cy="46856"/>
              </a:xfrm>
              <a:custGeom>
                <a:avLst/>
                <a:gdLst/>
                <a:ahLst/>
                <a:cxnLst/>
                <a:rect l="l" t="t" r="r" b="b"/>
                <a:pathLst>
                  <a:path w="1285" h="1463" extrusionOk="0">
                    <a:moveTo>
                      <a:pt x="25" y="1"/>
                    </a:moveTo>
                    <a:lnTo>
                      <a:pt x="1" y="322"/>
                    </a:lnTo>
                    <a:lnTo>
                      <a:pt x="1165" y="1462"/>
                    </a:lnTo>
                    <a:lnTo>
                      <a:pt x="1284" y="833"/>
                    </a:lnTo>
                    <a:lnTo>
                      <a:pt x="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52">
                <a:extLst>
                  <a:ext uri="{FF2B5EF4-FFF2-40B4-BE49-F238E27FC236}">
                    <a16:creationId xmlns:a16="http://schemas.microsoft.com/office/drawing/2014/main" id="{09C6E91B-1510-A8C8-2485-D4512BC0B3E4}"/>
                  </a:ext>
                </a:extLst>
              </p:cNvPr>
              <p:cNvSpPr/>
              <p:nvPr/>
            </p:nvSpPr>
            <p:spPr>
              <a:xfrm>
                <a:off x="3196501" y="402640"/>
                <a:ext cx="23989" cy="36928"/>
              </a:xfrm>
              <a:custGeom>
                <a:avLst/>
                <a:gdLst/>
                <a:ahLst/>
                <a:cxnLst/>
                <a:rect l="l" t="t" r="r" b="b"/>
                <a:pathLst>
                  <a:path w="749" h="1153" extrusionOk="0">
                    <a:moveTo>
                      <a:pt x="666" y="0"/>
                    </a:moveTo>
                    <a:lnTo>
                      <a:pt x="416" y="107"/>
                    </a:lnTo>
                    <a:lnTo>
                      <a:pt x="0" y="1153"/>
                    </a:lnTo>
                    <a:lnTo>
                      <a:pt x="749" y="594"/>
                    </a:lnTo>
                    <a:lnTo>
                      <a:pt x="6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52">
                <a:extLst>
                  <a:ext uri="{FF2B5EF4-FFF2-40B4-BE49-F238E27FC236}">
                    <a16:creationId xmlns:a16="http://schemas.microsoft.com/office/drawing/2014/main" id="{24B96A33-8F10-80A2-9D48-2C6543556074}"/>
                  </a:ext>
                </a:extLst>
              </p:cNvPr>
              <p:cNvSpPr/>
              <p:nvPr/>
            </p:nvSpPr>
            <p:spPr>
              <a:xfrm>
                <a:off x="3316380" y="427749"/>
                <a:ext cx="13355" cy="14476"/>
              </a:xfrm>
              <a:custGeom>
                <a:avLst/>
                <a:gdLst/>
                <a:ahLst/>
                <a:cxnLst/>
                <a:rect l="l" t="t" r="r" b="b"/>
                <a:pathLst>
                  <a:path w="417" h="452" extrusionOk="0">
                    <a:moveTo>
                      <a:pt x="416" y="0"/>
                    </a:moveTo>
                    <a:lnTo>
                      <a:pt x="0" y="286"/>
                    </a:lnTo>
                    <a:lnTo>
                      <a:pt x="404" y="452"/>
                    </a:lnTo>
                    <a:lnTo>
                      <a:pt x="4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52">
                <a:extLst>
                  <a:ext uri="{FF2B5EF4-FFF2-40B4-BE49-F238E27FC236}">
                    <a16:creationId xmlns:a16="http://schemas.microsoft.com/office/drawing/2014/main" id="{7EFC6D4E-0614-B1E3-F935-5F7A8A2037E9}"/>
                  </a:ext>
                </a:extLst>
              </p:cNvPr>
              <p:cNvSpPr/>
              <p:nvPr/>
            </p:nvSpPr>
            <p:spPr>
              <a:xfrm>
                <a:off x="3230354" y="352389"/>
                <a:ext cx="14893" cy="13740"/>
              </a:xfrm>
              <a:custGeom>
                <a:avLst/>
                <a:gdLst/>
                <a:ahLst/>
                <a:cxnLst/>
                <a:rect l="l" t="t" r="r" b="b"/>
                <a:pathLst>
                  <a:path w="465" h="429" extrusionOk="0">
                    <a:moveTo>
                      <a:pt x="464" y="1"/>
                    </a:moveTo>
                    <a:lnTo>
                      <a:pt x="1" y="167"/>
                    </a:lnTo>
                    <a:lnTo>
                      <a:pt x="345" y="428"/>
                    </a:lnTo>
                    <a:lnTo>
                      <a:pt x="4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4" name="Picture 3">
            <a:extLst>
              <a:ext uri="{FF2B5EF4-FFF2-40B4-BE49-F238E27FC236}">
                <a16:creationId xmlns:a16="http://schemas.microsoft.com/office/drawing/2014/main" id="{560822DF-1092-0CB2-48FC-C188DCF2535E}"/>
              </a:ext>
            </a:extLst>
          </p:cNvPr>
          <p:cNvPicPr>
            <a:picLocks noChangeAspect="1"/>
          </p:cNvPicPr>
          <p:nvPr/>
        </p:nvPicPr>
        <p:blipFill>
          <a:blip r:embed="rId3"/>
          <a:stretch>
            <a:fillRect/>
          </a:stretch>
        </p:blipFill>
        <p:spPr>
          <a:xfrm>
            <a:off x="-13454" y="1912482"/>
            <a:ext cx="5859780" cy="3039305"/>
          </a:xfrm>
          <a:prstGeom prst="rect">
            <a:avLst/>
          </a:prstGeom>
          <a:ln>
            <a:noFill/>
          </a:ln>
          <a:effectLst>
            <a:outerShdw blurRad="292100" dist="139700" dir="2700000" algn="tl" rotWithShape="0">
              <a:srgbClr val="333333">
                <a:alpha val="65000"/>
              </a:srgbClr>
            </a:outerShdw>
          </a:effectLst>
        </p:spPr>
      </p:pic>
      <p:sp>
        <p:nvSpPr>
          <p:cNvPr id="5" name="TextBox 4">
            <a:extLst>
              <a:ext uri="{FF2B5EF4-FFF2-40B4-BE49-F238E27FC236}">
                <a16:creationId xmlns:a16="http://schemas.microsoft.com/office/drawing/2014/main" id="{48BF6F81-EBFE-04A3-B17D-4C929062527D}"/>
              </a:ext>
            </a:extLst>
          </p:cNvPr>
          <p:cNvSpPr txBox="1"/>
          <p:nvPr/>
        </p:nvSpPr>
        <p:spPr>
          <a:xfrm>
            <a:off x="216324" y="1305673"/>
            <a:ext cx="4578300" cy="307777"/>
          </a:xfrm>
          <a:prstGeom prst="rect">
            <a:avLst/>
          </a:prstGeom>
          <a:noFill/>
        </p:spPr>
        <p:txBody>
          <a:bodyPr wrap="square" rtlCol="0">
            <a:spAutoFit/>
          </a:bodyPr>
          <a:lstStyle/>
          <a:p>
            <a:r>
              <a:rPr lang="en-US" dirty="0"/>
              <a:t>For Machine learning Models And Neural Network</a:t>
            </a:r>
          </a:p>
        </p:txBody>
      </p:sp>
      <p:pic>
        <p:nvPicPr>
          <p:cNvPr id="7" name="Picture 6">
            <a:extLst>
              <a:ext uri="{FF2B5EF4-FFF2-40B4-BE49-F238E27FC236}">
                <a16:creationId xmlns:a16="http://schemas.microsoft.com/office/drawing/2014/main" id="{BE971D2F-2076-0DD8-6505-26CCB5172F0F}"/>
              </a:ext>
            </a:extLst>
          </p:cNvPr>
          <p:cNvPicPr>
            <a:picLocks noChangeAspect="1"/>
          </p:cNvPicPr>
          <p:nvPr/>
        </p:nvPicPr>
        <p:blipFill>
          <a:blip r:embed="rId4"/>
          <a:stretch>
            <a:fillRect/>
          </a:stretch>
        </p:blipFill>
        <p:spPr>
          <a:xfrm>
            <a:off x="4794624" y="1365827"/>
            <a:ext cx="4349376" cy="1114452"/>
          </a:xfrm>
          <a:prstGeom prst="rect">
            <a:avLst/>
          </a:prstGeom>
          <a:ln>
            <a:noFill/>
          </a:ln>
          <a:effectLst>
            <a:outerShdw blurRad="292100" dist="139700" dir="2700000" algn="tl" rotWithShape="0">
              <a:srgbClr val="333333">
                <a:alpha val="65000"/>
              </a:srgbClr>
            </a:outerShdw>
          </a:effectLst>
        </p:spPr>
      </p:pic>
      <p:sp>
        <p:nvSpPr>
          <p:cNvPr id="8" name="TextBox 7">
            <a:extLst>
              <a:ext uri="{FF2B5EF4-FFF2-40B4-BE49-F238E27FC236}">
                <a16:creationId xmlns:a16="http://schemas.microsoft.com/office/drawing/2014/main" id="{E4813831-D3AE-6C0F-5B75-2FACAD268235}"/>
              </a:ext>
            </a:extLst>
          </p:cNvPr>
          <p:cNvSpPr txBox="1"/>
          <p:nvPr/>
        </p:nvSpPr>
        <p:spPr>
          <a:xfrm>
            <a:off x="6059630" y="3161076"/>
            <a:ext cx="3206290" cy="523220"/>
          </a:xfrm>
          <a:prstGeom prst="rect">
            <a:avLst/>
          </a:prstGeom>
          <a:noFill/>
        </p:spPr>
        <p:txBody>
          <a:bodyPr wrap="square" rtlCol="0">
            <a:spAutoFit/>
          </a:bodyPr>
          <a:lstStyle/>
          <a:p>
            <a:r>
              <a:rPr lang="en-US" dirty="0"/>
              <a:t>Random Forest achieved the best AUC-ROC (~0.95). Logistic Regression had the fastest training time as a baseline.</a:t>
            </a:r>
          </a:p>
        </p:txBody>
      </p:sp>
    </p:spTree>
    <p:extLst>
      <p:ext uri="{BB962C8B-B14F-4D97-AF65-F5344CB8AC3E}">
        <p14:creationId xmlns:p14="http://schemas.microsoft.com/office/powerpoint/2010/main" val="30951879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894">
          <a:extLst>
            <a:ext uri="{FF2B5EF4-FFF2-40B4-BE49-F238E27FC236}">
              <a16:creationId xmlns:a16="http://schemas.microsoft.com/office/drawing/2014/main" id="{79EF74FD-F4BB-4BB7-AECD-15FD28AC0309}"/>
            </a:ext>
          </a:extLst>
        </p:cNvPr>
        <p:cNvGrpSpPr/>
        <p:nvPr/>
      </p:nvGrpSpPr>
      <p:grpSpPr>
        <a:xfrm>
          <a:off x="0" y="0"/>
          <a:ext cx="0" cy="0"/>
          <a:chOff x="0" y="0"/>
          <a:chExt cx="0" cy="0"/>
        </a:xfrm>
      </p:grpSpPr>
      <p:sp>
        <p:nvSpPr>
          <p:cNvPr id="895" name="Google Shape;895;p48">
            <a:extLst>
              <a:ext uri="{FF2B5EF4-FFF2-40B4-BE49-F238E27FC236}">
                <a16:creationId xmlns:a16="http://schemas.microsoft.com/office/drawing/2014/main" id="{908AA639-3A45-F28F-E792-0133AF8D0728}"/>
              </a:ext>
            </a:extLst>
          </p:cNvPr>
          <p:cNvSpPr/>
          <p:nvPr/>
        </p:nvSpPr>
        <p:spPr>
          <a:xfrm>
            <a:off x="5248725" y="4682663"/>
            <a:ext cx="1987589" cy="315579"/>
          </a:xfrm>
          <a:custGeom>
            <a:avLst/>
            <a:gdLst/>
            <a:ahLst/>
            <a:cxnLst/>
            <a:rect l="l" t="t" r="r" b="b"/>
            <a:pathLst>
              <a:path w="50217" h="7023" extrusionOk="0">
                <a:moveTo>
                  <a:pt x="25108" y="1"/>
                </a:moveTo>
                <a:cubicBezTo>
                  <a:pt x="21300" y="1"/>
                  <a:pt x="17492" y="1237"/>
                  <a:pt x="15020" y="3709"/>
                </a:cubicBezTo>
                <a:cubicBezTo>
                  <a:pt x="13484" y="2533"/>
                  <a:pt x="12160" y="2071"/>
                  <a:pt x="10986" y="2071"/>
                </a:cubicBezTo>
                <a:cubicBezTo>
                  <a:pt x="8931" y="2071"/>
                  <a:pt x="7332" y="3485"/>
                  <a:pt x="5853" y="4965"/>
                </a:cubicBezTo>
                <a:cubicBezTo>
                  <a:pt x="5079" y="4711"/>
                  <a:pt x="4398" y="4607"/>
                  <a:pt x="3800" y="4607"/>
                </a:cubicBezTo>
                <a:cubicBezTo>
                  <a:pt x="934" y="4607"/>
                  <a:pt x="0" y="7023"/>
                  <a:pt x="0" y="7023"/>
                </a:cubicBezTo>
                <a:lnTo>
                  <a:pt x="50216" y="7023"/>
                </a:lnTo>
                <a:cubicBezTo>
                  <a:pt x="50216" y="7023"/>
                  <a:pt x="49283" y="4607"/>
                  <a:pt x="46416" y="4607"/>
                </a:cubicBezTo>
                <a:cubicBezTo>
                  <a:pt x="45819" y="4607"/>
                  <a:pt x="45137" y="4711"/>
                  <a:pt x="44363" y="4965"/>
                </a:cubicBezTo>
                <a:cubicBezTo>
                  <a:pt x="42884" y="3485"/>
                  <a:pt x="41285" y="2071"/>
                  <a:pt x="39230" y="2071"/>
                </a:cubicBezTo>
                <a:cubicBezTo>
                  <a:pt x="38056" y="2071"/>
                  <a:pt x="36732" y="2533"/>
                  <a:pt x="35197" y="3709"/>
                </a:cubicBezTo>
                <a:cubicBezTo>
                  <a:pt x="32725" y="1237"/>
                  <a:pt x="28916" y="1"/>
                  <a:pt x="25108" y="1"/>
                </a:cubicBezTo>
                <a:close/>
              </a:path>
            </a:pathLst>
          </a:custGeom>
          <a:gradFill>
            <a:gsLst>
              <a:gs pos="0">
                <a:srgbClr val="FEFAF9">
                  <a:alpha val="18823"/>
                </a:srgbClr>
              </a:gs>
              <a:gs pos="100000">
                <a:srgbClr val="FEFAF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96" name="Google Shape;896;p48">
            <a:extLst>
              <a:ext uri="{FF2B5EF4-FFF2-40B4-BE49-F238E27FC236}">
                <a16:creationId xmlns:a16="http://schemas.microsoft.com/office/drawing/2014/main" id="{678A29A0-FA4C-8912-2B27-305365FCBFB1}"/>
              </a:ext>
            </a:extLst>
          </p:cNvPr>
          <p:cNvGrpSpPr/>
          <p:nvPr/>
        </p:nvGrpSpPr>
        <p:grpSpPr>
          <a:xfrm>
            <a:off x="1051742" y="1178188"/>
            <a:ext cx="6874120" cy="3965312"/>
            <a:chOff x="3585125" y="724775"/>
            <a:chExt cx="4400400" cy="4412215"/>
          </a:xfrm>
        </p:grpSpPr>
        <p:sp>
          <p:nvSpPr>
            <p:cNvPr id="897" name="Google Shape;897;p48">
              <a:extLst>
                <a:ext uri="{FF2B5EF4-FFF2-40B4-BE49-F238E27FC236}">
                  <a16:creationId xmlns:a16="http://schemas.microsoft.com/office/drawing/2014/main" id="{7803556C-8318-ABE7-2359-3052AAF65E6A}"/>
                </a:ext>
              </a:extLst>
            </p:cNvPr>
            <p:cNvSpPr/>
            <p:nvPr/>
          </p:nvSpPr>
          <p:spPr>
            <a:xfrm>
              <a:off x="4548275" y="2104590"/>
              <a:ext cx="74400" cy="3032400"/>
            </a:xfrm>
            <a:prstGeom prst="roundRect">
              <a:avLst>
                <a:gd name="adj" fmla="val 16667"/>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48">
              <a:extLst>
                <a:ext uri="{FF2B5EF4-FFF2-40B4-BE49-F238E27FC236}">
                  <a16:creationId xmlns:a16="http://schemas.microsoft.com/office/drawing/2014/main" id="{446154CD-5FF2-F919-8454-89DC6DADB703}"/>
                </a:ext>
              </a:extLst>
            </p:cNvPr>
            <p:cNvSpPr/>
            <p:nvPr/>
          </p:nvSpPr>
          <p:spPr>
            <a:xfrm>
              <a:off x="6942750" y="2104590"/>
              <a:ext cx="74400" cy="3032400"/>
            </a:xfrm>
            <a:prstGeom prst="roundRect">
              <a:avLst>
                <a:gd name="adj" fmla="val 16667"/>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48">
              <a:extLst>
                <a:ext uri="{FF2B5EF4-FFF2-40B4-BE49-F238E27FC236}">
                  <a16:creationId xmlns:a16="http://schemas.microsoft.com/office/drawing/2014/main" id="{2964EE31-CFF3-A453-8CAC-6E0AE8FE97F8}"/>
                </a:ext>
              </a:extLst>
            </p:cNvPr>
            <p:cNvSpPr/>
            <p:nvPr/>
          </p:nvSpPr>
          <p:spPr>
            <a:xfrm>
              <a:off x="3585125" y="724775"/>
              <a:ext cx="4400400" cy="3740700"/>
            </a:xfrm>
            <a:prstGeom prst="roundRect">
              <a:avLst>
                <a:gd name="adj" fmla="val 7713"/>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48">
              <a:extLst>
                <a:ext uri="{FF2B5EF4-FFF2-40B4-BE49-F238E27FC236}">
                  <a16:creationId xmlns:a16="http://schemas.microsoft.com/office/drawing/2014/main" id="{BD538E83-572C-16DF-EFA2-F8F496F65D62}"/>
                </a:ext>
              </a:extLst>
            </p:cNvPr>
            <p:cNvSpPr/>
            <p:nvPr/>
          </p:nvSpPr>
          <p:spPr>
            <a:xfrm>
              <a:off x="3652115" y="828868"/>
              <a:ext cx="4261200" cy="3537600"/>
            </a:xfrm>
            <a:prstGeom prst="roundRect">
              <a:avLst>
                <a:gd name="adj" fmla="val 7713"/>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901" name="Google Shape;901;p48">
            <a:extLst>
              <a:ext uri="{FF2B5EF4-FFF2-40B4-BE49-F238E27FC236}">
                <a16:creationId xmlns:a16="http://schemas.microsoft.com/office/drawing/2014/main" id="{737AF829-A48A-8581-7E39-8E9099648931}"/>
              </a:ext>
            </a:extLst>
          </p:cNvPr>
          <p:cNvSpPr txBox="1">
            <a:spLocks noGrp="1"/>
          </p:cNvSpPr>
          <p:nvPr>
            <p:ph type="title"/>
          </p:nvPr>
        </p:nvSpPr>
        <p:spPr>
          <a:xfrm>
            <a:off x="2259985" y="1948354"/>
            <a:ext cx="4307742" cy="17160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US" sz="7200" dirty="0"/>
              <a:t>Thanks</a:t>
            </a:r>
            <a:endParaRPr sz="7200" dirty="0"/>
          </a:p>
        </p:txBody>
      </p:sp>
      <p:sp>
        <p:nvSpPr>
          <p:cNvPr id="904" name="Google Shape;904;p48">
            <a:extLst>
              <a:ext uri="{FF2B5EF4-FFF2-40B4-BE49-F238E27FC236}">
                <a16:creationId xmlns:a16="http://schemas.microsoft.com/office/drawing/2014/main" id="{2357B9D8-61FB-610D-0404-C42D68BF48FF}"/>
              </a:ext>
            </a:extLst>
          </p:cNvPr>
          <p:cNvSpPr/>
          <p:nvPr/>
        </p:nvSpPr>
        <p:spPr>
          <a:xfrm>
            <a:off x="3127450" y="305525"/>
            <a:ext cx="1675992" cy="234393"/>
          </a:xfrm>
          <a:custGeom>
            <a:avLst/>
            <a:gdLst/>
            <a:ahLst/>
            <a:cxnLst/>
            <a:rect l="l" t="t" r="r" b="b"/>
            <a:pathLst>
              <a:path w="50217" h="7023" extrusionOk="0">
                <a:moveTo>
                  <a:pt x="25108" y="1"/>
                </a:moveTo>
                <a:cubicBezTo>
                  <a:pt x="21300" y="1"/>
                  <a:pt x="17492" y="1237"/>
                  <a:pt x="15020" y="3709"/>
                </a:cubicBezTo>
                <a:cubicBezTo>
                  <a:pt x="13484" y="2533"/>
                  <a:pt x="12160" y="2071"/>
                  <a:pt x="10986" y="2071"/>
                </a:cubicBezTo>
                <a:cubicBezTo>
                  <a:pt x="8931" y="2071"/>
                  <a:pt x="7332" y="3485"/>
                  <a:pt x="5853" y="4965"/>
                </a:cubicBezTo>
                <a:cubicBezTo>
                  <a:pt x="5079" y="4711"/>
                  <a:pt x="4398" y="4607"/>
                  <a:pt x="3800" y="4607"/>
                </a:cubicBezTo>
                <a:cubicBezTo>
                  <a:pt x="934" y="4607"/>
                  <a:pt x="0" y="7023"/>
                  <a:pt x="0" y="7023"/>
                </a:cubicBezTo>
                <a:lnTo>
                  <a:pt x="50216" y="7023"/>
                </a:lnTo>
                <a:cubicBezTo>
                  <a:pt x="50216" y="7023"/>
                  <a:pt x="49283" y="4607"/>
                  <a:pt x="46416" y="4607"/>
                </a:cubicBezTo>
                <a:cubicBezTo>
                  <a:pt x="45819" y="4607"/>
                  <a:pt x="45137" y="4711"/>
                  <a:pt x="44363" y="4965"/>
                </a:cubicBezTo>
                <a:cubicBezTo>
                  <a:pt x="42884" y="3485"/>
                  <a:pt x="41285" y="2071"/>
                  <a:pt x="39230" y="2071"/>
                </a:cubicBezTo>
                <a:cubicBezTo>
                  <a:pt x="38056" y="2071"/>
                  <a:pt x="36732" y="2533"/>
                  <a:pt x="35197" y="3709"/>
                </a:cubicBezTo>
                <a:cubicBezTo>
                  <a:pt x="32725" y="1237"/>
                  <a:pt x="28916" y="1"/>
                  <a:pt x="25108" y="1"/>
                </a:cubicBezTo>
                <a:close/>
              </a:path>
            </a:pathLst>
          </a:custGeom>
          <a:gradFill>
            <a:gsLst>
              <a:gs pos="0">
                <a:srgbClr val="FEFAF9">
                  <a:alpha val="18823"/>
                </a:srgbClr>
              </a:gs>
              <a:gs pos="100000">
                <a:srgbClr val="FEFAF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05" name="Google Shape;905;p48">
            <a:extLst>
              <a:ext uri="{FF2B5EF4-FFF2-40B4-BE49-F238E27FC236}">
                <a16:creationId xmlns:a16="http://schemas.microsoft.com/office/drawing/2014/main" id="{26AA5B19-75ED-F490-4091-6D70311226AE}"/>
              </a:ext>
            </a:extLst>
          </p:cNvPr>
          <p:cNvGrpSpPr/>
          <p:nvPr/>
        </p:nvGrpSpPr>
        <p:grpSpPr>
          <a:xfrm>
            <a:off x="6885551" y="84275"/>
            <a:ext cx="2080622" cy="1341130"/>
            <a:chOff x="1301165" y="1157310"/>
            <a:chExt cx="2080622" cy="1341130"/>
          </a:xfrm>
        </p:grpSpPr>
        <p:grpSp>
          <p:nvGrpSpPr>
            <p:cNvPr id="906" name="Google Shape;906;p48">
              <a:extLst>
                <a:ext uri="{FF2B5EF4-FFF2-40B4-BE49-F238E27FC236}">
                  <a16:creationId xmlns:a16="http://schemas.microsoft.com/office/drawing/2014/main" id="{9FA10286-5E80-3E36-F018-81AB6E7C8148}"/>
                </a:ext>
              </a:extLst>
            </p:cNvPr>
            <p:cNvGrpSpPr/>
            <p:nvPr/>
          </p:nvGrpSpPr>
          <p:grpSpPr>
            <a:xfrm>
              <a:off x="1301165" y="1157310"/>
              <a:ext cx="2080622" cy="1341130"/>
              <a:chOff x="1032725" y="1485988"/>
              <a:chExt cx="1688542" cy="1088403"/>
            </a:xfrm>
          </p:grpSpPr>
          <p:sp>
            <p:nvSpPr>
              <p:cNvPr id="907" name="Google Shape;907;p48">
                <a:extLst>
                  <a:ext uri="{FF2B5EF4-FFF2-40B4-BE49-F238E27FC236}">
                    <a16:creationId xmlns:a16="http://schemas.microsoft.com/office/drawing/2014/main" id="{3D944D1B-28C8-E612-EE9A-E3477C1566DD}"/>
                  </a:ext>
                </a:extLst>
              </p:cNvPr>
              <p:cNvSpPr/>
              <p:nvPr/>
            </p:nvSpPr>
            <p:spPr>
              <a:xfrm>
                <a:off x="1445717" y="1606654"/>
                <a:ext cx="663840" cy="225403"/>
              </a:xfrm>
              <a:custGeom>
                <a:avLst/>
                <a:gdLst/>
                <a:ahLst/>
                <a:cxnLst/>
                <a:rect l="l" t="t" r="r" b="b"/>
                <a:pathLst>
                  <a:path w="18304" h="6215" extrusionOk="0">
                    <a:moveTo>
                      <a:pt x="3125" y="0"/>
                    </a:moveTo>
                    <a:lnTo>
                      <a:pt x="0" y="1638"/>
                    </a:lnTo>
                    <a:lnTo>
                      <a:pt x="11821" y="6190"/>
                    </a:lnTo>
                    <a:cubicBezTo>
                      <a:pt x="11865" y="6206"/>
                      <a:pt x="11910" y="6215"/>
                      <a:pt x="11954" y="6215"/>
                    </a:cubicBezTo>
                    <a:cubicBezTo>
                      <a:pt x="12004" y="6215"/>
                      <a:pt x="12053" y="6204"/>
                      <a:pt x="12097" y="6182"/>
                    </a:cubicBezTo>
                    <a:lnTo>
                      <a:pt x="18045" y="3049"/>
                    </a:lnTo>
                    <a:cubicBezTo>
                      <a:pt x="18304" y="2907"/>
                      <a:pt x="18262" y="2523"/>
                      <a:pt x="17987" y="2448"/>
                    </a:cubicBezTo>
                    <a:cubicBezTo>
                      <a:pt x="15664" y="1813"/>
                      <a:pt x="8680" y="34"/>
                      <a:pt x="31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48">
                <a:extLst>
                  <a:ext uri="{FF2B5EF4-FFF2-40B4-BE49-F238E27FC236}">
                    <a16:creationId xmlns:a16="http://schemas.microsoft.com/office/drawing/2014/main" id="{7D2FA132-BAE4-42AD-9B21-AC193C3F2DCA}"/>
                  </a:ext>
                </a:extLst>
              </p:cNvPr>
              <p:cNvSpPr/>
              <p:nvPr/>
            </p:nvSpPr>
            <p:spPr>
              <a:xfrm>
                <a:off x="1445717" y="1632985"/>
                <a:ext cx="520257" cy="199072"/>
              </a:xfrm>
              <a:custGeom>
                <a:avLst/>
                <a:gdLst/>
                <a:ahLst/>
                <a:cxnLst/>
                <a:rect l="l" t="t" r="r" b="b"/>
                <a:pathLst>
                  <a:path w="14345" h="5489" extrusionOk="0">
                    <a:moveTo>
                      <a:pt x="1730" y="1"/>
                    </a:moveTo>
                    <a:lnTo>
                      <a:pt x="0" y="912"/>
                    </a:lnTo>
                    <a:lnTo>
                      <a:pt x="11821" y="5464"/>
                    </a:lnTo>
                    <a:cubicBezTo>
                      <a:pt x="11865" y="5480"/>
                      <a:pt x="11910" y="5489"/>
                      <a:pt x="11954" y="5489"/>
                    </a:cubicBezTo>
                    <a:cubicBezTo>
                      <a:pt x="12004" y="5489"/>
                      <a:pt x="12053" y="5478"/>
                      <a:pt x="12097" y="5456"/>
                    </a:cubicBezTo>
                    <a:lnTo>
                      <a:pt x="14344" y="4270"/>
                    </a:lnTo>
                    <a:lnTo>
                      <a:pt x="173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48">
                <a:extLst>
                  <a:ext uri="{FF2B5EF4-FFF2-40B4-BE49-F238E27FC236}">
                    <a16:creationId xmlns:a16="http://schemas.microsoft.com/office/drawing/2014/main" id="{4E53DCDC-CE18-4578-DBF4-740AD6DD55A5}"/>
                  </a:ext>
                </a:extLst>
              </p:cNvPr>
              <p:cNvSpPr/>
              <p:nvPr/>
            </p:nvSpPr>
            <p:spPr>
              <a:xfrm>
                <a:off x="1032725" y="1485988"/>
                <a:ext cx="1688542" cy="767856"/>
              </a:xfrm>
              <a:custGeom>
                <a:avLst/>
                <a:gdLst/>
                <a:ahLst/>
                <a:cxnLst/>
                <a:rect l="l" t="t" r="r" b="b"/>
                <a:pathLst>
                  <a:path w="46558" h="21172" extrusionOk="0">
                    <a:moveTo>
                      <a:pt x="39740" y="1"/>
                    </a:moveTo>
                    <a:cubicBezTo>
                      <a:pt x="38819" y="1"/>
                      <a:pt x="37908" y="222"/>
                      <a:pt x="37084" y="654"/>
                    </a:cubicBezTo>
                    <a:lnTo>
                      <a:pt x="9207" y="15315"/>
                    </a:lnTo>
                    <a:lnTo>
                      <a:pt x="2290" y="13160"/>
                    </a:lnTo>
                    <a:lnTo>
                      <a:pt x="1" y="14471"/>
                    </a:lnTo>
                    <a:lnTo>
                      <a:pt x="327" y="15090"/>
                    </a:lnTo>
                    <a:cubicBezTo>
                      <a:pt x="2358" y="18960"/>
                      <a:pt x="6311" y="21172"/>
                      <a:pt x="10403" y="21172"/>
                    </a:cubicBezTo>
                    <a:cubicBezTo>
                      <a:pt x="12185" y="21172"/>
                      <a:pt x="13994" y="20752"/>
                      <a:pt x="15681" y="19868"/>
                    </a:cubicBezTo>
                    <a:lnTo>
                      <a:pt x="44678" y="4622"/>
                    </a:lnTo>
                    <a:cubicBezTo>
                      <a:pt x="46558" y="3628"/>
                      <a:pt x="46065" y="813"/>
                      <a:pt x="43960" y="529"/>
                    </a:cubicBezTo>
                    <a:lnTo>
                      <a:pt x="43609" y="478"/>
                    </a:lnTo>
                    <a:lnTo>
                      <a:pt x="41261" y="161"/>
                    </a:lnTo>
                    <a:lnTo>
                      <a:pt x="40509" y="52"/>
                    </a:lnTo>
                    <a:cubicBezTo>
                      <a:pt x="40253" y="18"/>
                      <a:pt x="39996" y="1"/>
                      <a:pt x="397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48">
                <a:extLst>
                  <a:ext uri="{FF2B5EF4-FFF2-40B4-BE49-F238E27FC236}">
                    <a16:creationId xmlns:a16="http://schemas.microsoft.com/office/drawing/2014/main" id="{D3E7F933-4509-9F37-E1F3-08B700539029}"/>
                  </a:ext>
                </a:extLst>
              </p:cNvPr>
              <p:cNvSpPr/>
              <p:nvPr/>
            </p:nvSpPr>
            <p:spPr>
              <a:xfrm>
                <a:off x="1391786" y="1568753"/>
                <a:ext cx="1309220" cy="684912"/>
              </a:xfrm>
              <a:custGeom>
                <a:avLst/>
                <a:gdLst/>
                <a:ahLst/>
                <a:cxnLst/>
                <a:rect l="l" t="t" r="r" b="b"/>
                <a:pathLst>
                  <a:path w="36099" h="18885" extrusionOk="0">
                    <a:moveTo>
                      <a:pt x="35906" y="1"/>
                    </a:moveTo>
                    <a:lnTo>
                      <a:pt x="0" y="18873"/>
                    </a:lnTo>
                    <a:cubicBezTo>
                      <a:pt x="171" y="18880"/>
                      <a:pt x="341" y="18884"/>
                      <a:pt x="511" y="18884"/>
                    </a:cubicBezTo>
                    <a:cubicBezTo>
                      <a:pt x="2343" y="18884"/>
                      <a:pt x="4153" y="18434"/>
                      <a:pt x="5781" y="17578"/>
                    </a:cubicBezTo>
                    <a:lnTo>
                      <a:pt x="34778" y="2332"/>
                    </a:lnTo>
                    <a:cubicBezTo>
                      <a:pt x="35630" y="1897"/>
                      <a:pt x="36098" y="937"/>
                      <a:pt x="359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48">
                <a:extLst>
                  <a:ext uri="{FF2B5EF4-FFF2-40B4-BE49-F238E27FC236}">
                    <a16:creationId xmlns:a16="http://schemas.microsoft.com/office/drawing/2014/main" id="{D511C271-A883-BE9A-72A6-DBCB7001755E}"/>
                  </a:ext>
                </a:extLst>
              </p:cNvPr>
              <p:cNvSpPr/>
              <p:nvPr/>
            </p:nvSpPr>
            <p:spPr>
              <a:xfrm>
                <a:off x="1695971" y="1847986"/>
                <a:ext cx="444313" cy="726402"/>
              </a:xfrm>
              <a:custGeom>
                <a:avLst/>
                <a:gdLst/>
                <a:ahLst/>
                <a:cxnLst/>
                <a:rect l="l" t="t" r="r" b="b"/>
                <a:pathLst>
                  <a:path w="12251" h="20029" extrusionOk="0">
                    <a:moveTo>
                      <a:pt x="11761" y="0"/>
                    </a:moveTo>
                    <a:cubicBezTo>
                      <a:pt x="11699" y="0"/>
                      <a:pt x="11634" y="14"/>
                      <a:pt x="11571" y="46"/>
                    </a:cubicBezTo>
                    <a:lnTo>
                      <a:pt x="3969" y="4039"/>
                    </a:lnTo>
                    <a:cubicBezTo>
                      <a:pt x="3869" y="4098"/>
                      <a:pt x="3793" y="4198"/>
                      <a:pt x="3760" y="4315"/>
                    </a:cubicBezTo>
                    <a:lnTo>
                      <a:pt x="1" y="20029"/>
                    </a:lnTo>
                    <a:lnTo>
                      <a:pt x="3977" y="17940"/>
                    </a:lnTo>
                    <a:cubicBezTo>
                      <a:pt x="7954" y="12067"/>
                      <a:pt x="11145" y="3446"/>
                      <a:pt x="12156" y="547"/>
                    </a:cubicBezTo>
                    <a:cubicBezTo>
                      <a:pt x="12251" y="263"/>
                      <a:pt x="12027" y="0"/>
                      <a:pt x="117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48">
                <a:extLst>
                  <a:ext uri="{FF2B5EF4-FFF2-40B4-BE49-F238E27FC236}">
                    <a16:creationId xmlns:a16="http://schemas.microsoft.com/office/drawing/2014/main" id="{CC82DE8B-FD8B-B85E-E90A-89B5237B4F86}"/>
                  </a:ext>
                </a:extLst>
              </p:cNvPr>
              <p:cNvSpPr/>
              <p:nvPr/>
            </p:nvSpPr>
            <p:spPr>
              <a:xfrm>
                <a:off x="1695971" y="1939637"/>
                <a:ext cx="248179" cy="634754"/>
              </a:xfrm>
              <a:custGeom>
                <a:avLst/>
                <a:gdLst/>
                <a:ahLst/>
                <a:cxnLst/>
                <a:rect l="l" t="t" r="r" b="b"/>
                <a:pathLst>
                  <a:path w="6843" h="17502" extrusionOk="0">
                    <a:moveTo>
                      <a:pt x="6843" y="0"/>
                    </a:moveTo>
                    <a:lnTo>
                      <a:pt x="3969" y="1512"/>
                    </a:lnTo>
                    <a:cubicBezTo>
                      <a:pt x="3869" y="1571"/>
                      <a:pt x="3793" y="1671"/>
                      <a:pt x="3760" y="1788"/>
                    </a:cubicBezTo>
                    <a:lnTo>
                      <a:pt x="1" y="17502"/>
                    </a:lnTo>
                    <a:lnTo>
                      <a:pt x="1" y="17502"/>
                    </a:lnTo>
                    <a:lnTo>
                      <a:pt x="2198" y="16349"/>
                    </a:lnTo>
                    <a:lnTo>
                      <a:pt x="68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48">
                <a:extLst>
                  <a:ext uri="{FF2B5EF4-FFF2-40B4-BE49-F238E27FC236}">
                    <a16:creationId xmlns:a16="http://schemas.microsoft.com/office/drawing/2014/main" id="{45E21C7A-FDFB-81C6-5EE9-BFE5B473D571}"/>
                  </a:ext>
                </a:extLst>
              </p:cNvPr>
              <p:cNvSpPr/>
              <p:nvPr/>
            </p:nvSpPr>
            <p:spPr>
              <a:xfrm>
                <a:off x="2426787" y="1491791"/>
                <a:ext cx="187576" cy="88311"/>
              </a:xfrm>
              <a:custGeom>
                <a:avLst/>
                <a:gdLst/>
                <a:ahLst/>
                <a:cxnLst/>
                <a:rect l="l" t="t" r="r" b="b"/>
                <a:pathLst>
                  <a:path w="5172" h="2435" extrusionOk="0">
                    <a:moveTo>
                      <a:pt x="2824" y="1"/>
                    </a:moveTo>
                    <a:lnTo>
                      <a:pt x="377" y="1287"/>
                    </a:lnTo>
                    <a:cubicBezTo>
                      <a:pt x="93" y="1438"/>
                      <a:pt x="1" y="1830"/>
                      <a:pt x="176" y="2165"/>
                    </a:cubicBezTo>
                    <a:cubicBezTo>
                      <a:pt x="278" y="2359"/>
                      <a:pt x="560" y="2434"/>
                      <a:pt x="834" y="2434"/>
                    </a:cubicBezTo>
                    <a:cubicBezTo>
                      <a:pt x="1032" y="2434"/>
                      <a:pt x="1227" y="2395"/>
                      <a:pt x="1346" y="2332"/>
                    </a:cubicBezTo>
                    <a:lnTo>
                      <a:pt x="5172" y="318"/>
                    </a:lnTo>
                    <a:lnTo>
                      <a:pt x="28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4" name="Google Shape;914;p48">
              <a:extLst>
                <a:ext uri="{FF2B5EF4-FFF2-40B4-BE49-F238E27FC236}">
                  <a16:creationId xmlns:a16="http://schemas.microsoft.com/office/drawing/2014/main" id="{C829E7EA-4BA9-A86E-AEB1-E8C607AF8925}"/>
                </a:ext>
              </a:extLst>
            </p:cNvPr>
            <p:cNvGrpSpPr/>
            <p:nvPr/>
          </p:nvGrpSpPr>
          <p:grpSpPr>
            <a:xfrm>
              <a:off x="1835438" y="1257997"/>
              <a:ext cx="1171957" cy="643137"/>
              <a:chOff x="1466318" y="1567701"/>
              <a:chExt cx="951110" cy="521942"/>
            </a:xfrm>
          </p:grpSpPr>
          <p:sp>
            <p:nvSpPr>
              <p:cNvPr id="915" name="Google Shape;915;p48">
                <a:extLst>
                  <a:ext uri="{FF2B5EF4-FFF2-40B4-BE49-F238E27FC236}">
                    <a16:creationId xmlns:a16="http://schemas.microsoft.com/office/drawing/2014/main" id="{4BD6E0C6-0953-2624-36FD-F466C45D3E63}"/>
                  </a:ext>
                </a:extLst>
              </p:cNvPr>
              <p:cNvSpPr/>
              <p:nvPr/>
            </p:nvSpPr>
            <p:spPr>
              <a:xfrm>
                <a:off x="1466318" y="2041008"/>
                <a:ext cx="50629" cy="48635"/>
              </a:xfrm>
              <a:custGeom>
                <a:avLst/>
                <a:gdLst/>
                <a:ahLst/>
                <a:cxnLst/>
                <a:rect l="l" t="t" r="r" b="b"/>
                <a:pathLst>
                  <a:path w="1396" h="1341" extrusionOk="0">
                    <a:moveTo>
                      <a:pt x="622" y="0"/>
                    </a:moveTo>
                    <a:cubicBezTo>
                      <a:pt x="538" y="0"/>
                      <a:pt x="454" y="20"/>
                      <a:pt x="376" y="62"/>
                    </a:cubicBezTo>
                    <a:cubicBezTo>
                      <a:pt x="92" y="213"/>
                      <a:pt x="0" y="614"/>
                      <a:pt x="176" y="948"/>
                    </a:cubicBezTo>
                    <a:cubicBezTo>
                      <a:pt x="305" y="1194"/>
                      <a:pt x="543" y="1340"/>
                      <a:pt x="776" y="1340"/>
                    </a:cubicBezTo>
                    <a:cubicBezTo>
                      <a:pt x="860" y="1340"/>
                      <a:pt x="943" y="1322"/>
                      <a:pt x="1020" y="1282"/>
                    </a:cubicBezTo>
                    <a:cubicBezTo>
                      <a:pt x="1304" y="1123"/>
                      <a:pt x="1395" y="731"/>
                      <a:pt x="1220" y="396"/>
                    </a:cubicBezTo>
                    <a:cubicBezTo>
                      <a:pt x="1091" y="151"/>
                      <a:pt x="854" y="0"/>
                      <a:pt x="6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48">
                <a:extLst>
                  <a:ext uri="{FF2B5EF4-FFF2-40B4-BE49-F238E27FC236}">
                    <a16:creationId xmlns:a16="http://schemas.microsoft.com/office/drawing/2014/main" id="{5CE488B2-92F0-11AB-AE9C-A594BCF67447}"/>
                  </a:ext>
                </a:extLst>
              </p:cNvPr>
              <p:cNvSpPr/>
              <p:nvPr/>
            </p:nvSpPr>
            <p:spPr>
              <a:xfrm>
                <a:off x="1526306" y="2009454"/>
                <a:ext cx="50629" cy="48381"/>
              </a:xfrm>
              <a:custGeom>
                <a:avLst/>
                <a:gdLst/>
                <a:ahLst/>
                <a:cxnLst/>
                <a:rect l="l" t="t" r="r" b="b"/>
                <a:pathLst>
                  <a:path w="1396" h="1334" extrusionOk="0">
                    <a:moveTo>
                      <a:pt x="630" y="0"/>
                    </a:moveTo>
                    <a:cubicBezTo>
                      <a:pt x="545" y="0"/>
                      <a:pt x="462" y="20"/>
                      <a:pt x="385" y="63"/>
                    </a:cubicBezTo>
                    <a:cubicBezTo>
                      <a:pt x="92" y="214"/>
                      <a:pt x="0" y="606"/>
                      <a:pt x="176" y="941"/>
                    </a:cubicBezTo>
                    <a:cubicBezTo>
                      <a:pt x="305" y="1187"/>
                      <a:pt x="548" y="1333"/>
                      <a:pt x="780" y="1333"/>
                    </a:cubicBezTo>
                    <a:cubicBezTo>
                      <a:pt x="863" y="1333"/>
                      <a:pt x="945" y="1314"/>
                      <a:pt x="1020" y="1275"/>
                    </a:cubicBezTo>
                    <a:cubicBezTo>
                      <a:pt x="1312" y="1124"/>
                      <a:pt x="1396" y="732"/>
                      <a:pt x="1220" y="398"/>
                    </a:cubicBezTo>
                    <a:cubicBezTo>
                      <a:pt x="1092" y="148"/>
                      <a:pt x="858" y="0"/>
                      <a:pt x="6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48">
                <a:extLst>
                  <a:ext uri="{FF2B5EF4-FFF2-40B4-BE49-F238E27FC236}">
                    <a16:creationId xmlns:a16="http://schemas.microsoft.com/office/drawing/2014/main" id="{6E934A73-DF58-380C-8FC6-81F059D98369}"/>
                  </a:ext>
                </a:extLst>
              </p:cNvPr>
              <p:cNvSpPr/>
              <p:nvPr/>
            </p:nvSpPr>
            <p:spPr>
              <a:xfrm>
                <a:off x="1586295" y="1977937"/>
                <a:ext cx="50956" cy="48381"/>
              </a:xfrm>
              <a:custGeom>
                <a:avLst/>
                <a:gdLst/>
                <a:ahLst/>
                <a:cxnLst/>
                <a:rect l="l" t="t" r="r" b="b"/>
                <a:pathLst>
                  <a:path w="1405" h="1334" extrusionOk="0">
                    <a:moveTo>
                      <a:pt x="630" y="0"/>
                    </a:moveTo>
                    <a:cubicBezTo>
                      <a:pt x="545" y="0"/>
                      <a:pt x="462" y="21"/>
                      <a:pt x="385" y="64"/>
                    </a:cubicBezTo>
                    <a:cubicBezTo>
                      <a:pt x="92" y="214"/>
                      <a:pt x="1" y="607"/>
                      <a:pt x="176" y="941"/>
                    </a:cubicBezTo>
                    <a:cubicBezTo>
                      <a:pt x="311" y="1187"/>
                      <a:pt x="551" y="1333"/>
                      <a:pt x="781" y="1333"/>
                    </a:cubicBezTo>
                    <a:cubicBezTo>
                      <a:pt x="864" y="1333"/>
                      <a:pt x="945" y="1315"/>
                      <a:pt x="1020" y="1275"/>
                    </a:cubicBezTo>
                    <a:cubicBezTo>
                      <a:pt x="1312" y="1125"/>
                      <a:pt x="1404" y="732"/>
                      <a:pt x="1220" y="398"/>
                    </a:cubicBezTo>
                    <a:cubicBezTo>
                      <a:pt x="1092" y="148"/>
                      <a:pt x="858" y="0"/>
                      <a:pt x="6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48">
                <a:extLst>
                  <a:ext uri="{FF2B5EF4-FFF2-40B4-BE49-F238E27FC236}">
                    <a16:creationId xmlns:a16="http://schemas.microsoft.com/office/drawing/2014/main" id="{59AA8738-D67C-41F6-2E3B-08F79D684FAF}"/>
                  </a:ext>
                </a:extLst>
              </p:cNvPr>
              <p:cNvSpPr/>
              <p:nvPr/>
            </p:nvSpPr>
            <p:spPr>
              <a:xfrm>
                <a:off x="1646283" y="1946310"/>
                <a:ext cx="50956" cy="48490"/>
              </a:xfrm>
              <a:custGeom>
                <a:avLst/>
                <a:gdLst/>
                <a:ahLst/>
                <a:cxnLst/>
                <a:rect l="l" t="t" r="r" b="b"/>
                <a:pathLst>
                  <a:path w="1405" h="1337" extrusionOk="0">
                    <a:moveTo>
                      <a:pt x="625" y="0"/>
                    </a:moveTo>
                    <a:cubicBezTo>
                      <a:pt x="542" y="0"/>
                      <a:pt x="460" y="19"/>
                      <a:pt x="385" y="58"/>
                    </a:cubicBezTo>
                    <a:cubicBezTo>
                      <a:pt x="93" y="217"/>
                      <a:pt x="1" y="610"/>
                      <a:pt x="184" y="944"/>
                    </a:cubicBezTo>
                    <a:cubicBezTo>
                      <a:pt x="314" y="1190"/>
                      <a:pt x="552" y="1336"/>
                      <a:pt x="782" y="1336"/>
                    </a:cubicBezTo>
                    <a:cubicBezTo>
                      <a:pt x="864" y="1336"/>
                      <a:pt x="945" y="1318"/>
                      <a:pt x="1020" y="1278"/>
                    </a:cubicBezTo>
                    <a:cubicBezTo>
                      <a:pt x="1312" y="1128"/>
                      <a:pt x="1404" y="735"/>
                      <a:pt x="1229" y="393"/>
                    </a:cubicBezTo>
                    <a:cubicBezTo>
                      <a:pt x="1099" y="146"/>
                      <a:pt x="857" y="0"/>
                      <a:pt x="6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48">
                <a:extLst>
                  <a:ext uri="{FF2B5EF4-FFF2-40B4-BE49-F238E27FC236}">
                    <a16:creationId xmlns:a16="http://schemas.microsoft.com/office/drawing/2014/main" id="{F9ED58E6-9B38-BDF2-83FC-B92D6A75A672}"/>
                  </a:ext>
                </a:extLst>
              </p:cNvPr>
              <p:cNvSpPr/>
              <p:nvPr/>
            </p:nvSpPr>
            <p:spPr>
              <a:xfrm>
                <a:off x="1706598" y="1914793"/>
                <a:ext cx="50629" cy="48490"/>
              </a:xfrm>
              <a:custGeom>
                <a:avLst/>
                <a:gdLst/>
                <a:ahLst/>
                <a:cxnLst/>
                <a:rect l="l" t="t" r="r" b="b"/>
                <a:pathLst>
                  <a:path w="1396" h="1337" extrusionOk="0">
                    <a:moveTo>
                      <a:pt x="616" y="0"/>
                    </a:moveTo>
                    <a:cubicBezTo>
                      <a:pt x="533" y="0"/>
                      <a:pt x="451" y="19"/>
                      <a:pt x="376" y="59"/>
                    </a:cubicBezTo>
                    <a:cubicBezTo>
                      <a:pt x="84" y="209"/>
                      <a:pt x="0" y="610"/>
                      <a:pt x="176" y="944"/>
                    </a:cubicBezTo>
                    <a:cubicBezTo>
                      <a:pt x="305" y="1190"/>
                      <a:pt x="543" y="1337"/>
                      <a:pt x="773" y="1337"/>
                    </a:cubicBezTo>
                    <a:cubicBezTo>
                      <a:pt x="855" y="1337"/>
                      <a:pt x="936" y="1318"/>
                      <a:pt x="1011" y="1278"/>
                    </a:cubicBezTo>
                    <a:cubicBezTo>
                      <a:pt x="1303" y="1128"/>
                      <a:pt x="1395" y="727"/>
                      <a:pt x="1220" y="393"/>
                    </a:cubicBezTo>
                    <a:cubicBezTo>
                      <a:pt x="1091" y="147"/>
                      <a:pt x="848" y="0"/>
                      <a:pt x="6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48">
                <a:extLst>
                  <a:ext uri="{FF2B5EF4-FFF2-40B4-BE49-F238E27FC236}">
                    <a16:creationId xmlns:a16="http://schemas.microsoft.com/office/drawing/2014/main" id="{4C33F193-A47B-9946-BEB4-0F375278591C}"/>
                  </a:ext>
                </a:extLst>
              </p:cNvPr>
              <p:cNvSpPr/>
              <p:nvPr/>
            </p:nvSpPr>
            <p:spPr>
              <a:xfrm>
                <a:off x="1766587" y="1883275"/>
                <a:ext cx="50629" cy="48490"/>
              </a:xfrm>
              <a:custGeom>
                <a:avLst/>
                <a:gdLst/>
                <a:ahLst/>
                <a:cxnLst/>
                <a:rect l="l" t="t" r="r" b="b"/>
                <a:pathLst>
                  <a:path w="1396" h="1337" extrusionOk="0">
                    <a:moveTo>
                      <a:pt x="619" y="0"/>
                    </a:moveTo>
                    <a:cubicBezTo>
                      <a:pt x="536" y="0"/>
                      <a:pt x="453" y="19"/>
                      <a:pt x="376" y="59"/>
                    </a:cubicBezTo>
                    <a:cubicBezTo>
                      <a:pt x="92" y="209"/>
                      <a:pt x="0" y="610"/>
                      <a:pt x="176" y="944"/>
                    </a:cubicBezTo>
                    <a:cubicBezTo>
                      <a:pt x="305" y="1190"/>
                      <a:pt x="543" y="1337"/>
                      <a:pt x="776" y="1337"/>
                    </a:cubicBezTo>
                    <a:cubicBezTo>
                      <a:pt x="860" y="1337"/>
                      <a:pt x="942" y="1318"/>
                      <a:pt x="1019" y="1278"/>
                    </a:cubicBezTo>
                    <a:cubicBezTo>
                      <a:pt x="1303" y="1128"/>
                      <a:pt x="1395" y="727"/>
                      <a:pt x="1220" y="393"/>
                    </a:cubicBezTo>
                    <a:cubicBezTo>
                      <a:pt x="1091" y="147"/>
                      <a:pt x="853" y="0"/>
                      <a:pt x="6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48">
                <a:extLst>
                  <a:ext uri="{FF2B5EF4-FFF2-40B4-BE49-F238E27FC236}">
                    <a16:creationId xmlns:a16="http://schemas.microsoft.com/office/drawing/2014/main" id="{F7F62CBE-078F-EFB1-AB12-56AABE6338A1}"/>
                  </a:ext>
                </a:extLst>
              </p:cNvPr>
              <p:cNvSpPr/>
              <p:nvPr/>
            </p:nvSpPr>
            <p:spPr>
              <a:xfrm>
                <a:off x="1826575" y="1851758"/>
                <a:ext cx="50629" cy="48526"/>
              </a:xfrm>
              <a:custGeom>
                <a:avLst/>
                <a:gdLst/>
                <a:ahLst/>
                <a:cxnLst/>
                <a:rect l="l" t="t" r="r" b="b"/>
                <a:pathLst>
                  <a:path w="1396" h="1338" extrusionOk="0">
                    <a:moveTo>
                      <a:pt x="620" y="1"/>
                    </a:moveTo>
                    <a:cubicBezTo>
                      <a:pt x="536" y="1"/>
                      <a:pt x="453" y="19"/>
                      <a:pt x="376" y="59"/>
                    </a:cubicBezTo>
                    <a:cubicBezTo>
                      <a:pt x="92" y="209"/>
                      <a:pt x="0" y="610"/>
                      <a:pt x="176" y="944"/>
                    </a:cubicBezTo>
                    <a:cubicBezTo>
                      <a:pt x="305" y="1191"/>
                      <a:pt x="543" y="1337"/>
                      <a:pt x="776" y="1337"/>
                    </a:cubicBezTo>
                    <a:cubicBezTo>
                      <a:pt x="860" y="1337"/>
                      <a:pt x="942" y="1318"/>
                      <a:pt x="1020" y="1279"/>
                    </a:cubicBezTo>
                    <a:cubicBezTo>
                      <a:pt x="1304" y="1120"/>
                      <a:pt x="1395" y="727"/>
                      <a:pt x="1220" y="393"/>
                    </a:cubicBezTo>
                    <a:cubicBezTo>
                      <a:pt x="1091" y="147"/>
                      <a:pt x="853" y="1"/>
                      <a:pt x="6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48">
                <a:extLst>
                  <a:ext uri="{FF2B5EF4-FFF2-40B4-BE49-F238E27FC236}">
                    <a16:creationId xmlns:a16="http://schemas.microsoft.com/office/drawing/2014/main" id="{A35F771B-CD71-D00A-1590-3715F68588E0}"/>
                  </a:ext>
                </a:extLst>
              </p:cNvPr>
              <p:cNvSpPr/>
              <p:nvPr/>
            </p:nvSpPr>
            <p:spPr>
              <a:xfrm>
                <a:off x="1886274" y="1820131"/>
                <a:ext cx="50920" cy="48635"/>
              </a:xfrm>
              <a:custGeom>
                <a:avLst/>
                <a:gdLst/>
                <a:ahLst/>
                <a:cxnLst/>
                <a:rect l="l" t="t" r="r" b="b"/>
                <a:pathLst>
                  <a:path w="1404" h="1341" extrusionOk="0">
                    <a:moveTo>
                      <a:pt x="626" y="0"/>
                    </a:moveTo>
                    <a:cubicBezTo>
                      <a:pt x="542" y="0"/>
                      <a:pt x="460" y="20"/>
                      <a:pt x="384" y="62"/>
                    </a:cubicBezTo>
                    <a:cubicBezTo>
                      <a:pt x="92" y="213"/>
                      <a:pt x="0" y="605"/>
                      <a:pt x="184" y="948"/>
                    </a:cubicBezTo>
                    <a:cubicBezTo>
                      <a:pt x="313" y="1194"/>
                      <a:pt x="551" y="1340"/>
                      <a:pt x="781" y="1340"/>
                    </a:cubicBezTo>
                    <a:cubicBezTo>
                      <a:pt x="863" y="1340"/>
                      <a:pt x="944" y="1321"/>
                      <a:pt x="1019" y="1282"/>
                    </a:cubicBezTo>
                    <a:cubicBezTo>
                      <a:pt x="1312" y="1123"/>
                      <a:pt x="1404" y="730"/>
                      <a:pt x="1228" y="396"/>
                    </a:cubicBezTo>
                    <a:cubicBezTo>
                      <a:pt x="1099" y="151"/>
                      <a:pt x="858" y="0"/>
                      <a:pt x="6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48">
                <a:extLst>
                  <a:ext uri="{FF2B5EF4-FFF2-40B4-BE49-F238E27FC236}">
                    <a16:creationId xmlns:a16="http://schemas.microsoft.com/office/drawing/2014/main" id="{1BFF4066-92C1-7DDB-2807-917F40BEC2E0}"/>
                  </a:ext>
                </a:extLst>
              </p:cNvPr>
              <p:cNvSpPr/>
              <p:nvPr/>
            </p:nvSpPr>
            <p:spPr>
              <a:xfrm>
                <a:off x="1946552" y="1788578"/>
                <a:ext cx="50629" cy="48381"/>
              </a:xfrm>
              <a:custGeom>
                <a:avLst/>
                <a:gdLst/>
                <a:ahLst/>
                <a:cxnLst/>
                <a:rect l="l" t="t" r="r" b="b"/>
                <a:pathLst>
                  <a:path w="1396" h="1334" extrusionOk="0">
                    <a:moveTo>
                      <a:pt x="627" y="0"/>
                    </a:moveTo>
                    <a:cubicBezTo>
                      <a:pt x="541" y="0"/>
                      <a:pt x="456" y="20"/>
                      <a:pt x="376" y="63"/>
                    </a:cubicBezTo>
                    <a:cubicBezTo>
                      <a:pt x="92" y="214"/>
                      <a:pt x="1" y="615"/>
                      <a:pt x="176" y="941"/>
                    </a:cubicBezTo>
                    <a:cubicBezTo>
                      <a:pt x="305" y="1187"/>
                      <a:pt x="543" y="1333"/>
                      <a:pt x="776" y="1333"/>
                    </a:cubicBezTo>
                    <a:cubicBezTo>
                      <a:pt x="860" y="1333"/>
                      <a:pt x="943" y="1314"/>
                      <a:pt x="1020" y="1275"/>
                    </a:cubicBezTo>
                    <a:cubicBezTo>
                      <a:pt x="1304" y="1124"/>
                      <a:pt x="1396" y="732"/>
                      <a:pt x="1220" y="398"/>
                    </a:cubicBezTo>
                    <a:cubicBezTo>
                      <a:pt x="1092" y="148"/>
                      <a:pt x="858" y="0"/>
                      <a:pt x="6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48">
                <a:extLst>
                  <a:ext uri="{FF2B5EF4-FFF2-40B4-BE49-F238E27FC236}">
                    <a16:creationId xmlns:a16="http://schemas.microsoft.com/office/drawing/2014/main" id="{46D4D3D4-F065-BB67-5B87-A8ABDFC9CE25}"/>
                  </a:ext>
                </a:extLst>
              </p:cNvPr>
              <p:cNvSpPr/>
              <p:nvPr/>
            </p:nvSpPr>
            <p:spPr>
              <a:xfrm>
                <a:off x="2006541" y="1757060"/>
                <a:ext cx="50629" cy="48381"/>
              </a:xfrm>
              <a:custGeom>
                <a:avLst/>
                <a:gdLst/>
                <a:ahLst/>
                <a:cxnLst/>
                <a:rect l="l" t="t" r="r" b="b"/>
                <a:pathLst>
                  <a:path w="1396" h="1334" extrusionOk="0">
                    <a:moveTo>
                      <a:pt x="627" y="0"/>
                    </a:moveTo>
                    <a:cubicBezTo>
                      <a:pt x="541" y="0"/>
                      <a:pt x="456" y="21"/>
                      <a:pt x="377" y="64"/>
                    </a:cubicBezTo>
                    <a:cubicBezTo>
                      <a:pt x="93" y="214"/>
                      <a:pt x="1" y="607"/>
                      <a:pt x="176" y="941"/>
                    </a:cubicBezTo>
                    <a:cubicBezTo>
                      <a:pt x="305" y="1187"/>
                      <a:pt x="543" y="1333"/>
                      <a:pt x="776" y="1333"/>
                    </a:cubicBezTo>
                    <a:cubicBezTo>
                      <a:pt x="860" y="1333"/>
                      <a:pt x="943" y="1314"/>
                      <a:pt x="1020" y="1275"/>
                    </a:cubicBezTo>
                    <a:cubicBezTo>
                      <a:pt x="1312" y="1124"/>
                      <a:pt x="1396" y="732"/>
                      <a:pt x="1220" y="398"/>
                    </a:cubicBezTo>
                    <a:cubicBezTo>
                      <a:pt x="1092" y="148"/>
                      <a:pt x="858" y="0"/>
                      <a:pt x="6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48">
                <a:extLst>
                  <a:ext uri="{FF2B5EF4-FFF2-40B4-BE49-F238E27FC236}">
                    <a16:creationId xmlns:a16="http://schemas.microsoft.com/office/drawing/2014/main" id="{110D132A-13CC-9C7A-515F-EC1F378DECC8}"/>
                  </a:ext>
                </a:extLst>
              </p:cNvPr>
              <p:cNvSpPr/>
              <p:nvPr/>
            </p:nvSpPr>
            <p:spPr>
              <a:xfrm>
                <a:off x="2066529" y="1725398"/>
                <a:ext cx="50956" cy="48526"/>
              </a:xfrm>
              <a:custGeom>
                <a:avLst/>
                <a:gdLst/>
                <a:ahLst/>
                <a:cxnLst/>
                <a:rect l="l" t="t" r="r" b="b"/>
                <a:pathLst>
                  <a:path w="1405" h="1338" extrusionOk="0">
                    <a:moveTo>
                      <a:pt x="623" y="1"/>
                    </a:moveTo>
                    <a:cubicBezTo>
                      <a:pt x="541" y="1"/>
                      <a:pt x="460" y="20"/>
                      <a:pt x="385" y="59"/>
                    </a:cubicBezTo>
                    <a:cubicBezTo>
                      <a:pt x="93" y="218"/>
                      <a:pt x="1" y="611"/>
                      <a:pt x="176" y="945"/>
                    </a:cubicBezTo>
                    <a:cubicBezTo>
                      <a:pt x="312" y="1191"/>
                      <a:pt x="551" y="1337"/>
                      <a:pt x="781" y="1337"/>
                    </a:cubicBezTo>
                    <a:cubicBezTo>
                      <a:pt x="864" y="1337"/>
                      <a:pt x="945" y="1319"/>
                      <a:pt x="1020" y="1279"/>
                    </a:cubicBezTo>
                    <a:cubicBezTo>
                      <a:pt x="1312" y="1129"/>
                      <a:pt x="1404" y="736"/>
                      <a:pt x="1220" y="394"/>
                    </a:cubicBezTo>
                    <a:cubicBezTo>
                      <a:pt x="1091" y="147"/>
                      <a:pt x="853" y="1"/>
                      <a:pt x="6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48">
                <a:extLst>
                  <a:ext uri="{FF2B5EF4-FFF2-40B4-BE49-F238E27FC236}">
                    <a16:creationId xmlns:a16="http://schemas.microsoft.com/office/drawing/2014/main" id="{D302BFCB-38E3-08E3-3B2F-F4113FC401D6}"/>
                  </a:ext>
                </a:extLst>
              </p:cNvPr>
              <p:cNvSpPr/>
              <p:nvPr/>
            </p:nvSpPr>
            <p:spPr>
              <a:xfrm>
                <a:off x="2126518" y="1693916"/>
                <a:ext cx="50956" cy="48490"/>
              </a:xfrm>
              <a:custGeom>
                <a:avLst/>
                <a:gdLst/>
                <a:ahLst/>
                <a:cxnLst/>
                <a:rect l="l" t="t" r="r" b="b"/>
                <a:pathLst>
                  <a:path w="1405" h="1337" extrusionOk="0">
                    <a:moveTo>
                      <a:pt x="624" y="0"/>
                    </a:moveTo>
                    <a:cubicBezTo>
                      <a:pt x="541" y="0"/>
                      <a:pt x="460" y="19"/>
                      <a:pt x="385" y="59"/>
                    </a:cubicBezTo>
                    <a:cubicBezTo>
                      <a:pt x="93" y="209"/>
                      <a:pt x="1" y="610"/>
                      <a:pt x="185" y="944"/>
                    </a:cubicBezTo>
                    <a:cubicBezTo>
                      <a:pt x="314" y="1190"/>
                      <a:pt x="552" y="1337"/>
                      <a:pt x="782" y="1337"/>
                    </a:cubicBezTo>
                    <a:cubicBezTo>
                      <a:pt x="864" y="1337"/>
                      <a:pt x="945" y="1318"/>
                      <a:pt x="1020" y="1278"/>
                    </a:cubicBezTo>
                    <a:cubicBezTo>
                      <a:pt x="1312" y="1128"/>
                      <a:pt x="1404" y="727"/>
                      <a:pt x="1229" y="393"/>
                    </a:cubicBezTo>
                    <a:cubicBezTo>
                      <a:pt x="1093" y="147"/>
                      <a:pt x="854" y="0"/>
                      <a:pt x="6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48">
                <a:extLst>
                  <a:ext uri="{FF2B5EF4-FFF2-40B4-BE49-F238E27FC236}">
                    <a16:creationId xmlns:a16="http://schemas.microsoft.com/office/drawing/2014/main" id="{8F2A078F-01A8-D40C-F7D9-26CC361D49AC}"/>
                  </a:ext>
                </a:extLst>
              </p:cNvPr>
              <p:cNvSpPr/>
              <p:nvPr/>
            </p:nvSpPr>
            <p:spPr>
              <a:xfrm>
                <a:off x="2186833" y="1662399"/>
                <a:ext cx="50629" cy="48490"/>
              </a:xfrm>
              <a:custGeom>
                <a:avLst/>
                <a:gdLst/>
                <a:ahLst/>
                <a:cxnLst/>
                <a:rect l="l" t="t" r="r" b="b"/>
                <a:pathLst>
                  <a:path w="1396" h="1337" extrusionOk="0">
                    <a:moveTo>
                      <a:pt x="615" y="0"/>
                    </a:moveTo>
                    <a:cubicBezTo>
                      <a:pt x="532" y="0"/>
                      <a:pt x="451" y="19"/>
                      <a:pt x="376" y="59"/>
                    </a:cubicBezTo>
                    <a:cubicBezTo>
                      <a:pt x="84" y="209"/>
                      <a:pt x="0" y="610"/>
                      <a:pt x="176" y="944"/>
                    </a:cubicBezTo>
                    <a:cubicBezTo>
                      <a:pt x="305" y="1190"/>
                      <a:pt x="543" y="1337"/>
                      <a:pt x="773" y="1337"/>
                    </a:cubicBezTo>
                    <a:cubicBezTo>
                      <a:pt x="855" y="1337"/>
                      <a:pt x="936" y="1318"/>
                      <a:pt x="1011" y="1278"/>
                    </a:cubicBezTo>
                    <a:cubicBezTo>
                      <a:pt x="1303" y="1128"/>
                      <a:pt x="1395" y="727"/>
                      <a:pt x="1220" y="393"/>
                    </a:cubicBezTo>
                    <a:cubicBezTo>
                      <a:pt x="1085" y="147"/>
                      <a:pt x="845" y="0"/>
                      <a:pt x="6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48">
                <a:extLst>
                  <a:ext uri="{FF2B5EF4-FFF2-40B4-BE49-F238E27FC236}">
                    <a16:creationId xmlns:a16="http://schemas.microsoft.com/office/drawing/2014/main" id="{BAFFAF24-7784-3D75-9E79-3F9BC835DDA6}"/>
                  </a:ext>
                </a:extLst>
              </p:cNvPr>
              <p:cNvSpPr/>
              <p:nvPr/>
            </p:nvSpPr>
            <p:spPr>
              <a:xfrm>
                <a:off x="2246821" y="1630881"/>
                <a:ext cx="50629" cy="48490"/>
              </a:xfrm>
              <a:custGeom>
                <a:avLst/>
                <a:gdLst/>
                <a:ahLst/>
                <a:cxnLst/>
                <a:rect l="l" t="t" r="r" b="b"/>
                <a:pathLst>
                  <a:path w="1396" h="1337" extrusionOk="0">
                    <a:moveTo>
                      <a:pt x="616" y="1"/>
                    </a:moveTo>
                    <a:cubicBezTo>
                      <a:pt x="533" y="1"/>
                      <a:pt x="451" y="19"/>
                      <a:pt x="376" y="59"/>
                    </a:cubicBezTo>
                    <a:cubicBezTo>
                      <a:pt x="84" y="209"/>
                      <a:pt x="0" y="610"/>
                      <a:pt x="176" y="944"/>
                    </a:cubicBezTo>
                    <a:cubicBezTo>
                      <a:pt x="305" y="1191"/>
                      <a:pt x="543" y="1337"/>
                      <a:pt x="773" y="1337"/>
                    </a:cubicBezTo>
                    <a:cubicBezTo>
                      <a:pt x="855" y="1337"/>
                      <a:pt x="936" y="1318"/>
                      <a:pt x="1011" y="1279"/>
                    </a:cubicBezTo>
                    <a:cubicBezTo>
                      <a:pt x="1304" y="1120"/>
                      <a:pt x="1395" y="727"/>
                      <a:pt x="1220" y="393"/>
                    </a:cubicBezTo>
                    <a:cubicBezTo>
                      <a:pt x="1091" y="147"/>
                      <a:pt x="848" y="1"/>
                      <a:pt x="6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48">
                <a:extLst>
                  <a:ext uri="{FF2B5EF4-FFF2-40B4-BE49-F238E27FC236}">
                    <a16:creationId xmlns:a16="http://schemas.microsoft.com/office/drawing/2014/main" id="{07582F08-2704-9DD6-612D-E846A0D0DC05}"/>
                  </a:ext>
                </a:extLst>
              </p:cNvPr>
              <p:cNvSpPr/>
              <p:nvPr/>
            </p:nvSpPr>
            <p:spPr>
              <a:xfrm>
                <a:off x="2306810" y="1599364"/>
                <a:ext cx="50629" cy="48526"/>
              </a:xfrm>
              <a:custGeom>
                <a:avLst/>
                <a:gdLst/>
                <a:ahLst/>
                <a:cxnLst/>
                <a:rect l="l" t="t" r="r" b="b"/>
                <a:pathLst>
                  <a:path w="1396" h="1338" extrusionOk="0">
                    <a:moveTo>
                      <a:pt x="620" y="1"/>
                    </a:moveTo>
                    <a:cubicBezTo>
                      <a:pt x="536" y="1"/>
                      <a:pt x="453" y="19"/>
                      <a:pt x="376" y="59"/>
                    </a:cubicBezTo>
                    <a:cubicBezTo>
                      <a:pt x="92" y="209"/>
                      <a:pt x="0" y="610"/>
                      <a:pt x="176" y="945"/>
                    </a:cubicBezTo>
                    <a:cubicBezTo>
                      <a:pt x="305" y="1191"/>
                      <a:pt x="543" y="1337"/>
                      <a:pt x="776" y="1337"/>
                    </a:cubicBezTo>
                    <a:cubicBezTo>
                      <a:pt x="860" y="1337"/>
                      <a:pt x="943" y="1318"/>
                      <a:pt x="1020" y="1279"/>
                    </a:cubicBezTo>
                    <a:cubicBezTo>
                      <a:pt x="1304" y="1120"/>
                      <a:pt x="1396" y="727"/>
                      <a:pt x="1220" y="393"/>
                    </a:cubicBezTo>
                    <a:cubicBezTo>
                      <a:pt x="1091" y="147"/>
                      <a:pt x="853" y="1"/>
                      <a:pt x="6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48">
                <a:extLst>
                  <a:ext uri="{FF2B5EF4-FFF2-40B4-BE49-F238E27FC236}">
                    <a16:creationId xmlns:a16="http://schemas.microsoft.com/office/drawing/2014/main" id="{B127E872-EFCC-38DD-DABD-7BC25B860D30}"/>
                  </a:ext>
                </a:extLst>
              </p:cNvPr>
              <p:cNvSpPr/>
              <p:nvPr/>
            </p:nvSpPr>
            <p:spPr>
              <a:xfrm>
                <a:off x="2366798" y="1567701"/>
                <a:ext cx="50629" cy="48345"/>
              </a:xfrm>
              <a:custGeom>
                <a:avLst/>
                <a:gdLst/>
                <a:ahLst/>
                <a:cxnLst/>
                <a:rect l="l" t="t" r="r" b="b"/>
                <a:pathLst>
                  <a:path w="1396" h="1333" extrusionOk="0">
                    <a:moveTo>
                      <a:pt x="627" y="0"/>
                    </a:moveTo>
                    <a:cubicBezTo>
                      <a:pt x="541" y="0"/>
                      <a:pt x="456" y="20"/>
                      <a:pt x="376" y="63"/>
                    </a:cubicBezTo>
                    <a:cubicBezTo>
                      <a:pt x="92" y="214"/>
                      <a:pt x="1" y="606"/>
                      <a:pt x="176" y="940"/>
                    </a:cubicBezTo>
                    <a:cubicBezTo>
                      <a:pt x="305" y="1187"/>
                      <a:pt x="543" y="1333"/>
                      <a:pt x="776" y="1333"/>
                    </a:cubicBezTo>
                    <a:cubicBezTo>
                      <a:pt x="860" y="1333"/>
                      <a:pt x="943" y="1314"/>
                      <a:pt x="1020" y="1275"/>
                    </a:cubicBezTo>
                    <a:cubicBezTo>
                      <a:pt x="1304" y="1124"/>
                      <a:pt x="1396" y="732"/>
                      <a:pt x="1220" y="397"/>
                    </a:cubicBezTo>
                    <a:cubicBezTo>
                      <a:pt x="1092" y="148"/>
                      <a:pt x="858" y="0"/>
                      <a:pt x="6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2552927488"/>
      </p:ext>
    </p:extLst>
  </p:cSld>
  <p:clrMapOvr>
    <a:masterClrMapping/>
  </p:clrMapOvr>
</p:sld>
</file>

<file path=ppt/theme/theme1.xml><?xml version="1.0" encoding="utf-8"?>
<a:theme xmlns:a="http://schemas.openxmlformats.org/drawingml/2006/main" name="Airplane History Thesis by Slidesgo">
  <a:themeElements>
    <a:clrScheme name="Simple Light">
      <a:dk1>
        <a:srgbClr val="213363"/>
      </a:dk1>
      <a:lt1>
        <a:srgbClr val="FFFFFF"/>
      </a:lt1>
      <a:dk2>
        <a:srgbClr val="9AB3E3"/>
      </a:dk2>
      <a:lt2>
        <a:srgbClr val="4A6CAF"/>
      </a:lt2>
      <a:accent1>
        <a:srgbClr val="304F9B"/>
      </a:accent1>
      <a:accent2>
        <a:srgbClr val="B9C5BC"/>
      </a:accent2>
      <a:accent3>
        <a:srgbClr val="677DB7"/>
      </a:accent3>
      <a:accent4>
        <a:srgbClr val="11224E"/>
      </a:accent4>
      <a:accent5>
        <a:srgbClr val="DFDBDB"/>
      </a:accent5>
      <a:accent6>
        <a:srgbClr val="FDEADF"/>
      </a:accent6>
      <a:hlink>
        <a:srgbClr val="21336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857</TotalTime>
  <Words>1226</Words>
  <Application>Microsoft Office PowerPoint</Application>
  <PresentationFormat>On-screen Show (16:9)</PresentationFormat>
  <Paragraphs>134</Paragraphs>
  <Slides>35</Slides>
  <Notes>35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35</vt:i4>
      </vt:variant>
    </vt:vector>
  </HeadingPairs>
  <TitlesOfParts>
    <vt:vector size="43" baseType="lpstr">
      <vt:lpstr>Arial</vt:lpstr>
      <vt:lpstr>Limelight</vt:lpstr>
      <vt:lpstr>Bebas Neue</vt:lpstr>
      <vt:lpstr>Gill Sans MT</vt:lpstr>
      <vt:lpstr>Aptos Display</vt:lpstr>
      <vt:lpstr>Roboto Condensed Light</vt:lpstr>
      <vt:lpstr>Raleway</vt:lpstr>
      <vt:lpstr>Airplane History Thesis by Slidesgo</vt:lpstr>
      <vt:lpstr>Shahd Ahmed   Sohila Ayman Sarah Muhammed</vt:lpstr>
      <vt:lpstr>INTRODUCTION</vt:lpstr>
      <vt:lpstr>Dataset Overview</vt:lpstr>
      <vt:lpstr>Import Libraries and Load Data</vt:lpstr>
      <vt:lpstr>Import Libraries and Load Data</vt:lpstr>
      <vt:lpstr>Data Cleaning</vt:lpstr>
      <vt:lpstr>Exploratory Data Analysis</vt:lpstr>
      <vt:lpstr>Exploratory Data Analysis</vt:lpstr>
      <vt:lpstr>Exploratory Data Analysis</vt:lpstr>
      <vt:lpstr>Feature Engineering </vt:lpstr>
      <vt:lpstr>Feature Engineering </vt:lpstr>
      <vt:lpstr>Feature Engineering </vt:lpstr>
      <vt:lpstr>Feature Engineering </vt:lpstr>
      <vt:lpstr>visualization</vt:lpstr>
      <vt:lpstr>visualization</vt:lpstr>
      <vt:lpstr>visualization</vt:lpstr>
      <vt:lpstr>visualization</vt:lpstr>
      <vt:lpstr>Logistic Regression</vt:lpstr>
      <vt:lpstr>Random Forest</vt:lpstr>
      <vt:lpstr>Gradient Boosted Trees (GBT)</vt:lpstr>
      <vt:lpstr>Feature Importance</vt:lpstr>
      <vt:lpstr>Feature Importance</vt:lpstr>
      <vt:lpstr>K-means</vt:lpstr>
      <vt:lpstr>K-means</vt:lpstr>
      <vt:lpstr>K-means</vt:lpstr>
      <vt:lpstr>K-means</vt:lpstr>
      <vt:lpstr>K-means</vt:lpstr>
      <vt:lpstr>Neural Network</vt:lpstr>
      <vt:lpstr>Neural Network</vt:lpstr>
      <vt:lpstr>Neural Network</vt:lpstr>
      <vt:lpstr>Neural Network</vt:lpstr>
      <vt:lpstr>Neural Network</vt:lpstr>
      <vt:lpstr>Evaluation Metrics</vt:lpstr>
      <vt:lpstr>Evaluation Metrics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Sohila Ayman</cp:lastModifiedBy>
  <cp:revision>2</cp:revision>
  <dcterms:modified xsi:type="dcterms:W3CDTF">2026-05-15T21:58:05Z</dcterms:modified>
</cp:coreProperties>
</file>